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00"/>
    <a:srgbClr val="202020"/>
    <a:srgbClr val="000000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044" autoAdjust="0"/>
    <p:restoredTop sz="94660"/>
  </p:normalViewPr>
  <p:slideViewPr>
    <p:cSldViewPr snapToGrid="0">
      <p:cViewPr varScale="1">
        <p:scale>
          <a:sx n="79" d="100"/>
          <a:sy n="79" d="100"/>
        </p:scale>
        <p:origin x="6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77226-A792-E10A-4693-8DC4047CE5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2AD52D-B36D-DBB4-D04A-45E6FB5BAF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0F555C-DB21-80FE-6049-5415B0CFF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B0987-0F14-FDAB-7A5F-53CCB654E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C30BB-CA97-88D6-367F-BFB344392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9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54EC2-41E6-1669-C1D3-82C3EFE5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93249-7BD9-28FC-E6DF-700CFBC8D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4DC89C-B997-7DC7-F90B-D79ECCA85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22D5EE-F652-D86A-880B-F1B4D7A3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1A0AB-73AA-B17E-656A-7CA07382A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3407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95ACF-8A91-C302-4298-93D0AFAC5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AFFF94-139A-0246-657A-AB567C5830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908AED-663F-D8BB-E33F-EE5B9E005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CA0363-76FA-C039-818A-59338AA16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DE542C-6B45-8108-D72A-636C3147E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048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CD3A0-3F1A-FB37-7D69-2CD187118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B0E72-919F-D506-A0AE-4CBD884FD3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D9C3E4-F130-2827-F71E-A9A2060664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E35A4A-D0C4-B1E0-2DF1-B21042E29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842321-D203-D9AF-C380-6DFBFAAC7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B9123-876A-75E2-6412-A49BA5E05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805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3A7A4-2237-BADB-E944-6D77F9086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94C3C5-FAD3-80C2-E21A-B4977C8F7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9362AB-B816-8073-DD42-6CB02042C2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1E52EB-82E1-C6B5-03C4-12A22B3043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95061-7E0C-9D79-F185-FDFC8714B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2D2771-271E-A3DB-A199-7B6B9D05B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9F81A9-1DDF-D518-D5BB-5BB555733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4C91F9-4779-8C1A-DF31-B35AAD2AA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922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B1731-EA07-538C-5135-44067F1F1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D60DA4-1B35-0FE8-FEB0-69A0EC379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E04A7A-2A96-F71F-ED4F-2A2DE3BEF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9BF6AC-060F-1FB8-4B7E-D3042B2B1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967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4E76013-DEA8-9B16-D381-E1371C4440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13" y="4431888"/>
            <a:ext cx="1677622" cy="15237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37D34BA-64AF-555A-8F8C-34594B0D0EA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81" y="6000390"/>
            <a:ext cx="2229706" cy="75660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15B284-7FC5-EF76-4F14-641D7E939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A1C14F-BAAC-4140-7819-9BAC959B1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BFB5EB-27B6-47BC-3E95-D6F0E8C22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15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A086C-366C-4E65-9F04-5C61A00C0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FF7B5-3550-DD23-3105-59A4347881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3644FE-601C-902A-8EBF-DC55FEC564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ED8C2-9E6F-7C15-D8A8-0CB5080CC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AD705A-5E91-9364-72D7-C3030B5A6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1591B-9B33-595A-2C9F-E9675C64E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415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93285-AF07-53C6-CA5D-0329C5E15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2B0D5B-421E-FFF9-47D4-47492E640F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87046-58BD-39C6-D833-8266F701D8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D5EF9-C85C-F143-7CA9-3D6A08E07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14F39C-4D8C-9A48-03A5-6DE9C30A6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239F0B-9154-7A0E-C606-273F2A777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901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09A38-F739-6735-D289-078F45C79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877A00-FB79-58DF-0810-C2D6F8574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FB287-7026-68E9-9933-B0B1FB6EF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E3B3BB-0FD5-54C1-5E85-2915541FF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3D0A69-DA3F-7857-231F-1255193A0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61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34791A-D7B3-201C-B3DF-F8481277EE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94653F-56C2-EC4B-CE18-822DD3EA1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035AA9-EE75-4D8A-F29D-712EBE3E2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F1E08-F949-2B41-C934-8FB5E0211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8A14C-9B2A-F1A4-19F5-2DDDEDAE0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795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FE247E-0E3D-9314-AD82-711F84839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3A0E1-85C3-7AC2-BB4C-1A2EB727E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9CFFF-E0C6-18DA-0DB1-456B3759B5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16CC03-B68F-4642-A2B8-7A8633A67F21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9D1B1D-020D-D05B-5AEC-CBA140EF3B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AD5E-B353-BFBA-4EB5-120826030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601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D341587-B12C-C20A-C29B-22CD624BCEB2}"/>
              </a:ext>
            </a:extLst>
          </p:cNvPr>
          <p:cNvSpPr txBox="1"/>
          <p:nvPr/>
        </p:nvSpPr>
        <p:spPr>
          <a:xfrm>
            <a:off x="458778" y="401996"/>
            <a:ext cx="907331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600" dirty="0">
                <a:latin typeface="Alice" panose="00000500000000000000" pitchFamily="2" charset="0"/>
              </a:rPr>
              <a:t>Reverse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BAE7F1-2B6C-B176-BC0B-D3DCD1A6F386}"/>
              </a:ext>
            </a:extLst>
          </p:cNvPr>
          <p:cNvSpPr txBox="1"/>
          <p:nvPr/>
        </p:nvSpPr>
        <p:spPr>
          <a:xfrm>
            <a:off x="4310572" y="3550920"/>
            <a:ext cx="738695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600" dirty="0">
                <a:latin typeface="Alice" panose="00000500000000000000" pitchFamily="2" charset="0"/>
              </a:rPr>
              <a:t>Physical</a:t>
            </a:r>
            <a:br>
              <a:rPr lang="en-US" sz="9600" dirty="0">
                <a:latin typeface="Alice" panose="00000500000000000000" pitchFamily="2" charset="0"/>
              </a:rPr>
            </a:br>
            <a:r>
              <a:rPr lang="en-US" sz="9600" dirty="0">
                <a:latin typeface="Alice" panose="00000500000000000000" pitchFamily="2" charset="0"/>
              </a:rPr>
              <a:t>Mathematics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EDD86C-A04B-DD81-780C-848C34C95375}"/>
              </a:ext>
            </a:extLst>
          </p:cNvPr>
          <p:cNvSpPr txBox="1"/>
          <p:nvPr/>
        </p:nvSpPr>
        <p:spPr>
          <a:xfrm>
            <a:off x="4617796" y="2105561"/>
            <a:ext cx="190789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0" dirty="0">
                <a:latin typeface="Alice" panose="00000500000000000000" pitchFamily="2" charset="0"/>
              </a:rPr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8508487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19496</TotalTime>
  <Words>6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Alice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Gabriele Carcassi</dc:creator>
  <cp:lastModifiedBy>Gabriele Carcassi</cp:lastModifiedBy>
  <cp:revision>33</cp:revision>
  <dcterms:created xsi:type="dcterms:W3CDTF">2022-10-24T15:52:53Z</dcterms:created>
  <dcterms:modified xsi:type="dcterms:W3CDTF">2026-01-02T15:11:54Z</dcterms:modified>
</cp:coreProperties>
</file>