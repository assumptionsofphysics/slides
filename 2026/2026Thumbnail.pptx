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75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000"/>
    <a:srgbClr val="202020"/>
    <a:srgbClr val="000000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044" autoAdjust="0"/>
    <p:restoredTop sz="94660"/>
  </p:normalViewPr>
  <p:slideViewPr>
    <p:cSldViewPr snapToGrid="0">
      <p:cViewPr varScale="1">
        <p:scale>
          <a:sx n="81" d="100"/>
          <a:sy n="81" d="100"/>
        </p:scale>
        <p:origin x="120" y="5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D262B-3022-DF3E-3F70-1CF8A4F936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BB7005-EBE2-8F49-6884-E6B9486BE8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96B3BC-6C5E-7C99-BBDF-0CD7279B9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01590B-767E-2480-55BA-B62850BB4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98374B-87B4-07A1-C89C-1D3C0FCB3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888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03A79-8793-1978-AC47-5E4F21D57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2F6924-60BA-B909-4B6B-9548C7AC31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1E1ED5-89DA-A22C-2C9B-E80BA6C99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673B2A-CB30-A467-56EE-92F2CFFBD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50EBD-D16F-1826-7BB2-67382037F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0094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0458A-E043-AEE3-9D7E-068E2E1D40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9EEC62-B7BC-22C6-73FF-B409B72EC6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8BA6CD-674C-AE53-25A3-00903461F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3A3869-AC45-93C9-EB7D-0049E9861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B0556-1BA2-58EC-6A7A-EDA734B6E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2474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32015-C95C-31A3-4F69-4FC6F1D8E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DBD443-EF29-4CA4-9D59-598D7A444D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117603-4805-A4E5-6481-807E5624B9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467ABD-4CF3-C211-3D98-93F81897A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362B4B-5E7A-E6D0-ED8F-247A37AADE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887A2D-0899-8BE5-AF33-366393BF9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9586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D20F1F-1CF6-AD32-B707-68E586338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8C0733-94E3-C073-5E88-1CF5B407CB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C93D07-1FC6-9CCD-BBC5-7F3D13EDA9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0C1D59-CD63-E042-B8B3-16AB79159F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D99230-3704-E0EB-43D4-A033BC6137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AC3901-9650-C277-C000-75741472A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AF8E80-8722-2683-FC6A-29D1ECAC1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BFA4A4-CDD0-2181-D50A-504A925B7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403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C1A331-878D-8F6C-B4DB-C95EA61B6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5CF1D3-0710-6E1C-C9C5-F1D1EB937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937A62-ED16-255F-E3AC-9C4E29CD8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0887AC-A346-C922-91D2-76DDAFA98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780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CBADBE-3241-5A38-E7D2-45FBAA5D8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0E2EE0-A393-6694-1738-8DB743EE92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95C79-8D6A-E2D6-5591-C88913AC0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373FE084-5C87-06B2-91CD-C706563739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265" y="5534538"/>
            <a:ext cx="1305869" cy="1186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3124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E8C48-15FC-2A02-7C17-7A6FF3272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123200-FBA7-651E-E926-E9340070B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F295A3-0633-6CBA-14FB-CDD1976171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70F0BC-BAA0-53AF-D9D6-22D716E9F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338939-B4DD-AE96-29E3-4F2CF1FD1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B1A5AA-1F2F-A6A1-CB67-648EE35F4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297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B37A5-AD2C-80A5-08AE-0E850DCA4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AB5570-A019-49B2-1B72-9C00B163CC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47C581-EADA-02D5-EE85-B525E75D08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51990-2DDD-D33F-E04B-98323CE92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B5C390-3A2D-ACD5-5CC5-53DB5C52B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A17CA0-9306-47F2-1651-B8DA3C0C0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829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75CBB-5FDB-B4BF-513F-4C0E01EAE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A122A4-372B-8053-9244-AED2F0595B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13CC97-EDBA-C07A-1FC2-6593344F1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C155E-FB29-EC6E-F6B4-047A8C1A1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DD764B-89B3-CF9C-CCF9-D64AF8E4B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96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2C4824-A74D-79F3-0E0D-598064CAB0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FAFECA-97A7-F567-F16C-065E531388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0F9F9F-421C-1DFF-2318-CF74443E5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5643F6-0BE0-3ECF-6D77-1687E8669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54EE2D-C3D8-9F25-3657-0306C7039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450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A6C8FE6-52A3-BC2D-072A-E1BCDE91E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054699-3100-4FEB-2F61-8C62552073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24C976-B08F-F287-A0F8-0883F7A5F2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16CC03-B68F-4642-A2B8-7A8633A67F21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40DCB-2E77-E174-93DB-1906EBDA5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9C1B6F-712D-8C5B-F89E-63F264A3AE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10173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0848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A2439504-C67A-FA46-4DE4-8A2E69AB3F24}"/>
              </a:ext>
            </a:extLst>
          </p:cNvPr>
          <p:cNvGrpSpPr/>
          <p:nvPr/>
        </p:nvGrpSpPr>
        <p:grpSpPr>
          <a:xfrm>
            <a:off x="2553512" y="316819"/>
            <a:ext cx="7713971" cy="5417863"/>
            <a:chOff x="2553512" y="682008"/>
            <a:chExt cx="7713971" cy="5417863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913AFFF-7AF8-9C8A-344F-602999E65A7D}"/>
                </a:ext>
              </a:extLst>
            </p:cNvPr>
            <p:cNvSpPr txBox="1"/>
            <p:nvPr/>
          </p:nvSpPr>
          <p:spPr>
            <a:xfrm>
              <a:off x="2632059" y="682008"/>
              <a:ext cx="7556877" cy="18620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500" dirty="0">
                  <a:latin typeface="Alice" panose="00000500000000000000" pitchFamily="2" charset="0"/>
                </a:rPr>
                <a:t>Pure states</a:t>
              </a:r>
              <a:endParaRPr lang="en-US" sz="9600" dirty="0">
                <a:latin typeface="Alice" panose="00000500000000000000" pitchFamily="2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71E5EA0-9A02-E2F1-49B5-55E7D0DBB8A7}"/>
                </a:ext>
              </a:extLst>
            </p:cNvPr>
            <p:cNvSpPr txBox="1"/>
            <p:nvPr/>
          </p:nvSpPr>
          <p:spPr>
            <a:xfrm>
              <a:off x="2553512" y="4237823"/>
              <a:ext cx="7713971" cy="18620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500" dirty="0">
                  <a:latin typeface="Alice" panose="00000500000000000000" pitchFamily="2" charset="0"/>
                </a:rPr>
                <a:t>not enough</a:t>
              </a:r>
              <a:endParaRPr lang="en-US" sz="9600" dirty="0">
                <a:latin typeface="Alice" panose="00000500000000000000" pitchFamily="2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568723A-0705-1776-BD4C-FAE9873A7DF7}"/>
                </a:ext>
              </a:extLst>
            </p:cNvPr>
            <p:cNvSpPr txBox="1"/>
            <p:nvPr/>
          </p:nvSpPr>
          <p:spPr>
            <a:xfrm>
              <a:off x="5438917" y="2606109"/>
              <a:ext cx="1943161" cy="15696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600" dirty="0">
                  <a:latin typeface="Alice" panose="00000500000000000000" pitchFamily="2" charset="0"/>
                </a:rPr>
                <a:t>are</a:t>
              </a:r>
              <a:endParaRPr lang="en-US" sz="8800" dirty="0">
                <a:latin typeface="Alice" panose="000005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034517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lice">
      <a:majorFont>
        <a:latin typeface="Alice"/>
        <a:ea typeface=""/>
        <a:cs typeface=""/>
      </a:majorFont>
      <a:minorFont>
        <a:latin typeface="Al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1162</TotalTime>
  <Words>5</Words>
  <Application>Microsoft Office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Alice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Gabriele Carcassi</dc:creator>
  <cp:lastModifiedBy>Gabriele Carcassi</cp:lastModifiedBy>
  <cp:revision>47</cp:revision>
  <dcterms:created xsi:type="dcterms:W3CDTF">2022-10-24T15:52:53Z</dcterms:created>
  <dcterms:modified xsi:type="dcterms:W3CDTF">2026-01-26T23:08:56Z</dcterms:modified>
</cp:coreProperties>
</file>