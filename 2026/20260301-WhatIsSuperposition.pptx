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934" r:id="rId2"/>
    <p:sldId id="935" r:id="rId3"/>
    <p:sldId id="936" r:id="rId4"/>
    <p:sldId id="937" r:id="rId5"/>
    <p:sldId id="938" r:id="rId6"/>
    <p:sldId id="940" r:id="rId7"/>
    <p:sldId id="941" r:id="rId8"/>
    <p:sldId id="942" r:id="rId9"/>
    <p:sldId id="944" r:id="rId10"/>
    <p:sldId id="945" r:id="rId11"/>
    <p:sldId id="947" r:id="rId12"/>
    <p:sldId id="946" r:id="rId13"/>
    <p:sldId id="943" r:id="rId14"/>
    <p:sldId id="93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5607" autoAdjust="0"/>
  </p:normalViewPr>
  <p:slideViewPr>
    <p:cSldViewPr snapToGrid="0">
      <p:cViewPr varScale="1">
        <p:scale>
          <a:sx n="78" d="100"/>
          <a:sy n="78" d="100"/>
        </p:scale>
        <p:origin x="787" y="72"/>
      </p:cViewPr>
      <p:guideLst/>
    </p:cSldViewPr>
  </p:slideViewPr>
  <p:outlineViewPr>
    <p:cViewPr>
      <p:scale>
        <a:sx n="33" d="100"/>
        <a:sy n="33" d="100"/>
      </p:scale>
      <p:origin x="0" y="-9029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9C704-B8F9-449B-B828-36D786A1FE73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54F452-85BD-4268-B680-C313DBFDC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33BD1-BDB8-4376-AAF8-3A003435480C}" type="datetime1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3588DA-AF3D-0538-FED6-B91B80D9B0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5482"/>
            <a:ext cx="1676403" cy="1523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EE5F5B-B632-2F49-E623-5C0F89CE0E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3727"/>
            <a:ext cx="2229706" cy="7568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AE0316C-62B2-770F-A578-C8D4BEA5ED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032" y="4433212"/>
            <a:ext cx="1676403" cy="1523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30B28FF-2283-988B-15E2-3907B103BE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1457"/>
            <a:ext cx="2229706" cy="75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53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2632B5B-3D6C-4612-9889-D56772AB65F7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1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234EC-2A19-44A7-B16B-2575145E773E}" type="datetime1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47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5EDB3-4761-4B82-865F-A5EEEFDA670E}" type="datetime1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2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56CE5-357E-4369-9BE4-05AD9FAD5660}" type="datetime1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09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89CB-A9F6-477A-A4C2-11E3149C3A97}" type="datetime1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3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4E52C4-4608-40F5-9B8E-BEEB48B105B6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22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DB743-5423-42F1-9DC7-FD2205F9F888}" type="datetime1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5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F03F7-4D9C-4471-819E-E2C49033A744}" type="datetime1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68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6845AE-F78C-47ED-986D-2F5B5C247549}" type="datetime1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3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FA110-3775-4B6B-91E5-6049BB8CC0F2}" type="datetime1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Physics Department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94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85AB10-52F0-434A-B1D5-C9C9261256B7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Gabriele Carcassi - Physics Department - University of Michigan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 userDrawn="1"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2EABDBC-29F5-54A5-0B74-DE652EDCED6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72"/>
            <a:ext cx="755811" cy="6869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DCAE5-166F-5A8D-47B6-2316E82EF1EA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4150" y="6274104"/>
            <a:ext cx="1313865" cy="44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4776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  <p:bldP spid="7" grpId="3" animBg="1"/>
      <p:bldP spid="7" grpId="4" animBg="1"/>
      <p:bldP spid="7" grpId="5" animBg="1"/>
      <p:bldP spid="7" grpId="6" animBg="1"/>
      <p:bldP spid="7" grpId="7" animBg="1"/>
      <p:bldP spid="7" grpId="8" animBg="1"/>
      <p:bldP spid="7" grpId="9" animBg="1"/>
      <p:bldP spid="7" grpId="10" animBg="1"/>
      <p:bldP spid="7" grpId="11" animBg="1"/>
      <p:bldP spid="7" grpId="12" animBg="1"/>
      <p:bldP spid="7" grpId="13" animBg="1"/>
      <p:bldP spid="7" grpId="16" animBg="1"/>
      <p:bldP spid="7" grpId="17" animBg="1"/>
      <p:bldP spid="7" grpId="18" animBg="1"/>
      <p:bldP spid="7" grpId="19" animBg="1"/>
      <p:bldP spid="7" grpId="20" animBg="1"/>
      <p:bldP spid="7" grpId="21" animBg="1"/>
      <p:bldP spid="7" grpId="22" animBg="1"/>
      <p:bldP spid="7" grpId="23" animBg="1"/>
      <p:bldP spid="7" grpId="24" animBg="1"/>
      <p:bldP spid="7" grpId="25" animBg="1"/>
      <p:bldP spid="7" grpId="26" animBg="1"/>
      <p:bldP spid="7" grpId="27" animBg="1"/>
      <p:bldP spid="7" grpId="28" animBg="1"/>
      <p:bldP spid="7" grpId="29" animBg="1"/>
      <p:bldP spid="7" grpId="30" animBg="1"/>
      <p:bldP spid="7" grpId="31" animBg="1"/>
      <p:bldP spid="7" grpId="32" animBg="1"/>
      <p:bldP spid="7" grpId="33" animBg="1"/>
      <p:bldP spid="7" grpId="38" animBg="1"/>
      <p:bldP spid="7" grpId="39" animBg="1"/>
      <p:bldP spid="7" grpId="40" animBg="1"/>
      <p:bldP spid="7" grpId="41" animBg="1"/>
      <p:bldP spid="7" grpId="42" animBg="1"/>
      <p:bldP spid="7" grpId="43" animBg="1"/>
      <p:bldP spid="7" grpId="44" animBg="1"/>
      <p:bldP spid="7" grpId="45" animBg="1"/>
      <p:bldP spid="7" grpId="46" animBg="1"/>
      <p:bldP spid="7" grpId="47" animBg="1"/>
      <p:bldP spid="7" grpId="48" animBg="1"/>
      <p:bldP spid="7" grpId="49" animBg="1"/>
      <p:bldP spid="7" grpId="50" animBg="1"/>
      <p:bldP spid="7" grpId="51" animBg="1"/>
      <p:bldP spid="7" grpId="52" animBg="1"/>
      <p:bldP spid="7" grpId="53" animBg="1"/>
      <p:bldP spid="7" grpId="54" animBg="1"/>
      <p:bldP spid="7" grpId="55" animBg="1"/>
      <p:bldP spid="7" grpId="56" animBg="1"/>
      <p:bldP spid="7" grpId="57" animBg="1"/>
    </p:bldLst>
  </p:timing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610.png"/><Relationship Id="rId5" Type="http://schemas.openxmlformats.org/officeDocument/2006/relationships/image" Target="../media/image12.png"/><Relationship Id="rId10" Type="http://schemas.openxmlformats.org/officeDocument/2006/relationships/image" Target="../media/image511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61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1.png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3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4.png"/><Relationship Id="rId9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5" Type="http://schemas.openxmlformats.org/officeDocument/2006/relationships/image" Target="../media/image47.png"/><Relationship Id="rId10" Type="http://schemas.openxmlformats.org/officeDocument/2006/relationships/image" Target="../media/image41.png"/><Relationship Id="rId4" Type="http://schemas.openxmlformats.org/officeDocument/2006/relationships/image" Target="../media/image36.png"/><Relationship Id="rId9" Type="http://schemas.openxmlformats.org/officeDocument/2006/relationships/image" Target="../media/image42.png"/><Relationship Id="rId1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35.png"/><Relationship Id="rId7" Type="http://schemas.openxmlformats.org/officeDocument/2006/relationships/image" Target="../media/image51.png"/><Relationship Id="rId12" Type="http://schemas.openxmlformats.org/officeDocument/2006/relationships/image" Target="../media/image40.png"/><Relationship Id="rId17" Type="http://schemas.openxmlformats.org/officeDocument/2006/relationships/image" Target="../media/image56.png"/><Relationship Id="rId2" Type="http://schemas.openxmlformats.org/officeDocument/2006/relationships/image" Target="../media/image48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39.png"/><Relationship Id="rId5" Type="http://schemas.openxmlformats.org/officeDocument/2006/relationships/image" Target="../media/image37.png"/><Relationship Id="rId15" Type="http://schemas.openxmlformats.org/officeDocument/2006/relationships/image" Target="../media/image54.png"/><Relationship Id="rId10" Type="http://schemas.openxmlformats.org/officeDocument/2006/relationships/image" Target="../media/image38.png"/><Relationship Id="rId4" Type="http://schemas.openxmlformats.org/officeDocument/2006/relationships/image" Target="../media/image49.png"/><Relationship Id="rId9" Type="http://schemas.openxmlformats.org/officeDocument/2006/relationships/image" Target="../media/image36.png"/><Relationship Id="rId14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35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37.png"/><Relationship Id="rId10" Type="http://schemas.openxmlformats.org/officeDocument/2006/relationships/image" Target="../media/image63.png"/><Relationship Id="rId4" Type="http://schemas.openxmlformats.org/officeDocument/2006/relationships/image" Target="../media/image36.png"/><Relationship Id="rId9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2.png"/><Relationship Id="rId3" Type="http://schemas.openxmlformats.org/officeDocument/2006/relationships/image" Target="../media/image35.png"/><Relationship Id="rId7" Type="http://schemas.openxmlformats.org/officeDocument/2006/relationships/image" Target="../media/image51.png"/><Relationship Id="rId12" Type="http://schemas.openxmlformats.org/officeDocument/2006/relationships/image" Target="../media/image40.png"/><Relationship Id="rId2" Type="http://schemas.openxmlformats.org/officeDocument/2006/relationships/image" Target="../media/image48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39.png"/><Relationship Id="rId5" Type="http://schemas.openxmlformats.org/officeDocument/2006/relationships/image" Target="../media/image37.png"/><Relationship Id="rId15" Type="http://schemas.openxmlformats.org/officeDocument/2006/relationships/image" Target="../media/image54.png"/><Relationship Id="rId10" Type="http://schemas.openxmlformats.org/officeDocument/2006/relationships/image" Target="../media/image38.png"/><Relationship Id="rId4" Type="http://schemas.openxmlformats.org/officeDocument/2006/relationships/image" Target="../media/image49.png"/><Relationship Id="rId9" Type="http://schemas.openxmlformats.org/officeDocument/2006/relationships/image" Target="../media/image36.png"/><Relationship Id="rId14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66.png"/><Relationship Id="rId7" Type="http://schemas.openxmlformats.org/officeDocument/2006/relationships/image" Target="../media/image610.png"/><Relationship Id="rId12" Type="http://schemas.openxmlformats.org/officeDocument/2006/relationships/image" Target="../media/image29.png"/><Relationship Id="rId16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1.png"/><Relationship Id="rId11" Type="http://schemas.openxmlformats.org/officeDocument/2006/relationships/image" Target="../media/image8.png"/><Relationship Id="rId15" Type="http://schemas.openxmlformats.org/officeDocument/2006/relationships/image" Target="../media/image68.png"/><Relationship Id="rId10" Type="http://schemas.openxmlformats.org/officeDocument/2006/relationships/image" Target="../media/image7.png"/><Relationship Id="rId9" Type="http://schemas.openxmlformats.org/officeDocument/2006/relationships/image" Target="../media/image6.png"/><Relationship Id="rId14" Type="http://schemas.openxmlformats.org/officeDocument/2006/relationships/image" Target="../media/image6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7" Type="http://schemas.openxmlformats.org/officeDocument/2006/relationships/image" Target="../media/image80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611.png"/><Relationship Id="rId4" Type="http://schemas.openxmlformats.org/officeDocument/2006/relationships/image" Target="../media/image5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5BE50-518E-CF13-F938-60BA21FDE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2C51861-43B4-7935-D31B-C418BAE8737D}"/>
                  </a:ext>
                </a:extLst>
              </p:cNvPr>
              <p:cNvSpPr txBox="1"/>
              <p:nvPr/>
            </p:nvSpPr>
            <p:spPr>
              <a:xfrm>
                <a:off x="7205439" y="2841162"/>
                <a:ext cx="4239750" cy="6900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b>
                        <m:sSub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sSub>
                        <m:sSub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3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  <m:sSub>
                        <m:sSub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3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2C51861-43B4-7935-D31B-C418BAE87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5439" y="2841162"/>
                <a:ext cx="4239750" cy="6900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2EA28E84-4F0B-AED5-14F6-F8859344405F}"/>
                  </a:ext>
                </a:extLst>
              </p:cNvPr>
              <p:cNvSpPr txBox="1"/>
              <p:nvPr/>
            </p:nvSpPr>
            <p:spPr>
              <a:xfrm>
                <a:off x="8535227" y="240765"/>
                <a:ext cx="158017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2EA28E84-4F0B-AED5-14F6-F88593444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5227" y="240765"/>
                <a:ext cx="1580176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42F82A6C-D0B5-F5A5-D12F-61D2D4372C0D}"/>
              </a:ext>
            </a:extLst>
          </p:cNvPr>
          <p:cNvGrpSpPr/>
          <p:nvPr/>
        </p:nvGrpSpPr>
        <p:grpSpPr>
          <a:xfrm>
            <a:off x="7723947" y="1232160"/>
            <a:ext cx="3202735" cy="1431713"/>
            <a:chOff x="7723947" y="1232160"/>
            <a:chExt cx="3202735" cy="14317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0F2B087E-79E6-4933-AFE3-EED05A22D5AA}"/>
                    </a:ext>
                  </a:extLst>
                </p:cNvPr>
                <p:cNvSpPr txBox="1"/>
                <p:nvPr/>
              </p:nvSpPr>
              <p:spPr>
                <a:xfrm>
                  <a:off x="7723947" y="2294541"/>
                  <a:ext cx="320273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0F2B087E-79E6-4933-AFE3-EED05A22D5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3947" y="2294541"/>
                  <a:ext cx="3202735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44A2F2E-5C78-FDB0-0521-B80FE14448DF}"/>
                    </a:ext>
                  </a:extLst>
                </p:cNvPr>
                <p:cNvSpPr txBox="1"/>
                <p:nvPr/>
              </p:nvSpPr>
              <p:spPr>
                <a:xfrm>
                  <a:off x="7919897" y="1232160"/>
                  <a:ext cx="281083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  <m:r>
                          <a:rPr lang="en-US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p>
                        <m:r>
                          <a:rPr lang="en-US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  <m:r>
                          <a:rPr lang="en-US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4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44A2F2E-5C78-FDB0-0521-B80FE14448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9897" y="1232160"/>
                  <a:ext cx="2810834" cy="70788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B04D69FD-BF5B-D147-27F5-9B4BE7FDEA41}"/>
                    </a:ext>
                  </a:extLst>
                </p:cNvPr>
                <p:cNvSpPr txBox="1"/>
                <p:nvPr/>
              </p:nvSpPr>
              <p:spPr>
                <a:xfrm>
                  <a:off x="7885176" y="1932628"/>
                  <a:ext cx="28802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B04D69FD-BF5B-D147-27F5-9B4BE7FDEA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5176" y="1932628"/>
                  <a:ext cx="288027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18DC763-8017-3057-B94D-ABB95F73AF2B}"/>
              </a:ext>
            </a:extLst>
          </p:cNvPr>
          <p:cNvGrpSpPr/>
          <p:nvPr/>
        </p:nvGrpSpPr>
        <p:grpSpPr>
          <a:xfrm>
            <a:off x="182880" y="122660"/>
            <a:ext cx="6262011" cy="5434592"/>
            <a:chOff x="723900" y="102608"/>
            <a:chExt cx="6262011" cy="5434592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76AADCB-282A-3FEC-0C9A-FE13A761C795}"/>
                </a:ext>
              </a:extLst>
            </p:cNvPr>
            <p:cNvCxnSpPr>
              <a:cxnSpLocks/>
            </p:cNvCxnSpPr>
            <p:nvPr/>
          </p:nvCxnSpPr>
          <p:spPr>
            <a:xfrm>
              <a:off x="723900" y="2745266"/>
              <a:ext cx="6070600" cy="0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C936EFA-7D0C-B6EC-DF5D-253DB5CF1B16}"/>
                </a:ext>
              </a:extLst>
            </p:cNvPr>
            <p:cNvCxnSpPr/>
            <p:nvPr/>
          </p:nvCxnSpPr>
          <p:spPr>
            <a:xfrm>
              <a:off x="3799136" y="393700"/>
              <a:ext cx="0" cy="5143500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1866E7B-8E89-E5E7-CB9F-3FB661BAD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3200" y="580108"/>
              <a:ext cx="4485640" cy="449424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E4A390F-0696-6299-37EA-9A4DBBEAF363}"/>
                    </a:ext>
                  </a:extLst>
                </p:cNvPr>
                <p:cNvSpPr txBox="1"/>
                <p:nvPr/>
              </p:nvSpPr>
              <p:spPr>
                <a:xfrm>
                  <a:off x="6517834" y="2701799"/>
                  <a:ext cx="46807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E4A390F-0696-6299-37EA-9A4DBBEAF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7834" y="2701799"/>
                  <a:ext cx="468077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52D9F41-0A9D-5BE8-45A1-6B468B26C5D2}"/>
                    </a:ext>
                  </a:extLst>
                </p:cNvPr>
                <p:cNvSpPr txBox="1"/>
                <p:nvPr/>
              </p:nvSpPr>
              <p:spPr>
                <a:xfrm>
                  <a:off x="5361263" y="207735"/>
                  <a:ext cx="472950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52D9F41-0A9D-5BE8-45A1-6B468B26C5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1263" y="207735"/>
                  <a:ext cx="472950" cy="52322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64EF2206-36EA-BF35-69F6-D18EC2C1965C}"/>
                    </a:ext>
                  </a:extLst>
                </p:cNvPr>
                <p:cNvSpPr txBox="1"/>
                <p:nvPr/>
              </p:nvSpPr>
              <p:spPr>
                <a:xfrm>
                  <a:off x="3216799" y="102608"/>
                  <a:ext cx="44569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64EF2206-36EA-BF35-69F6-D18EC2C196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6799" y="102608"/>
                  <a:ext cx="445699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A25147C-BEA2-5BF1-7D9B-D7C35D1D0FC8}"/>
                </a:ext>
              </a:extLst>
            </p:cNvPr>
            <p:cNvGrpSpPr/>
            <p:nvPr/>
          </p:nvGrpSpPr>
          <p:grpSpPr>
            <a:xfrm>
              <a:off x="2012103" y="948792"/>
              <a:ext cx="3578015" cy="3577707"/>
              <a:chOff x="934943" y="1636949"/>
              <a:chExt cx="2674503" cy="2674273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5E330809-63CE-0B1B-97C0-8C82B1D62F65}"/>
                  </a:ext>
                </a:extLst>
              </p:cNvPr>
              <p:cNvGrpSpPr/>
              <p:nvPr/>
            </p:nvGrpSpPr>
            <p:grpSpPr>
              <a:xfrm>
                <a:off x="934943" y="1636949"/>
                <a:ext cx="2674503" cy="2674273"/>
                <a:chOff x="2521889" y="2808131"/>
                <a:chExt cx="1916430" cy="1916266"/>
              </a:xfrm>
            </p:grpSpPr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50D1A4CB-8680-E55A-B924-A9235CA40EA6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4" cy="1916264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Oval 31">
                  <a:extLst>
                    <a:ext uri="{FF2B5EF4-FFF2-40B4-BE49-F238E27FC236}">
                      <a16:creationId xmlns:a16="http://schemas.microsoft.com/office/drawing/2014/main" id="{7E32BF50-8BA9-5B7F-249B-3387B1C6A35C}"/>
                    </a:ext>
                  </a:extLst>
                </p:cNvPr>
                <p:cNvSpPr/>
                <p:nvPr/>
              </p:nvSpPr>
              <p:spPr>
                <a:xfrm>
                  <a:off x="2521889" y="2808132"/>
                  <a:ext cx="1916264" cy="958132"/>
                </a:xfrm>
                <a:custGeom>
                  <a:avLst/>
                  <a:gdLst>
                    <a:gd name="connsiteX0" fmla="*/ 0 w 1916264"/>
                    <a:gd name="connsiteY0" fmla="*/ 958132 h 1916264"/>
                    <a:gd name="connsiteX1" fmla="*/ 958132 w 1916264"/>
                    <a:gd name="connsiteY1" fmla="*/ 0 h 1916264"/>
                    <a:gd name="connsiteX2" fmla="*/ 1916264 w 1916264"/>
                    <a:gd name="connsiteY2" fmla="*/ 958132 h 1916264"/>
                    <a:gd name="connsiteX3" fmla="*/ 958132 w 1916264"/>
                    <a:gd name="connsiteY3" fmla="*/ 1916264 h 1916264"/>
                    <a:gd name="connsiteX4" fmla="*/ 0 w 1916264"/>
                    <a:gd name="connsiteY4" fmla="*/ 958132 h 1916264"/>
                    <a:gd name="connsiteX0" fmla="*/ 958132 w 1916264"/>
                    <a:gd name="connsiteY0" fmla="*/ 1916264 h 2007704"/>
                    <a:gd name="connsiteX1" fmla="*/ 0 w 1916264"/>
                    <a:gd name="connsiteY1" fmla="*/ 958132 h 2007704"/>
                    <a:gd name="connsiteX2" fmla="*/ 958132 w 1916264"/>
                    <a:gd name="connsiteY2" fmla="*/ 0 h 2007704"/>
                    <a:gd name="connsiteX3" fmla="*/ 1916264 w 1916264"/>
                    <a:gd name="connsiteY3" fmla="*/ 958132 h 2007704"/>
                    <a:gd name="connsiteX4" fmla="*/ 1049572 w 1916264"/>
                    <a:gd name="connsiteY4" fmla="*/ 2007704 h 2007704"/>
                    <a:gd name="connsiteX0" fmla="*/ 958132 w 1916264"/>
                    <a:gd name="connsiteY0" fmla="*/ 1916264 h 1916264"/>
                    <a:gd name="connsiteX1" fmla="*/ 0 w 1916264"/>
                    <a:gd name="connsiteY1" fmla="*/ 958132 h 1916264"/>
                    <a:gd name="connsiteX2" fmla="*/ 958132 w 1916264"/>
                    <a:gd name="connsiteY2" fmla="*/ 0 h 1916264"/>
                    <a:gd name="connsiteX3" fmla="*/ 1916264 w 1916264"/>
                    <a:gd name="connsiteY3" fmla="*/ 958132 h 1916264"/>
                    <a:gd name="connsiteX0" fmla="*/ 0 w 1916264"/>
                    <a:gd name="connsiteY0" fmla="*/ 958132 h 958132"/>
                    <a:gd name="connsiteX1" fmla="*/ 958132 w 1916264"/>
                    <a:gd name="connsiteY1" fmla="*/ 0 h 958132"/>
                    <a:gd name="connsiteX2" fmla="*/ 1916264 w 1916264"/>
                    <a:gd name="connsiteY2" fmla="*/ 958132 h 95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16264" h="958132">
                      <a:moveTo>
                        <a:pt x="0" y="958132"/>
                      </a:moveTo>
                      <a:cubicBezTo>
                        <a:pt x="0" y="428970"/>
                        <a:pt x="428970" y="0"/>
                        <a:pt x="958132" y="0"/>
                      </a:cubicBezTo>
                      <a:cubicBezTo>
                        <a:pt x="1487294" y="0"/>
                        <a:pt x="1916264" y="428970"/>
                        <a:pt x="1916264" y="958132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Oval 81">
                  <a:extLst>
                    <a:ext uri="{FF2B5EF4-FFF2-40B4-BE49-F238E27FC236}">
                      <a16:creationId xmlns:a16="http://schemas.microsoft.com/office/drawing/2014/main" id="{767E46A1-08B6-638A-6B8B-3E205D97C385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5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7E714F30-6AF3-02BC-F63F-A5C5C2756305}"/>
                    </a:ext>
                  </a:extLst>
                </p:cNvPr>
                <p:cNvGrpSpPr/>
                <p:nvPr/>
              </p:nvGrpSpPr>
              <p:grpSpPr>
                <a:xfrm>
                  <a:off x="2923755" y="2808131"/>
                  <a:ext cx="1112528" cy="1916266"/>
                  <a:chOff x="2734489" y="2655731"/>
                  <a:chExt cx="1186260" cy="1916266"/>
                </a:xfrm>
              </p:grpSpPr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D80097C0-CDF5-C5CA-4847-22433C28DC4D}"/>
                      </a:ext>
                    </a:extLst>
                  </p:cNvPr>
                  <p:cNvSpPr/>
                  <p:nvPr/>
                </p:nvSpPr>
                <p:spPr>
                  <a:xfrm>
                    <a:off x="2734490" y="2655731"/>
                    <a:ext cx="1186259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88" name="Oval 9">
                    <a:extLst>
                      <a:ext uri="{FF2B5EF4-FFF2-40B4-BE49-F238E27FC236}">
                        <a16:creationId xmlns:a16="http://schemas.microsoft.com/office/drawing/2014/main" id="{C657546C-D09B-6214-8F41-98D72BD591D0}"/>
                      </a:ext>
                    </a:extLst>
                  </p:cNvPr>
                  <p:cNvSpPr/>
                  <p:nvPr/>
                </p:nvSpPr>
                <p:spPr>
                  <a:xfrm flipH="1">
                    <a:off x="2734489" y="2655731"/>
                    <a:ext cx="593130" cy="1916266"/>
                  </a:xfrm>
                  <a:custGeom>
                    <a:avLst/>
                    <a:gdLst>
                      <a:gd name="connsiteX0" fmla="*/ 0 w 687355"/>
                      <a:gd name="connsiteY0" fmla="*/ 555172 h 1110343"/>
                      <a:gd name="connsiteX1" fmla="*/ 343678 w 687355"/>
                      <a:gd name="connsiteY1" fmla="*/ 0 h 1110343"/>
                      <a:gd name="connsiteX2" fmla="*/ 687356 w 687355"/>
                      <a:gd name="connsiteY2" fmla="*/ 555172 h 1110343"/>
                      <a:gd name="connsiteX3" fmla="*/ 343678 w 687355"/>
                      <a:gd name="connsiteY3" fmla="*/ 1110344 h 1110343"/>
                      <a:gd name="connsiteX4" fmla="*/ 0 w 687355"/>
                      <a:gd name="connsiteY4" fmla="*/ 555172 h 1110343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4" fmla="*/ 91440 w 687356"/>
                      <a:gd name="connsiteY4" fmla="*/ 646612 h 1110344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0" fmla="*/ 0 w 343678"/>
                      <a:gd name="connsiteY0" fmla="*/ 0 h 1110344"/>
                      <a:gd name="connsiteX1" fmla="*/ 343678 w 343678"/>
                      <a:gd name="connsiteY1" fmla="*/ 555172 h 1110344"/>
                      <a:gd name="connsiteX2" fmla="*/ 0 w 343678"/>
                      <a:gd name="connsiteY2" fmla="*/ 1110344 h 11103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43678" h="1110344">
                        <a:moveTo>
                          <a:pt x="0" y="0"/>
                        </a:moveTo>
                        <a:cubicBezTo>
                          <a:pt x="189808" y="0"/>
                          <a:pt x="343678" y="248559"/>
                          <a:pt x="343678" y="555172"/>
                        </a:cubicBezTo>
                        <a:cubicBezTo>
                          <a:pt x="343678" y="861785"/>
                          <a:pt x="189808" y="1110344"/>
                          <a:pt x="0" y="1110344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  <a:prstDash val="solid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D1FCB60C-F89F-B527-DD4D-3C044114D666}"/>
                    </a:ext>
                  </a:extLst>
                </p:cNvPr>
                <p:cNvGrpSpPr/>
                <p:nvPr/>
              </p:nvGrpSpPr>
              <p:grpSpPr>
                <a:xfrm rot="16200000">
                  <a:off x="2923922" y="2810085"/>
                  <a:ext cx="1112528" cy="1916266"/>
                  <a:chOff x="2734489" y="2655731"/>
                  <a:chExt cx="1186260" cy="1916266"/>
                </a:xfrm>
              </p:grpSpPr>
              <p:sp>
                <p:nvSpPr>
                  <p:cNvPr id="85" name="Oval 84">
                    <a:extLst>
                      <a:ext uri="{FF2B5EF4-FFF2-40B4-BE49-F238E27FC236}">
                        <a16:creationId xmlns:a16="http://schemas.microsoft.com/office/drawing/2014/main" id="{23A87DEF-0517-BC90-1B73-31BA50B6983A}"/>
                      </a:ext>
                    </a:extLst>
                  </p:cNvPr>
                  <p:cNvSpPr/>
                  <p:nvPr/>
                </p:nvSpPr>
                <p:spPr>
                  <a:xfrm>
                    <a:off x="2734490" y="2655731"/>
                    <a:ext cx="1186259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86" name="Oval 9">
                    <a:extLst>
                      <a:ext uri="{FF2B5EF4-FFF2-40B4-BE49-F238E27FC236}">
                        <a16:creationId xmlns:a16="http://schemas.microsoft.com/office/drawing/2014/main" id="{2B877A20-1BE3-0DBE-5A53-CC481418FE53}"/>
                      </a:ext>
                    </a:extLst>
                  </p:cNvPr>
                  <p:cNvSpPr/>
                  <p:nvPr/>
                </p:nvSpPr>
                <p:spPr>
                  <a:xfrm flipH="1">
                    <a:off x="2734489" y="2655731"/>
                    <a:ext cx="593130" cy="1916266"/>
                  </a:xfrm>
                  <a:custGeom>
                    <a:avLst/>
                    <a:gdLst>
                      <a:gd name="connsiteX0" fmla="*/ 0 w 687355"/>
                      <a:gd name="connsiteY0" fmla="*/ 555172 h 1110343"/>
                      <a:gd name="connsiteX1" fmla="*/ 343678 w 687355"/>
                      <a:gd name="connsiteY1" fmla="*/ 0 h 1110343"/>
                      <a:gd name="connsiteX2" fmla="*/ 687356 w 687355"/>
                      <a:gd name="connsiteY2" fmla="*/ 555172 h 1110343"/>
                      <a:gd name="connsiteX3" fmla="*/ 343678 w 687355"/>
                      <a:gd name="connsiteY3" fmla="*/ 1110344 h 1110343"/>
                      <a:gd name="connsiteX4" fmla="*/ 0 w 687355"/>
                      <a:gd name="connsiteY4" fmla="*/ 555172 h 1110343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4" fmla="*/ 91440 w 687356"/>
                      <a:gd name="connsiteY4" fmla="*/ 646612 h 1110344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0" fmla="*/ 0 w 343678"/>
                      <a:gd name="connsiteY0" fmla="*/ 0 h 1110344"/>
                      <a:gd name="connsiteX1" fmla="*/ 343678 w 343678"/>
                      <a:gd name="connsiteY1" fmla="*/ 555172 h 1110344"/>
                      <a:gd name="connsiteX2" fmla="*/ 0 w 343678"/>
                      <a:gd name="connsiteY2" fmla="*/ 1110344 h 11103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43678" h="1110344">
                        <a:moveTo>
                          <a:pt x="0" y="0"/>
                        </a:moveTo>
                        <a:cubicBezTo>
                          <a:pt x="189808" y="0"/>
                          <a:pt x="343678" y="248559"/>
                          <a:pt x="343678" y="555172"/>
                        </a:cubicBezTo>
                        <a:cubicBezTo>
                          <a:pt x="343678" y="861785"/>
                          <a:pt x="189808" y="1110344"/>
                          <a:pt x="0" y="1110344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  <a:prstDash val="solid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</p:grp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825CAAD5-F1BA-E098-7AEA-F71A656FE4EF}"/>
                  </a:ext>
                </a:extLst>
              </p:cNvPr>
              <p:cNvCxnSpPr/>
              <p:nvPr/>
            </p:nvCxnSpPr>
            <p:spPr>
              <a:xfrm>
                <a:off x="2271845" y="2974084"/>
                <a:ext cx="999675" cy="52500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C46A3C4D-CF74-B614-0E20-97689C3EC4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3096" y="2200506"/>
                <a:ext cx="0" cy="12148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Arc 74">
                <a:extLst>
                  <a:ext uri="{FF2B5EF4-FFF2-40B4-BE49-F238E27FC236}">
                    <a16:creationId xmlns:a16="http://schemas.microsoft.com/office/drawing/2014/main" id="{F22E7259-3A80-0D91-B8EE-7F981222CF31}"/>
                  </a:ext>
                </a:extLst>
              </p:cNvPr>
              <p:cNvSpPr/>
              <p:nvPr/>
            </p:nvSpPr>
            <p:spPr>
              <a:xfrm>
                <a:off x="2014778" y="2642873"/>
                <a:ext cx="521176" cy="413772"/>
              </a:xfrm>
              <a:prstGeom prst="arc">
                <a:avLst>
                  <a:gd name="adj1" fmla="val 16200000"/>
                  <a:gd name="adj2" fmla="val 20464458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EE646506-BA45-118F-315D-34CF55BD71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72076" y="2200506"/>
                <a:ext cx="839906" cy="773578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Box 76">
                    <a:extLst>
                      <a:ext uri="{FF2B5EF4-FFF2-40B4-BE49-F238E27FC236}">
                        <a16:creationId xmlns:a16="http://schemas.microsoft.com/office/drawing/2014/main" id="{7C8262A5-5981-FA1E-77D2-6706F684D053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85" y="2329788"/>
                    <a:ext cx="37414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4923AE05-E995-F3EB-37BA-056D5E0F6A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85" y="2329788"/>
                    <a:ext cx="37414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8" name="Arc 77">
                <a:extLst>
                  <a:ext uri="{FF2B5EF4-FFF2-40B4-BE49-F238E27FC236}">
                    <a16:creationId xmlns:a16="http://schemas.microsoft.com/office/drawing/2014/main" id="{9489555D-1935-2214-318C-F92FB064687C}"/>
                  </a:ext>
                </a:extLst>
              </p:cNvPr>
              <p:cNvSpPr/>
              <p:nvPr/>
            </p:nvSpPr>
            <p:spPr>
              <a:xfrm>
                <a:off x="1840894" y="2723583"/>
                <a:ext cx="861908" cy="500546"/>
              </a:xfrm>
              <a:prstGeom prst="arc">
                <a:avLst>
                  <a:gd name="adj1" fmla="val 75082"/>
                  <a:gd name="adj2" fmla="val 1595743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62EE464B-BCE3-04BE-F53C-5683B83659F7}"/>
                      </a:ext>
                    </a:extLst>
                  </p:cNvPr>
                  <p:cNvSpPr txBox="1"/>
                  <p:nvPr/>
                </p:nvSpPr>
                <p:spPr>
                  <a:xfrm>
                    <a:off x="2613151" y="2879260"/>
                    <a:ext cx="39959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90AFA723-236E-926F-51C8-FFE12408AB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13151" y="2879260"/>
                    <a:ext cx="399597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408606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3910-2458-135A-912F-C1BFB5B59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FFBBEE-62F2-1DB2-7953-21DA2C04E788}"/>
                  </a:ext>
                </a:extLst>
              </p:cNvPr>
              <p:cNvSpPr txBox="1"/>
              <p:nvPr/>
            </p:nvSpPr>
            <p:spPr>
              <a:xfrm>
                <a:off x="7396346" y="623813"/>
                <a:ext cx="4239750" cy="6900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b>
                        <m:sSub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sSub>
                        <m:sSub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3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  <m:sSub>
                        <m:sSub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3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FFBBEE-62F2-1DB2-7953-21DA2C04E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346" y="623813"/>
                <a:ext cx="4239750" cy="6900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192D84AB-07AB-680A-D83A-74A0F905DC48}"/>
              </a:ext>
            </a:extLst>
          </p:cNvPr>
          <p:cNvGrpSpPr/>
          <p:nvPr/>
        </p:nvGrpSpPr>
        <p:grpSpPr>
          <a:xfrm>
            <a:off x="182880" y="122660"/>
            <a:ext cx="6262011" cy="5434592"/>
            <a:chOff x="723900" y="102608"/>
            <a:chExt cx="6262011" cy="543459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FB27349-B9F0-1071-353F-09C048903970}"/>
                </a:ext>
              </a:extLst>
            </p:cNvPr>
            <p:cNvCxnSpPr>
              <a:cxnSpLocks/>
            </p:cNvCxnSpPr>
            <p:nvPr/>
          </p:nvCxnSpPr>
          <p:spPr>
            <a:xfrm>
              <a:off x="723900" y="2745266"/>
              <a:ext cx="6070600" cy="0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C3D1573-1C32-48FF-7DFD-47E17C694D0E}"/>
                </a:ext>
              </a:extLst>
            </p:cNvPr>
            <p:cNvCxnSpPr/>
            <p:nvPr/>
          </p:nvCxnSpPr>
          <p:spPr>
            <a:xfrm>
              <a:off x="3799136" y="393700"/>
              <a:ext cx="0" cy="5143500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514F699-AE7B-E9AF-C8B4-BF03C98A6F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3200" y="580108"/>
              <a:ext cx="4485640" cy="449424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AD237D8-81E6-BB1F-E0F3-E152FAC9D2B9}"/>
                    </a:ext>
                  </a:extLst>
                </p:cNvPr>
                <p:cNvSpPr txBox="1"/>
                <p:nvPr/>
              </p:nvSpPr>
              <p:spPr>
                <a:xfrm>
                  <a:off x="6517834" y="2701799"/>
                  <a:ext cx="46807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AD237D8-81E6-BB1F-E0F3-E152FAC9D2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7834" y="2701799"/>
                  <a:ext cx="468077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E9873FA-C065-21AC-77BC-CA25DB562F46}"/>
                    </a:ext>
                  </a:extLst>
                </p:cNvPr>
                <p:cNvSpPr txBox="1"/>
                <p:nvPr/>
              </p:nvSpPr>
              <p:spPr>
                <a:xfrm>
                  <a:off x="5361263" y="207735"/>
                  <a:ext cx="472950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E9873FA-C065-21AC-77BC-CA25DB562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1263" y="207735"/>
                  <a:ext cx="472950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69FAD3C-02EE-153C-DAF6-989F6E46E755}"/>
                    </a:ext>
                  </a:extLst>
                </p:cNvPr>
                <p:cNvSpPr txBox="1"/>
                <p:nvPr/>
              </p:nvSpPr>
              <p:spPr>
                <a:xfrm>
                  <a:off x="3216799" y="102608"/>
                  <a:ext cx="44569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69FAD3C-02EE-153C-DAF6-989F6E46E7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6799" y="102608"/>
                  <a:ext cx="44569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963F277-14D9-CDB2-2413-4C9B3104EC41}"/>
                </a:ext>
              </a:extLst>
            </p:cNvPr>
            <p:cNvGrpSpPr/>
            <p:nvPr/>
          </p:nvGrpSpPr>
          <p:grpSpPr>
            <a:xfrm>
              <a:off x="2012103" y="948792"/>
              <a:ext cx="3578015" cy="3577707"/>
              <a:chOff x="934943" y="1636949"/>
              <a:chExt cx="2674503" cy="2674273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B4BDB366-9599-8ADE-8F42-E2D00C8BEDFC}"/>
                  </a:ext>
                </a:extLst>
              </p:cNvPr>
              <p:cNvGrpSpPr/>
              <p:nvPr/>
            </p:nvGrpSpPr>
            <p:grpSpPr>
              <a:xfrm>
                <a:off x="934943" y="1636949"/>
                <a:ext cx="2674503" cy="2674273"/>
                <a:chOff x="2521889" y="2808131"/>
                <a:chExt cx="1916430" cy="1916266"/>
              </a:xfrm>
            </p:grpSpPr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8B6BABDA-9896-6B3C-093F-0C96B64DCAEA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4" cy="1916264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Oval 31">
                  <a:extLst>
                    <a:ext uri="{FF2B5EF4-FFF2-40B4-BE49-F238E27FC236}">
                      <a16:creationId xmlns:a16="http://schemas.microsoft.com/office/drawing/2014/main" id="{55588629-89BA-9101-5B99-56A268445F92}"/>
                    </a:ext>
                  </a:extLst>
                </p:cNvPr>
                <p:cNvSpPr/>
                <p:nvPr/>
              </p:nvSpPr>
              <p:spPr>
                <a:xfrm>
                  <a:off x="2521889" y="2808132"/>
                  <a:ext cx="1916264" cy="958132"/>
                </a:xfrm>
                <a:custGeom>
                  <a:avLst/>
                  <a:gdLst>
                    <a:gd name="connsiteX0" fmla="*/ 0 w 1916264"/>
                    <a:gd name="connsiteY0" fmla="*/ 958132 h 1916264"/>
                    <a:gd name="connsiteX1" fmla="*/ 958132 w 1916264"/>
                    <a:gd name="connsiteY1" fmla="*/ 0 h 1916264"/>
                    <a:gd name="connsiteX2" fmla="*/ 1916264 w 1916264"/>
                    <a:gd name="connsiteY2" fmla="*/ 958132 h 1916264"/>
                    <a:gd name="connsiteX3" fmla="*/ 958132 w 1916264"/>
                    <a:gd name="connsiteY3" fmla="*/ 1916264 h 1916264"/>
                    <a:gd name="connsiteX4" fmla="*/ 0 w 1916264"/>
                    <a:gd name="connsiteY4" fmla="*/ 958132 h 1916264"/>
                    <a:gd name="connsiteX0" fmla="*/ 958132 w 1916264"/>
                    <a:gd name="connsiteY0" fmla="*/ 1916264 h 2007704"/>
                    <a:gd name="connsiteX1" fmla="*/ 0 w 1916264"/>
                    <a:gd name="connsiteY1" fmla="*/ 958132 h 2007704"/>
                    <a:gd name="connsiteX2" fmla="*/ 958132 w 1916264"/>
                    <a:gd name="connsiteY2" fmla="*/ 0 h 2007704"/>
                    <a:gd name="connsiteX3" fmla="*/ 1916264 w 1916264"/>
                    <a:gd name="connsiteY3" fmla="*/ 958132 h 2007704"/>
                    <a:gd name="connsiteX4" fmla="*/ 1049572 w 1916264"/>
                    <a:gd name="connsiteY4" fmla="*/ 2007704 h 2007704"/>
                    <a:gd name="connsiteX0" fmla="*/ 958132 w 1916264"/>
                    <a:gd name="connsiteY0" fmla="*/ 1916264 h 1916264"/>
                    <a:gd name="connsiteX1" fmla="*/ 0 w 1916264"/>
                    <a:gd name="connsiteY1" fmla="*/ 958132 h 1916264"/>
                    <a:gd name="connsiteX2" fmla="*/ 958132 w 1916264"/>
                    <a:gd name="connsiteY2" fmla="*/ 0 h 1916264"/>
                    <a:gd name="connsiteX3" fmla="*/ 1916264 w 1916264"/>
                    <a:gd name="connsiteY3" fmla="*/ 958132 h 1916264"/>
                    <a:gd name="connsiteX0" fmla="*/ 0 w 1916264"/>
                    <a:gd name="connsiteY0" fmla="*/ 958132 h 958132"/>
                    <a:gd name="connsiteX1" fmla="*/ 958132 w 1916264"/>
                    <a:gd name="connsiteY1" fmla="*/ 0 h 958132"/>
                    <a:gd name="connsiteX2" fmla="*/ 1916264 w 1916264"/>
                    <a:gd name="connsiteY2" fmla="*/ 958132 h 95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16264" h="958132">
                      <a:moveTo>
                        <a:pt x="0" y="958132"/>
                      </a:moveTo>
                      <a:cubicBezTo>
                        <a:pt x="0" y="428970"/>
                        <a:pt x="428970" y="0"/>
                        <a:pt x="958132" y="0"/>
                      </a:cubicBezTo>
                      <a:cubicBezTo>
                        <a:pt x="1487294" y="0"/>
                        <a:pt x="1916264" y="428970"/>
                        <a:pt x="1916264" y="958132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73DEF60F-065B-6D6B-F2DE-83DC67AB2627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5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71C229F6-F932-847F-1543-27D899C614ED}"/>
                    </a:ext>
                  </a:extLst>
                </p:cNvPr>
                <p:cNvGrpSpPr/>
                <p:nvPr/>
              </p:nvGrpSpPr>
              <p:grpSpPr>
                <a:xfrm>
                  <a:off x="2923755" y="2808131"/>
                  <a:ext cx="1112528" cy="1916266"/>
                  <a:chOff x="2734489" y="2655731"/>
                  <a:chExt cx="1186260" cy="1916266"/>
                </a:xfrm>
              </p:grpSpPr>
              <p:sp>
                <p:nvSpPr>
                  <p:cNvPr id="55" name="Oval 54">
                    <a:extLst>
                      <a:ext uri="{FF2B5EF4-FFF2-40B4-BE49-F238E27FC236}">
                        <a16:creationId xmlns:a16="http://schemas.microsoft.com/office/drawing/2014/main" id="{16FE69BC-5296-2A54-A17E-FF6F69C551FE}"/>
                      </a:ext>
                    </a:extLst>
                  </p:cNvPr>
                  <p:cNvSpPr/>
                  <p:nvPr/>
                </p:nvSpPr>
                <p:spPr>
                  <a:xfrm>
                    <a:off x="2734490" y="2655731"/>
                    <a:ext cx="1186259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56" name="Oval 9">
                    <a:extLst>
                      <a:ext uri="{FF2B5EF4-FFF2-40B4-BE49-F238E27FC236}">
                        <a16:creationId xmlns:a16="http://schemas.microsoft.com/office/drawing/2014/main" id="{CC59CEDF-C16B-54AF-45B7-EEA5DA1A33AB}"/>
                      </a:ext>
                    </a:extLst>
                  </p:cNvPr>
                  <p:cNvSpPr/>
                  <p:nvPr/>
                </p:nvSpPr>
                <p:spPr>
                  <a:xfrm flipH="1">
                    <a:off x="2734489" y="2655731"/>
                    <a:ext cx="593130" cy="1916266"/>
                  </a:xfrm>
                  <a:custGeom>
                    <a:avLst/>
                    <a:gdLst>
                      <a:gd name="connsiteX0" fmla="*/ 0 w 687355"/>
                      <a:gd name="connsiteY0" fmla="*/ 555172 h 1110343"/>
                      <a:gd name="connsiteX1" fmla="*/ 343678 w 687355"/>
                      <a:gd name="connsiteY1" fmla="*/ 0 h 1110343"/>
                      <a:gd name="connsiteX2" fmla="*/ 687356 w 687355"/>
                      <a:gd name="connsiteY2" fmla="*/ 555172 h 1110343"/>
                      <a:gd name="connsiteX3" fmla="*/ 343678 w 687355"/>
                      <a:gd name="connsiteY3" fmla="*/ 1110344 h 1110343"/>
                      <a:gd name="connsiteX4" fmla="*/ 0 w 687355"/>
                      <a:gd name="connsiteY4" fmla="*/ 555172 h 1110343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4" fmla="*/ 91440 w 687356"/>
                      <a:gd name="connsiteY4" fmla="*/ 646612 h 1110344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0" fmla="*/ 0 w 343678"/>
                      <a:gd name="connsiteY0" fmla="*/ 0 h 1110344"/>
                      <a:gd name="connsiteX1" fmla="*/ 343678 w 343678"/>
                      <a:gd name="connsiteY1" fmla="*/ 555172 h 1110344"/>
                      <a:gd name="connsiteX2" fmla="*/ 0 w 343678"/>
                      <a:gd name="connsiteY2" fmla="*/ 1110344 h 11103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43678" h="1110344">
                        <a:moveTo>
                          <a:pt x="0" y="0"/>
                        </a:moveTo>
                        <a:cubicBezTo>
                          <a:pt x="189808" y="0"/>
                          <a:pt x="343678" y="248559"/>
                          <a:pt x="343678" y="555172"/>
                        </a:cubicBezTo>
                        <a:cubicBezTo>
                          <a:pt x="343678" y="861785"/>
                          <a:pt x="189808" y="1110344"/>
                          <a:pt x="0" y="1110344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  <a:prstDash val="solid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6E2BCA7-34B3-958F-6845-8FEBE95ABD8C}"/>
                    </a:ext>
                  </a:extLst>
                </p:cNvPr>
                <p:cNvGrpSpPr/>
                <p:nvPr/>
              </p:nvGrpSpPr>
              <p:grpSpPr>
                <a:xfrm rot="16200000">
                  <a:off x="2923922" y="2810085"/>
                  <a:ext cx="1112528" cy="1916266"/>
                  <a:chOff x="2734489" y="2655731"/>
                  <a:chExt cx="1186260" cy="1916266"/>
                </a:xfrm>
              </p:grpSpPr>
              <p:sp>
                <p:nvSpPr>
                  <p:cNvPr id="53" name="Oval 52">
                    <a:extLst>
                      <a:ext uri="{FF2B5EF4-FFF2-40B4-BE49-F238E27FC236}">
                        <a16:creationId xmlns:a16="http://schemas.microsoft.com/office/drawing/2014/main" id="{57DFB58B-2512-A08D-1F0C-413B76BD9214}"/>
                      </a:ext>
                    </a:extLst>
                  </p:cNvPr>
                  <p:cNvSpPr/>
                  <p:nvPr/>
                </p:nvSpPr>
                <p:spPr>
                  <a:xfrm>
                    <a:off x="2734490" y="2655731"/>
                    <a:ext cx="1186259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54" name="Oval 9">
                    <a:extLst>
                      <a:ext uri="{FF2B5EF4-FFF2-40B4-BE49-F238E27FC236}">
                        <a16:creationId xmlns:a16="http://schemas.microsoft.com/office/drawing/2014/main" id="{92F82207-E95D-D82D-7376-7BD72B56BFA7}"/>
                      </a:ext>
                    </a:extLst>
                  </p:cNvPr>
                  <p:cNvSpPr/>
                  <p:nvPr/>
                </p:nvSpPr>
                <p:spPr>
                  <a:xfrm flipH="1">
                    <a:off x="2734489" y="2655731"/>
                    <a:ext cx="593130" cy="1916266"/>
                  </a:xfrm>
                  <a:custGeom>
                    <a:avLst/>
                    <a:gdLst>
                      <a:gd name="connsiteX0" fmla="*/ 0 w 687355"/>
                      <a:gd name="connsiteY0" fmla="*/ 555172 h 1110343"/>
                      <a:gd name="connsiteX1" fmla="*/ 343678 w 687355"/>
                      <a:gd name="connsiteY1" fmla="*/ 0 h 1110343"/>
                      <a:gd name="connsiteX2" fmla="*/ 687356 w 687355"/>
                      <a:gd name="connsiteY2" fmla="*/ 555172 h 1110343"/>
                      <a:gd name="connsiteX3" fmla="*/ 343678 w 687355"/>
                      <a:gd name="connsiteY3" fmla="*/ 1110344 h 1110343"/>
                      <a:gd name="connsiteX4" fmla="*/ 0 w 687355"/>
                      <a:gd name="connsiteY4" fmla="*/ 555172 h 1110343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4" fmla="*/ 91440 w 687356"/>
                      <a:gd name="connsiteY4" fmla="*/ 646612 h 1110344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0" fmla="*/ 0 w 343678"/>
                      <a:gd name="connsiteY0" fmla="*/ 0 h 1110344"/>
                      <a:gd name="connsiteX1" fmla="*/ 343678 w 343678"/>
                      <a:gd name="connsiteY1" fmla="*/ 555172 h 1110344"/>
                      <a:gd name="connsiteX2" fmla="*/ 0 w 343678"/>
                      <a:gd name="connsiteY2" fmla="*/ 1110344 h 11103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43678" h="1110344">
                        <a:moveTo>
                          <a:pt x="0" y="0"/>
                        </a:moveTo>
                        <a:cubicBezTo>
                          <a:pt x="189808" y="0"/>
                          <a:pt x="343678" y="248559"/>
                          <a:pt x="343678" y="555172"/>
                        </a:cubicBezTo>
                        <a:cubicBezTo>
                          <a:pt x="343678" y="861785"/>
                          <a:pt x="189808" y="1110344"/>
                          <a:pt x="0" y="1110344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  <a:prstDash val="solid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671F040-FC7C-5A6C-C7CB-E520A8F9CDF2}"/>
                  </a:ext>
                </a:extLst>
              </p:cNvPr>
              <p:cNvCxnSpPr/>
              <p:nvPr/>
            </p:nvCxnSpPr>
            <p:spPr>
              <a:xfrm>
                <a:off x="2271845" y="2974084"/>
                <a:ext cx="999675" cy="52500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137B1B7A-7632-9F09-519A-0810093FFB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3096" y="2200506"/>
                <a:ext cx="0" cy="12148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Arc 42">
                <a:extLst>
                  <a:ext uri="{FF2B5EF4-FFF2-40B4-BE49-F238E27FC236}">
                    <a16:creationId xmlns:a16="http://schemas.microsoft.com/office/drawing/2014/main" id="{DC6A9298-ADC2-509D-1C70-EC2C530C4211}"/>
                  </a:ext>
                </a:extLst>
              </p:cNvPr>
              <p:cNvSpPr/>
              <p:nvPr/>
            </p:nvSpPr>
            <p:spPr>
              <a:xfrm>
                <a:off x="2014778" y="2642873"/>
                <a:ext cx="521176" cy="413772"/>
              </a:xfrm>
              <a:prstGeom prst="arc">
                <a:avLst>
                  <a:gd name="adj1" fmla="val 16200000"/>
                  <a:gd name="adj2" fmla="val 20464458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6424C490-F095-6C50-1FA6-BF2F7A028D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72076" y="2200506"/>
                <a:ext cx="839906" cy="773578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4524185-B178-90A4-5BF6-A0EB095313E7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85" y="2329788"/>
                    <a:ext cx="37414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4923AE05-E995-F3EB-37BA-056D5E0F6A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85" y="2329788"/>
                    <a:ext cx="37414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6" name="Arc 45">
                <a:extLst>
                  <a:ext uri="{FF2B5EF4-FFF2-40B4-BE49-F238E27FC236}">
                    <a16:creationId xmlns:a16="http://schemas.microsoft.com/office/drawing/2014/main" id="{C0201B5A-935F-E634-6BEE-4A6667EBB8C9}"/>
                  </a:ext>
                </a:extLst>
              </p:cNvPr>
              <p:cNvSpPr/>
              <p:nvPr/>
            </p:nvSpPr>
            <p:spPr>
              <a:xfrm>
                <a:off x="1840894" y="2723583"/>
                <a:ext cx="861908" cy="500546"/>
              </a:xfrm>
              <a:prstGeom prst="arc">
                <a:avLst>
                  <a:gd name="adj1" fmla="val 75082"/>
                  <a:gd name="adj2" fmla="val 1595743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6128FD0D-7E6D-4CD0-DD73-2A8A4C9F34BD}"/>
                      </a:ext>
                    </a:extLst>
                  </p:cNvPr>
                  <p:cNvSpPr txBox="1"/>
                  <p:nvPr/>
                </p:nvSpPr>
                <p:spPr>
                  <a:xfrm>
                    <a:off x="2613151" y="2879260"/>
                    <a:ext cx="39959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90AFA723-236E-926F-51C8-FFE12408AB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13151" y="2879260"/>
                    <a:ext cx="3995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222D8C-E000-5C14-D9A0-2C5657CE4C5F}"/>
              </a:ext>
            </a:extLst>
          </p:cNvPr>
          <p:cNvSpPr txBox="1"/>
          <p:nvPr/>
        </p:nvSpPr>
        <p:spPr>
          <a:xfrm>
            <a:off x="6898809" y="184215"/>
            <a:ext cx="2125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Why is this useful?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CFB788-84C4-0336-3CC4-03A9D817C936}"/>
              </a:ext>
            </a:extLst>
          </p:cNvPr>
          <p:cNvSpPr txBox="1"/>
          <p:nvPr/>
        </p:nvSpPr>
        <p:spPr>
          <a:xfrm>
            <a:off x="6898809" y="1538118"/>
            <a:ext cx="4438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Because many physical objects apply linearly!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2C7934-1626-7D70-2DB5-54B713A8F296}"/>
                  </a:ext>
                </a:extLst>
              </p:cNvPr>
              <p:cNvSpPr txBox="1"/>
              <p:nvPr/>
            </p:nvSpPr>
            <p:spPr>
              <a:xfrm>
                <a:off x="7082897" y="2044574"/>
                <a:ext cx="4070730" cy="490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2C7934-1626-7D70-2DB5-54B713A8F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2897" y="2044574"/>
                <a:ext cx="4070730" cy="490840"/>
              </a:xfrm>
              <a:prstGeom prst="rect">
                <a:avLst/>
              </a:prstGeom>
              <a:blipFill>
                <a:blip r:embed="rId8"/>
                <a:stretch>
                  <a:fillRect b="-61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10F99F-634E-1295-4F54-0F1468B964CC}"/>
                  </a:ext>
                </a:extLst>
              </p:cNvPr>
              <p:cNvSpPr txBox="1"/>
              <p:nvPr/>
            </p:nvSpPr>
            <p:spPr>
              <a:xfrm>
                <a:off x="7289666" y="3702243"/>
                <a:ext cx="2892395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10F99F-634E-1295-4F54-0F1468B96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666" y="3702243"/>
                <a:ext cx="2892395" cy="391261"/>
              </a:xfrm>
              <a:prstGeom prst="rect">
                <a:avLst/>
              </a:prstGeom>
              <a:blipFill>
                <a:blip r:embed="rId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FDBA831-0C79-22C4-C452-77E6A2486EB5}"/>
              </a:ext>
            </a:extLst>
          </p:cNvPr>
          <p:cNvSpPr txBox="1"/>
          <p:nvPr/>
        </p:nvSpPr>
        <p:spPr>
          <a:xfrm>
            <a:off x="6898809" y="2885959"/>
            <a:ext cx="1396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B92C20-D98F-6599-E3B2-47746CDE7C53}"/>
                  </a:ext>
                </a:extLst>
              </p:cNvPr>
              <p:cNvSpPr txBox="1"/>
              <p:nvPr/>
            </p:nvSpPr>
            <p:spPr>
              <a:xfrm>
                <a:off x="7289666" y="3280623"/>
                <a:ext cx="3269485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B92C20-D98F-6599-E3B2-47746CDE7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666" y="3280623"/>
                <a:ext cx="3269485" cy="391261"/>
              </a:xfrm>
              <a:prstGeom prst="rect">
                <a:avLst/>
              </a:prstGeom>
              <a:blipFill>
                <a:blip r:embed="rId10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5169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8851-5EC9-0B7E-4405-71F47D0C0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1745775-4D91-D55F-C505-ACC8F52ABA30}"/>
                  </a:ext>
                </a:extLst>
              </p:cNvPr>
              <p:cNvSpPr txBox="1"/>
              <p:nvPr/>
            </p:nvSpPr>
            <p:spPr>
              <a:xfrm>
                <a:off x="4524849" y="179370"/>
                <a:ext cx="3837974" cy="1255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3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1745775-4D91-D55F-C505-ACC8F52AB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849" y="179370"/>
                <a:ext cx="3837974" cy="12559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BE3A55E6-AEDD-9491-83DA-7107F557DDBE}"/>
              </a:ext>
            </a:extLst>
          </p:cNvPr>
          <p:cNvGrpSpPr/>
          <p:nvPr/>
        </p:nvGrpSpPr>
        <p:grpSpPr>
          <a:xfrm>
            <a:off x="182880" y="122660"/>
            <a:ext cx="6262011" cy="5434592"/>
            <a:chOff x="723900" y="102608"/>
            <a:chExt cx="6262011" cy="543459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81B225-6109-B604-433B-6DC9A1376B4E}"/>
                </a:ext>
              </a:extLst>
            </p:cNvPr>
            <p:cNvCxnSpPr>
              <a:cxnSpLocks/>
            </p:cNvCxnSpPr>
            <p:nvPr/>
          </p:nvCxnSpPr>
          <p:spPr>
            <a:xfrm>
              <a:off x="723900" y="2745266"/>
              <a:ext cx="6070600" cy="0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B94EA8C-3F7B-5C9C-295A-682B37EAC701}"/>
                </a:ext>
              </a:extLst>
            </p:cNvPr>
            <p:cNvCxnSpPr/>
            <p:nvPr/>
          </p:nvCxnSpPr>
          <p:spPr>
            <a:xfrm>
              <a:off x="3799136" y="393700"/>
              <a:ext cx="0" cy="5143500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873A6DF-F836-A1D0-7C72-58E6541797E5}"/>
                    </a:ext>
                  </a:extLst>
                </p:cNvPr>
                <p:cNvSpPr txBox="1"/>
                <p:nvPr/>
              </p:nvSpPr>
              <p:spPr>
                <a:xfrm>
                  <a:off x="6517834" y="2701799"/>
                  <a:ext cx="46807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873A6DF-F836-A1D0-7C72-58E654179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7834" y="2701799"/>
                  <a:ext cx="468077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B727926-B8EC-6BBD-36AE-0877786845FE}"/>
                    </a:ext>
                  </a:extLst>
                </p:cNvPr>
                <p:cNvSpPr txBox="1"/>
                <p:nvPr/>
              </p:nvSpPr>
              <p:spPr>
                <a:xfrm>
                  <a:off x="3216799" y="102608"/>
                  <a:ext cx="44569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B727926-B8EC-6BBD-36AE-0877786845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6799" y="102608"/>
                  <a:ext cx="445699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8F451230-0980-0C5C-5FBE-C85C9C4AF563}"/>
                </a:ext>
              </a:extLst>
            </p:cNvPr>
            <p:cNvGrpSpPr/>
            <p:nvPr/>
          </p:nvGrpSpPr>
          <p:grpSpPr>
            <a:xfrm>
              <a:off x="2012104" y="948792"/>
              <a:ext cx="3577708" cy="3577703"/>
              <a:chOff x="934944" y="1636949"/>
              <a:chExt cx="2674273" cy="2674270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8736F0CC-7F07-23FD-BE87-E1EF862F3D2C}"/>
                  </a:ext>
                </a:extLst>
              </p:cNvPr>
              <p:cNvGrpSpPr/>
              <p:nvPr/>
            </p:nvGrpSpPr>
            <p:grpSpPr>
              <a:xfrm>
                <a:off x="934944" y="1636949"/>
                <a:ext cx="2674273" cy="2674270"/>
                <a:chOff x="2521889" y="2808131"/>
                <a:chExt cx="1916265" cy="1916264"/>
              </a:xfrm>
            </p:grpSpPr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1349C1D7-AD58-E815-7A24-6C01AC41C9B9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4" cy="1916264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Oval 31">
                  <a:extLst>
                    <a:ext uri="{FF2B5EF4-FFF2-40B4-BE49-F238E27FC236}">
                      <a16:creationId xmlns:a16="http://schemas.microsoft.com/office/drawing/2014/main" id="{BC715CE1-7387-EFC4-3D44-ACD83780988C}"/>
                    </a:ext>
                  </a:extLst>
                </p:cNvPr>
                <p:cNvSpPr/>
                <p:nvPr/>
              </p:nvSpPr>
              <p:spPr>
                <a:xfrm>
                  <a:off x="2521889" y="2808132"/>
                  <a:ext cx="1916264" cy="958132"/>
                </a:xfrm>
                <a:custGeom>
                  <a:avLst/>
                  <a:gdLst>
                    <a:gd name="connsiteX0" fmla="*/ 0 w 1916264"/>
                    <a:gd name="connsiteY0" fmla="*/ 958132 h 1916264"/>
                    <a:gd name="connsiteX1" fmla="*/ 958132 w 1916264"/>
                    <a:gd name="connsiteY1" fmla="*/ 0 h 1916264"/>
                    <a:gd name="connsiteX2" fmla="*/ 1916264 w 1916264"/>
                    <a:gd name="connsiteY2" fmla="*/ 958132 h 1916264"/>
                    <a:gd name="connsiteX3" fmla="*/ 958132 w 1916264"/>
                    <a:gd name="connsiteY3" fmla="*/ 1916264 h 1916264"/>
                    <a:gd name="connsiteX4" fmla="*/ 0 w 1916264"/>
                    <a:gd name="connsiteY4" fmla="*/ 958132 h 1916264"/>
                    <a:gd name="connsiteX0" fmla="*/ 958132 w 1916264"/>
                    <a:gd name="connsiteY0" fmla="*/ 1916264 h 2007704"/>
                    <a:gd name="connsiteX1" fmla="*/ 0 w 1916264"/>
                    <a:gd name="connsiteY1" fmla="*/ 958132 h 2007704"/>
                    <a:gd name="connsiteX2" fmla="*/ 958132 w 1916264"/>
                    <a:gd name="connsiteY2" fmla="*/ 0 h 2007704"/>
                    <a:gd name="connsiteX3" fmla="*/ 1916264 w 1916264"/>
                    <a:gd name="connsiteY3" fmla="*/ 958132 h 2007704"/>
                    <a:gd name="connsiteX4" fmla="*/ 1049572 w 1916264"/>
                    <a:gd name="connsiteY4" fmla="*/ 2007704 h 2007704"/>
                    <a:gd name="connsiteX0" fmla="*/ 958132 w 1916264"/>
                    <a:gd name="connsiteY0" fmla="*/ 1916264 h 1916264"/>
                    <a:gd name="connsiteX1" fmla="*/ 0 w 1916264"/>
                    <a:gd name="connsiteY1" fmla="*/ 958132 h 1916264"/>
                    <a:gd name="connsiteX2" fmla="*/ 958132 w 1916264"/>
                    <a:gd name="connsiteY2" fmla="*/ 0 h 1916264"/>
                    <a:gd name="connsiteX3" fmla="*/ 1916264 w 1916264"/>
                    <a:gd name="connsiteY3" fmla="*/ 958132 h 1916264"/>
                    <a:gd name="connsiteX0" fmla="*/ 0 w 1916264"/>
                    <a:gd name="connsiteY0" fmla="*/ 958132 h 958132"/>
                    <a:gd name="connsiteX1" fmla="*/ 958132 w 1916264"/>
                    <a:gd name="connsiteY1" fmla="*/ 0 h 958132"/>
                    <a:gd name="connsiteX2" fmla="*/ 1916264 w 1916264"/>
                    <a:gd name="connsiteY2" fmla="*/ 958132 h 95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16264" h="958132">
                      <a:moveTo>
                        <a:pt x="0" y="958132"/>
                      </a:moveTo>
                      <a:cubicBezTo>
                        <a:pt x="0" y="428970"/>
                        <a:pt x="428970" y="0"/>
                        <a:pt x="958132" y="0"/>
                      </a:cubicBezTo>
                      <a:cubicBezTo>
                        <a:pt x="1487294" y="0"/>
                        <a:pt x="1916264" y="428970"/>
                        <a:pt x="1916264" y="958132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60479E74-3FA3-8EA6-CF24-8E0336D139DA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5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</p:grp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FFEE335A-40B1-56D1-396F-DD91B1728088}"/>
                  </a:ext>
                </a:extLst>
              </p:cNvPr>
              <p:cNvCxnSpPr>
                <a:cxnSpLocks/>
                <a:endCxn id="50" idx="7"/>
              </p:cNvCxnSpPr>
              <p:nvPr/>
            </p:nvCxnSpPr>
            <p:spPr>
              <a:xfrm flipV="1">
                <a:off x="2272076" y="2028586"/>
                <a:ext cx="945503" cy="9454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E4D9EA7-26C6-2977-C845-1BF7931F4CBD}"/>
                  </a:ext>
                </a:extLst>
              </p:cNvPr>
              <p:cNvSpPr txBox="1"/>
              <p:nvPr/>
            </p:nvSpPr>
            <p:spPr>
              <a:xfrm>
                <a:off x="6646669" y="1718492"/>
                <a:ext cx="5111849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3600" dirty="0"/>
                  <a:t> is vertical and horizontal</a:t>
                </a:r>
                <a:br>
                  <a:rPr lang="en-US" sz="3600" dirty="0"/>
                </a:br>
                <a:r>
                  <a:rPr lang="en-US" sz="3600" dirty="0"/>
                  <a:t>at the same time!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E4D9EA7-26C6-2977-C845-1BF7931F4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6669" y="1718492"/>
                <a:ext cx="5111849" cy="1200329"/>
              </a:xfrm>
              <a:prstGeom prst="rect">
                <a:avLst/>
              </a:prstGeom>
              <a:blipFill>
                <a:blip r:embed="rId5"/>
                <a:stretch>
                  <a:fillRect t="-8122" r="-3099" b="-18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878A164E-644D-2DA0-CFED-07B3C2596E3D}"/>
              </a:ext>
            </a:extLst>
          </p:cNvPr>
          <p:cNvGrpSpPr/>
          <p:nvPr/>
        </p:nvGrpSpPr>
        <p:grpSpPr>
          <a:xfrm>
            <a:off x="7705263" y="1707241"/>
            <a:ext cx="2994660" cy="1211580"/>
            <a:chOff x="5783580" y="3901440"/>
            <a:chExt cx="2994660" cy="121158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2C73F4E-C8DA-E38F-7330-5593F22F6C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83580" y="3901440"/>
              <a:ext cx="2994660" cy="1211580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1746A7D-8238-08D7-09AB-FB693399B460}"/>
                </a:ext>
              </a:extLst>
            </p:cNvPr>
            <p:cNvCxnSpPr>
              <a:cxnSpLocks/>
            </p:cNvCxnSpPr>
            <p:nvPr/>
          </p:nvCxnSpPr>
          <p:spPr>
            <a:xfrm>
              <a:off x="5783580" y="3901440"/>
              <a:ext cx="2994660" cy="1211580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C1DB48B-43C5-5BD8-A5F0-E58AB473D481}"/>
                  </a:ext>
                </a:extLst>
              </p:cNvPr>
              <p:cNvSpPr txBox="1"/>
              <p:nvPr/>
            </p:nvSpPr>
            <p:spPr>
              <a:xfrm>
                <a:off x="7931668" y="3105834"/>
                <a:ext cx="254185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3600" dirty="0"/>
                  <a:t> is diagonal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C1DB48B-43C5-5BD8-A5F0-E58AB473D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1668" y="3105834"/>
                <a:ext cx="2541851" cy="646331"/>
              </a:xfrm>
              <a:prstGeom prst="rect">
                <a:avLst/>
              </a:prstGeom>
              <a:blipFill>
                <a:blip r:embed="rId6"/>
                <a:stretch>
                  <a:fillRect t="-14019" r="-6715" b="-33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446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82CE3-BEB1-E4F8-A9E5-DEC06ADA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6B75F90-86E9-EB3A-35E5-14D882855CB3}"/>
                  </a:ext>
                </a:extLst>
              </p:cNvPr>
              <p:cNvSpPr txBox="1"/>
              <p:nvPr/>
            </p:nvSpPr>
            <p:spPr>
              <a:xfrm>
                <a:off x="4524849" y="179370"/>
                <a:ext cx="3837974" cy="1255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3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6B75F90-86E9-EB3A-35E5-14D882855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849" y="179370"/>
                <a:ext cx="3837974" cy="12559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F6328E5-5AA6-7F17-46DB-370AE11A316F}"/>
              </a:ext>
            </a:extLst>
          </p:cNvPr>
          <p:cNvCxnSpPr>
            <a:cxnSpLocks/>
          </p:cNvCxnSpPr>
          <p:nvPr/>
        </p:nvCxnSpPr>
        <p:spPr>
          <a:xfrm>
            <a:off x="182880" y="2765318"/>
            <a:ext cx="6070600" cy="0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E15ED15-2732-C425-ECED-03B3E706FA3C}"/>
              </a:ext>
            </a:extLst>
          </p:cNvPr>
          <p:cNvCxnSpPr/>
          <p:nvPr/>
        </p:nvCxnSpPr>
        <p:spPr>
          <a:xfrm>
            <a:off x="3258116" y="413752"/>
            <a:ext cx="0" cy="5143500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48C5179-9B4F-E109-278A-3CE39942E53C}"/>
                  </a:ext>
                </a:extLst>
              </p:cNvPr>
              <p:cNvSpPr txBox="1"/>
              <p:nvPr/>
            </p:nvSpPr>
            <p:spPr>
              <a:xfrm>
                <a:off x="5976814" y="2721851"/>
                <a:ext cx="4680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48C5179-9B4F-E109-278A-3CE39942E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6814" y="2721851"/>
                <a:ext cx="4680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CC6393-C6F5-5D50-E06F-86F0C69A9667}"/>
                  </a:ext>
                </a:extLst>
              </p:cNvPr>
              <p:cNvSpPr txBox="1"/>
              <p:nvPr/>
            </p:nvSpPr>
            <p:spPr>
              <a:xfrm>
                <a:off x="2675779" y="122660"/>
                <a:ext cx="4456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CC6393-C6F5-5D50-E06F-86F0C69A9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779" y="122660"/>
                <a:ext cx="44569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14E362E3-8BF7-0DB2-9EDB-2674CE15DF20}"/>
              </a:ext>
            </a:extLst>
          </p:cNvPr>
          <p:cNvGrpSpPr/>
          <p:nvPr/>
        </p:nvGrpSpPr>
        <p:grpSpPr>
          <a:xfrm>
            <a:off x="1471084" y="968844"/>
            <a:ext cx="3577708" cy="3577703"/>
            <a:chOff x="934944" y="1636949"/>
            <a:chExt cx="2674273" cy="267427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A5289AC-1BB5-D09F-62B0-BE5F2C27081C}"/>
                </a:ext>
              </a:extLst>
            </p:cNvPr>
            <p:cNvGrpSpPr/>
            <p:nvPr/>
          </p:nvGrpSpPr>
          <p:grpSpPr>
            <a:xfrm>
              <a:off x="934944" y="1636949"/>
              <a:ext cx="2674273" cy="2674270"/>
              <a:chOff x="2521889" y="2808131"/>
              <a:chExt cx="1916265" cy="1916264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6322B80-A168-269D-1EC4-A31288AC63A5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Oval 31">
                <a:extLst>
                  <a:ext uri="{FF2B5EF4-FFF2-40B4-BE49-F238E27FC236}">
                    <a16:creationId xmlns:a16="http://schemas.microsoft.com/office/drawing/2014/main" id="{55F27A03-4544-387B-D0F5-7B75EF20AB5A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69BCAC-9421-7CDC-AB0C-24E24D88DA9B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lt1"/>
                  </a:solidFill>
                </a:endParaRPr>
              </a:p>
            </p:txBody>
          </p:sp>
        </p:grp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A1A2D5EF-3951-3507-6B97-8ADC945248E9}"/>
                </a:ext>
              </a:extLst>
            </p:cNvPr>
            <p:cNvCxnSpPr>
              <a:cxnSpLocks/>
              <a:endCxn id="50" idx="6"/>
            </p:cNvCxnSpPr>
            <p:nvPr/>
          </p:nvCxnSpPr>
          <p:spPr>
            <a:xfrm flipV="1">
              <a:off x="2270719" y="2974084"/>
              <a:ext cx="1338498" cy="569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046100D-45F8-7055-B563-E8BCE0EA2A02}"/>
                  </a:ext>
                </a:extLst>
              </p:cNvPr>
              <p:cNvSpPr txBox="1"/>
              <p:nvPr/>
            </p:nvSpPr>
            <p:spPr>
              <a:xfrm>
                <a:off x="6344226" y="1718492"/>
                <a:ext cx="5716758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3600" dirty="0"/>
                  <a:t> is a linear combination</a:t>
                </a:r>
                <a:br>
                  <a:rPr lang="en-US" sz="36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sz="3600" dirty="0"/>
                  <a:t> is not a linear combination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046100D-45F8-7055-B563-E8BCE0EA2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4226" y="1718492"/>
                <a:ext cx="5716758" cy="1200329"/>
              </a:xfrm>
              <a:prstGeom prst="rect">
                <a:avLst/>
              </a:prstGeom>
              <a:blipFill>
                <a:blip r:embed="rId5"/>
                <a:stretch>
                  <a:fillRect t="-8122" r="-2665" b="-18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FF5F9B71-C9CE-D3F5-A68D-BCFE3186BF9D}"/>
              </a:ext>
            </a:extLst>
          </p:cNvPr>
          <p:cNvGrpSpPr/>
          <p:nvPr/>
        </p:nvGrpSpPr>
        <p:grpSpPr>
          <a:xfrm>
            <a:off x="7705263" y="1707241"/>
            <a:ext cx="2994660" cy="1211580"/>
            <a:chOff x="5783580" y="3901440"/>
            <a:chExt cx="2994660" cy="121158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710396A-80B1-5E88-1E72-1DE7BFED74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83580" y="3901440"/>
              <a:ext cx="2994660" cy="1211580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FA6FFD1-C8A5-CD20-72C6-F50C0A111C3D}"/>
                </a:ext>
              </a:extLst>
            </p:cNvPr>
            <p:cNvCxnSpPr>
              <a:cxnSpLocks/>
            </p:cNvCxnSpPr>
            <p:nvPr/>
          </p:nvCxnSpPr>
          <p:spPr>
            <a:xfrm>
              <a:off x="5783580" y="3901440"/>
              <a:ext cx="2994660" cy="1211580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B274D0-E7FF-9D4D-AE1A-A0D4C550D862}"/>
                  </a:ext>
                </a:extLst>
              </p:cNvPr>
              <p:cNvSpPr txBox="1"/>
              <p:nvPr/>
            </p:nvSpPr>
            <p:spPr>
              <a:xfrm>
                <a:off x="5876033" y="3181442"/>
                <a:ext cx="3772763" cy="1255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B274D0-E7FF-9D4D-AE1A-A0D4C550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033" y="3181442"/>
                <a:ext cx="3772763" cy="12559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CC82EF-D783-66B9-6F10-219116A58050}"/>
                  </a:ext>
                </a:extLst>
              </p:cNvPr>
              <p:cNvSpPr txBox="1"/>
              <p:nvPr/>
            </p:nvSpPr>
            <p:spPr>
              <a:xfrm>
                <a:off x="3814774" y="2616713"/>
                <a:ext cx="73154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3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CC82EF-D783-66B9-6F10-219116A58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774" y="2616713"/>
                <a:ext cx="731547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A7684D-E6F0-A2B5-D81A-1825033DCB36}"/>
                  </a:ext>
                </a:extLst>
              </p:cNvPr>
              <p:cNvSpPr txBox="1"/>
              <p:nvPr/>
            </p:nvSpPr>
            <p:spPr>
              <a:xfrm>
                <a:off x="3487971" y="1485735"/>
                <a:ext cx="5540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3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A7684D-E6F0-A2B5-D81A-1825033DC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7971" y="1485735"/>
                <a:ext cx="554062" cy="6463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7C844A1-93A2-2D33-53C9-F4CBEDE9E8D0}"/>
              </a:ext>
            </a:extLst>
          </p:cNvPr>
          <p:cNvCxnSpPr>
            <a:cxnSpLocks/>
          </p:cNvCxnSpPr>
          <p:nvPr/>
        </p:nvCxnSpPr>
        <p:spPr>
          <a:xfrm flipV="1">
            <a:off x="3259932" y="1492785"/>
            <a:ext cx="1264917" cy="1264907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48A00A-6E7D-ED13-33C5-2D74121DD790}"/>
                  </a:ext>
                </a:extLst>
              </p:cNvPr>
              <p:cNvSpPr txBox="1"/>
              <p:nvPr/>
            </p:nvSpPr>
            <p:spPr>
              <a:xfrm>
                <a:off x="3368634" y="3274584"/>
                <a:ext cx="64383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3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48A00A-6E7D-ED13-33C5-2D74121DD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8634" y="3274584"/>
                <a:ext cx="643831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96D9337-A354-D425-E8F3-860A5FBE0C8A}"/>
              </a:ext>
            </a:extLst>
          </p:cNvPr>
          <p:cNvSpPr txBox="1"/>
          <p:nvPr/>
        </p:nvSpPr>
        <p:spPr>
          <a:xfrm>
            <a:off x="277926" y="4989993"/>
            <a:ext cx="8969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Every vector can be expressed as a linear combination of other vectors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C032FD-1220-9D1B-3A2C-9BF3C635B6B8}"/>
              </a:ext>
            </a:extLst>
          </p:cNvPr>
          <p:cNvSpPr txBox="1"/>
          <p:nvPr/>
        </p:nvSpPr>
        <p:spPr>
          <a:xfrm>
            <a:off x="277926" y="5451658"/>
            <a:ext cx="88443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We can always choose a basis that includes or excludes a given vector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6C6AC50-02F5-D2C3-34DC-E1DEE841EFB5}"/>
              </a:ext>
            </a:extLst>
          </p:cNvPr>
          <p:cNvCxnSpPr>
            <a:cxnSpLocks/>
          </p:cNvCxnSpPr>
          <p:nvPr/>
        </p:nvCxnSpPr>
        <p:spPr>
          <a:xfrm>
            <a:off x="3259932" y="2772945"/>
            <a:ext cx="1264917" cy="1264907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83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5" grpId="0"/>
      <p:bldP spid="10" grpId="0"/>
      <p:bldP spid="12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07EB9-AF64-9660-6789-0E2A53B3E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38C023C7-07EA-0C34-8D54-11E3B9032C26}"/>
              </a:ext>
            </a:extLst>
          </p:cNvPr>
          <p:cNvGrpSpPr/>
          <p:nvPr/>
        </p:nvGrpSpPr>
        <p:grpSpPr>
          <a:xfrm>
            <a:off x="792903" y="755484"/>
            <a:ext cx="3578015" cy="3577707"/>
            <a:chOff x="2012103" y="948792"/>
            <a:chExt cx="3578015" cy="3577707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BFAE536B-5DCA-6BEE-80A2-A4D07CA32CB8}"/>
                </a:ext>
              </a:extLst>
            </p:cNvPr>
            <p:cNvCxnSpPr>
              <a:cxnSpLocks/>
              <a:stCxn id="86" idx="0"/>
            </p:cNvCxnSpPr>
            <p:nvPr/>
          </p:nvCxnSpPr>
          <p:spPr>
            <a:xfrm>
              <a:off x="2012410" y="2741294"/>
              <a:ext cx="3577398" cy="3972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1BFE5A30-D0F7-CF13-5503-40B5B12722FA}"/>
                </a:ext>
              </a:extLst>
            </p:cNvPr>
            <p:cNvCxnSpPr>
              <a:cxnSpLocks/>
              <a:stCxn id="87" idx="0"/>
              <a:endCxn id="87" idx="4"/>
            </p:cNvCxnSpPr>
            <p:nvPr/>
          </p:nvCxnSpPr>
          <p:spPr>
            <a:xfrm>
              <a:off x="3800953" y="948792"/>
              <a:ext cx="0" cy="357770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7666665E-D50B-02B4-7B2F-B15ADD84785F}"/>
                </a:ext>
              </a:extLst>
            </p:cNvPr>
            <p:cNvCxnSpPr>
              <a:cxnSpLocks/>
              <a:stCxn id="82" idx="3"/>
              <a:endCxn id="82" idx="7"/>
            </p:cNvCxnSpPr>
            <p:nvPr/>
          </p:nvCxnSpPr>
          <p:spPr>
            <a:xfrm flipV="1">
              <a:off x="2536046" y="1472734"/>
              <a:ext cx="2529821" cy="2529819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511C965B-BDFF-967C-72DB-02C2575E409E}"/>
                </a:ext>
              </a:extLst>
            </p:cNvPr>
            <p:cNvGrpSpPr/>
            <p:nvPr/>
          </p:nvGrpSpPr>
          <p:grpSpPr>
            <a:xfrm>
              <a:off x="2012103" y="948792"/>
              <a:ext cx="3578015" cy="3577707"/>
              <a:chOff x="934943" y="1636949"/>
              <a:chExt cx="2674503" cy="2674273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A8A7080E-01C2-EFC3-EE72-982060EA03FB}"/>
                  </a:ext>
                </a:extLst>
              </p:cNvPr>
              <p:cNvGrpSpPr/>
              <p:nvPr/>
            </p:nvGrpSpPr>
            <p:grpSpPr>
              <a:xfrm>
                <a:off x="934943" y="1636949"/>
                <a:ext cx="2674503" cy="2674273"/>
                <a:chOff x="2521889" y="2808131"/>
                <a:chExt cx="1916430" cy="1916266"/>
              </a:xfrm>
            </p:grpSpPr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13342A91-4631-2B17-74E6-C387A3D91CB0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4" cy="1916264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Oval 31">
                  <a:extLst>
                    <a:ext uri="{FF2B5EF4-FFF2-40B4-BE49-F238E27FC236}">
                      <a16:creationId xmlns:a16="http://schemas.microsoft.com/office/drawing/2014/main" id="{5B93586F-BECA-AC51-623D-ECD26590271B}"/>
                    </a:ext>
                  </a:extLst>
                </p:cNvPr>
                <p:cNvSpPr/>
                <p:nvPr/>
              </p:nvSpPr>
              <p:spPr>
                <a:xfrm>
                  <a:off x="2521889" y="2808132"/>
                  <a:ext cx="1916264" cy="958132"/>
                </a:xfrm>
                <a:custGeom>
                  <a:avLst/>
                  <a:gdLst>
                    <a:gd name="connsiteX0" fmla="*/ 0 w 1916264"/>
                    <a:gd name="connsiteY0" fmla="*/ 958132 h 1916264"/>
                    <a:gd name="connsiteX1" fmla="*/ 958132 w 1916264"/>
                    <a:gd name="connsiteY1" fmla="*/ 0 h 1916264"/>
                    <a:gd name="connsiteX2" fmla="*/ 1916264 w 1916264"/>
                    <a:gd name="connsiteY2" fmla="*/ 958132 h 1916264"/>
                    <a:gd name="connsiteX3" fmla="*/ 958132 w 1916264"/>
                    <a:gd name="connsiteY3" fmla="*/ 1916264 h 1916264"/>
                    <a:gd name="connsiteX4" fmla="*/ 0 w 1916264"/>
                    <a:gd name="connsiteY4" fmla="*/ 958132 h 1916264"/>
                    <a:gd name="connsiteX0" fmla="*/ 958132 w 1916264"/>
                    <a:gd name="connsiteY0" fmla="*/ 1916264 h 2007704"/>
                    <a:gd name="connsiteX1" fmla="*/ 0 w 1916264"/>
                    <a:gd name="connsiteY1" fmla="*/ 958132 h 2007704"/>
                    <a:gd name="connsiteX2" fmla="*/ 958132 w 1916264"/>
                    <a:gd name="connsiteY2" fmla="*/ 0 h 2007704"/>
                    <a:gd name="connsiteX3" fmla="*/ 1916264 w 1916264"/>
                    <a:gd name="connsiteY3" fmla="*/ 958132 h 2007704"/>
                    <a:gd name="connsiteX4" fmla="*/ 1049572 w 1916264"/>
                    <a:gd name="connsiteY4" fmla="*/ 2007704 h 2007704"/>
                    <a:gd name="connsiteX0" fmla="*/ 958132 w 1916264"/>
                    <a:gd name="connsiteY0" fmla="*/ 1916264 h 1916264"/>
                    <a:gd name="connsiteX1" fmla="*/ 0 w 1916264"/>
                    <a:gd name="connsiteY1" fmla="*/ 958132 h 1916264"/>
                    <a:gd name="connsiteX2" fmla="*/ 958132 w 1916264"/>
                    <a:gd name="connsiteY2" fmla="*/ 0 h 1916264"/>
                    <a:gd name="connsiteX3" fmla="*/ 1916264 w 1916264"/>
                    <a:gd name="connsiteY3" fmla="*/ 958132 h 1916264"/>
                    <a:gd name="connsiteX0" fmla="*/ 0 w 1916264"/>
                    <a:gd name="connsiteY0" fmla="*/ 958132 h 958132"/>
                    <a:gd name="connsiteX1" fmla="*/ 958132 w 1916264"/>
                    <a:gd name="connsiteY1" fmla="*/ 0 h 958132"/>
                    <a:gd name="connsiteX2" fmla="*/ 1916264 w 1916264"/>
                    <a:gd name="connsiteY2" fmla="*/ 958132 h 95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16264" h="958132">
                      <a:moveTo>
                        <a:pt x="0" y="958132"/>
                      </a:moveTo>
                      <a:cubicBezTo>
                        <a:pt x="0" y="428970"/>
                        <a:pt x="428970" y="0"/>
                        <a:pt x="958132" y="0"/>
                      </a:cubicBezTo>
                      <a:cubicBezTo>
                        <a:pt x="1487294" y="0"/>
                        <a:pt x="1916264" y="428970"/>
                        <a:pt x="1916264" y="958132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Oval 81">
                  <a:extLst>
                    <a:ext uri="{FF2B5EF4-FFF2-40B4-BE49-F238E27FC236}">
                      <a16:creationId xmlns:a16="http://schemas.microsoft.com/office/drawing/2014/main" id="{25869636-3D44-17F4-1E25-F026D710A5B9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5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B2F9FB04-446A-23F6-4399-2BE89B4AC447}"/>
                    </a:ext>
                  </a:extLst>
                </p:cNvPr>
                <p:cNvGrpSpPr/>
                <p:nvPr/>
              </p:nvGrpSpPr>
              <p:grpSpPr>
                <a:xfrm>
                  <a:off x="2923755" y="2808131"/>
                  <a:ext cx="1112528" cy="1916266"/>
                  <a:chOff x="2734489" y="2655731"/>
                  <a:chExt cx="1186260" cy="1916266"/>
                </a:xfrm>
              </p:grpSpPr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0C67A132-8E3F-E28C-A057-E8E9C5BE8B48}"/>
                      </a:ext>
                    </a:extLst>
                  </p:cNvPr>
                  <p:cNvSpPr/>
                  <p:nvPr/>
                </p:nvSpPr>
                <p:spPr>
                  <a:xfrm>
                    <a:off x="2734490" y="2655731"/>
                    <a:ext cx="1186259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88" name="Oval 9">
                    <a:extLst>
                      <a:ext uri="{FF2B5EF4-FFF2-40B4-BE49-F238E27FC236}">
                        <a16:creationId xmlns:a16="http://schemas.microsoft.com/office/drawing/2014/main" id="{D7BE677D-BE3B-A56E-025C-B4B88FA64C46}"/>
                      </a:ext>
                    </a:extLst>
                  </p:cNvPr>
                  <p:cNvSpPr/>
                  <p:nvPr/>
                </p:nvSpPr>
                <p:spPr>
                  <a:xfrm flipH="1">
                    <a:off x="2734489" y="2655731"/>
                    <a:ext cx="593130" cy="1916266"/>
                  </a:xfrm>
                  <a:custGeom>
                    <a:avLst/>
                    <a:gdLst>
                      <a:gd name="connsiteX0" fmla="*/ 0 w 687355"/>
                      <a:gd name="connsiteY0" fmla="*/ 555172 h 1110343"/>
                      <a:gd name="connsiteX1" fmla="*/ 343678 w 687355"/>
                      <a:gd name="connsiteY1" fmla="*/ 0 h 1110343"/>
                      <a:gd name="connsiteX2" fmla="*/ 687356 w 687355"/>
                      <a:gd name="connsiteY2" fmla="*/ 555172 h 1110343"/>
                      <a:gd name="connsiteX3" fmla="*/ 343678 w 687355"/>
                      <a:gd name="connsiteY3" fmla="*/ 1110344 h 1110343"/>
                      <a:gd name="connsiteX4" fmla="*/ 0 w 687355"/>
                      <a:gd name="connsiteY4" fmla="*/ 555172 h 1110343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4" fmla="*/ 91440 w 687356"/>
                      <a:gd name="connsiteY4" fmla="*/ 646612 h 1110344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0" fmla="*/ 0 w 343678"/>
                      <a:gd name="connsiteY0" fmla="*/ 0 h 1110344"/>
                      <a:gd name="connsiteX1" fmla="*/ 343678 w 343678"/>
                      <a:gd name="connsiteY1" fmla="*/ 555172 h 1110344"/>
                      <a:gd name="connsiteX2" fmla="*/ 0 w 343678"/>
                      <a:gd name="connsiteY2" fmla="*/ 1110344 h 11103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43678" h="1110344">
                        <a:moveTo>
                          <a:pt x="0" y="0"/>
                        </a:moveTo>
                        <a:cubicBezTo>
                          <a:pt x="189808" y="0"/>
                          <a:pt x="343678" y="248559"/>
                          <a:pt x="343678" y="555172"/>
                        </a:cubicBezTo>
                        <a:cubicBezTo>
                          <a:pt x="343678" y="861785"/>
                          <a:pt x="189808" y="1110344"/>
                          <a:pt x="0" y="1110344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  <a:prstDash val="solid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78ED5AF9-36E8-3B7B-C993-010718588A05}"/>
                    </a:ext>
                  </a:extLst>
                </p:cNvPr>
                <p:cNvGrpSpPr/>
                <p:nvPr/>
              </p:nvGrpSpPr>
              <p:grpSpPr>
                <a:xfrm rot="16200000">
                  <a:off x="2923922" y="2810085"/>
                  <a:ext cx="1112528" cy="1916266"/>
                  <a:chOff x="2734489" y="2655731"/>
                  <a:chExt cx="1186260" cy="1916266"/>
                </a:xfrm>
              </p:grpSpPr>
              <p:sp>
                <p:nvSpPr>
                  <p:cNvPr id="85" name="Oval 84">
                    <a:extLst>
                      <a:ext uri="{FF2B5EF4-FFF2-40B4-BE49-F238E27FC236}">
                        <a16:creationId xmlns:a16="http://schemas.microsoft.com/office/drawing/2014/main" id="{F4D22D7A-8344-733D-264C-74F84149774F}"/>
                      </a:ext>
                    </a:extLst>
                  </p:cNvPr>
                  <p:cNvSpPr/>
                  <p:nvPr/>
                </p:nvSpPr>
                <p:spPr>
                  <a:xfrm>
                    <a:off x="2734490" y="2655731"/>
                    <a:ext cx="1186259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86" name="Oval 9">
                    <a:extLst>
                      <a:ext uri="{FF2B5EF4-FFF2-40B4-BE49-F238E27FC236}">
                        <a16:creationId xmlns:a16="http://schemas.microsoft.com/office/drawing/2014/main" id="{20BA46DD-D8C6-96A5-28E2-0F5166D44BC2}"/>
                      </a:ext>
                    </a:extLst>
                  </p:cNvPr>
                  <p:cNvSpPr/>
                  <p:nvPr/>
                </p:nvSpPr>
                <p:spPr>
                  <a:xfrm flipH="1">
                    <a:off x="2734489" y="2655731"/>
                    <a:ext cx="593130" cy="1916266"/>
                  </a:xfrm>
                  <a:custGeom>
                    <a:avLst/>
                    <a:gdLst>
                      <a:gd name="connsiteX0" fmla="*/ 0 w 687355"/>
                      <a:gd name="connsiteY0" fmla="*/ 555172 h 1110343"/>
                      <a:gd name="connsiteX1" fmla="*/ 343678 w 687355"/>
                      <a:gd name="connsiteY1" fmla="*/ 0 h 1110343"/>
                      <a:gd name="connsiteX2" fmla="*/ 687356 w 687355"/>
                      <a:gd name="connsiteY2" fmla="*/ 555172 h 1110343"/>
                      <a:gd name="connsiteX3" fmla="*/ 343678 w 687355"/>
                      <a:gd name="connsiteY3" fmla="*/ 1110344 h 1110343"/>
                      <a:gd name="connsiteX4" fmla="*/ 0 w 687355"/>
                      <a:gd name="connsiteY4" fmla="*/ 555172 h 1110343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4" fmla="*/ 91440 w 687356"/>
                      <a:gd name="connsiteY4" fmla="*/ 646612 h 1110344"/>
                      <a:gd name="connsiteX0" fmla="*/ 0 w 687356"/>
                      <a:gd name="connsiteY0" fmla="*/ 555172 h 1110344"/>
                      <a:gd name="connsiteX1" fmla="*/ 343678 w 687356"/>
                      <a:gd name="connsiteY1" fmla="*/ 0 h 1110344"/>
                      <a:gd name="connsiteX2" fmla="*/ 687356 w 687356"/>
                      <a:gd name="connsiteY2" fmla="*/ 555172 h 1110344"/>
                      <a:gd name="connsiteX3" fmla="*/ 343678 w 687356"/>
                      <a:gd name="connsiteY3" fmla="*/ 1110344 h 1110344"/>
                      <a:gd name="connsiteX0" fmla="*/ 0 w 343678"/>
                      <a:gd name="connsiteY0" fmla="*/ 0 h 1110344"/>
                      <a:gd name="connsiteX1" fmla="*/ 343678 w 343678"/>
                      <a:gd name="connsiteY1" fmla="*/ 555172 h 1110344"/>
                      <a:gd name="connsiteX2" fmla="*/ 0 w 343678"/>
                      <a:gd name="connsiteY2" fmla="*/ 1110344 h 11103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43678" h="1110344">
                        <a:moveTo>
                          <a:pt x="0" y="0"/>
                        </a:moveTo>
                        <a:cubicBezTo>
                          <a:pt x="189808" y="0"/>
                          <a:pt x="343678" y="248559"/>
                          <a:pt x="343678" y="555172"/>
                        </a:cubicBezTo>
                        <a:cubicBezTo>
                          <a:pt x="343678" y="861785"/>
                          <a:pt x="189808" y="1110344"/>
                          <a:pt x="0" y="1110344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  <a:prstDash val="solid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</p:grp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B726B142-81F0-48CA-AD49-72D47397A91F}"/>
                  </a:ext>
                </a:extLst>
              </p:cNvPr>
              <p:cNvCxnSpPr/>
              <p:nvPr/>
            </p:nvCxnSpPr>
            <p:spPr>
              <a:xfrm>
                <a:off x="2271845" y="2974084"/>
                <a:ext cx="999675" cy="52500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F5545E4B-7A08-53C2-6348-A7BC597B8E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3096" y="2200506"/>
                <a:ext cx="0" cy="12148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Arc 74">
                <a:extLst>
                  <a:ext uri="{FF2B5EF4-FFF2-40B4-BE49-F238E27FC236}">
                    <a16:creationId xmlns:a16="http://schemas.microsoft.com/office/drawing/2014/main" id="{1DBF51A0-7164-B1AC-9A0B-28F757D47388}"/>
                  </a:ext>
                </a:extLst>
              </p:cNvPr>
              <p:cNvSpPr/>
              <p:nvPr/>
            </p:nvSpPr>
            <p:spPr>
              <a:xfrm>
                <a:off x="2014778" y="2642873"/>
                <a:ext cx="521176" cy="413772"/>
              </a:xfrm>
              <a:prstGeom prst="arc">
                <a:avLst>
                  <a:gd name="adj1" fmla="val 16200000"/>
                  <a:gd name="adj2" fmla="val 20464458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469DD538-68EE-AD14-C282-14BC437851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72076" y="2200506"/>
                <a:ext cx="839906" cy="773578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Box 76">
                    <a:extLst>
                      <a:ext uri="{FF2B5EF4-FFF2-40B4-BE49-F238E27FC236}">
                        <a16:creationId xmlns:a16="http://schemas.microsoft.com/office/drawing/2014/main" id="{80CA2AD6-7A3D-6D0E-12A1-D9F57B73493F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85" y="2329788"/>
                    <a:ext cx="37414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4923AE05-E995-F3EB-37BA-056D5E0F6A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85" y="2329788"/>
                    <a:ext cx="374141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8" name="Arc 77">
                <a:extLst>
                  <a:ext uri="{FF2B5EF4-FFF2-40B4-BE49-F238E27FC236}">
                    <a16:creationId xmlns:a16="http://schemas.microsoft.com/office/drawing/2014/main" id="{FEE6246F-4557-C694-4226-ECD0310FA3A6}"/>
                  </a:ext>
                </a:extLst>
              </p:cNvPr>
              <p:cNvSpPr/>
              <p:nvPr/>
            </p:nvSpPr>
            <p:spPr>
              <a:xfrm>
                <a:off x="1840894" y="2723583"/>
                <a:ext cx="861908" cy="500546"/>
              </a:xfrm>
              <a:prstGeom prst="arc">
                <a:avLst>
                  <a:gd name="adj1" fmla="val 75082"/>
                  <a:gd name="adj2" fmla="val 1595743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AF84C01C-67D2-1771-F64F-30C37175AAAB}"/>
                      </a:ext>
                    </a:extLst>
                  </p:cNvPr>
                  <p:cNvSpPr txBox="1"/>
                  <p:nvPr/>
                </p:nvSpPr>
                <p:spPr>
                  <a:xfrm>
                    <a:off x="2613151" y="2879260"/>
                    <a:ext cx="39959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90AFA723-236E-926F-51C8-FFE12408AB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13151" y="2879260"/>
                    <a:ext cx="399597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0CDC166-E49C-1911-6DED-82BAFDB2AB71}"/>
              </a:ext>
            </a:extLst>
          </p:cNvPr>
          <p:cNvSpPr txBox="1"/>
          <p:nvPr/>
        </p:nvSpPr>
        <p:spPr>
          <a:xfrm>
            <a:off x="4791916" y="161815"/>
            <a:ext cx="7082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Same thing in quantum mechanics!!!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62D64-ABE5-D9AE-1F6A-814DC1290667}"/>
              </a:ext>
            </a:extLst>
          </p:cNvPr>
          <p:cNvSpPr txBox="1"/>
          <p:nvPr/>
        </p:nvSpPr>
        <p:spPr>
          <a:xfrm>
            <a:off x="5120900" y="869022"/>
            <a:ext cx="2883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Every state is a vector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886C87-37D5-4AF1-E8C8-92B42C6877CB}"/>
              </a:ext>
            </a:extLst>
          </p:cNvPr>
          <p:cNvSpPr txBox="1"/>
          <p:nvPr/>
        </p:nvSpPr>
        <p:spPr>
          <a:xfrm>
            <a:off x="5120900" y="1284107"/>
            <a:ext cx="69438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For spin ½ system, or any qubit (i.e. two-state system),</a:t>
            </a:r>
            <a:br>
              <a:rPr lang="en-US" sz="2400" dirty="0"/>
            </a:br>
            <a:r>
              <a:rPr lang="en-US" sz="2400" dirty="0"/>
              <a:t>the state is identified by a direction in 3 dimensions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DC7D35-CE38-1D63-C9AF-04E65E2EDE77}"/>
              </a:ext>
            </a:extLst>
          </p:cNvPr>
          <p:cNvSpPr txBox="1"/>
          <p:nvPr/>
        </p:nvSpPr>
        <p:spPr>
          <a:xfrm>
            <a:off x="5120900" y="2707373"/>
            <a:ext cx="68794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 superposition (i.e. linear combination) of two states</a:t>
            </a:r>
            <a:br>
              <a:rPr lang="en-US" sz="2400" dirty="0"/>
            </a:br>
            <a:r>
              <a:rPr lang="en-US" sz="2400" dirty="0"/>
              <a:t>just gives another state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29B57D-7C29-A3C7-1537-9655E7DDE642}"/>
              </a:ext>
            </a:extLst>
          </p:cNvPr>
          <p:cNvSpPr txBox="1"/>
          <p:nvPr/>
        </p:nvSpPr>
        <p:spPr>
          <a:xfrm>
            <a:off x="5498324" y="2155868"/>
            <a:ext cx="61658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The system can’t be in two states at once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7271DC-0EC5-CCDA-68B2-2A1C2616980F}"/>
              </a:ext>
            </a:extLst>
          </p:cNvPr>
          <p:cNvSpPr txBox="1"/>
          <p:nvPr/>
        </p:nvSpPr>
        <p:spPr>
          <a:xfrm>
            <a:off x="5916278" y="3607419"/>
            <a:ext cx="5353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There are no “superposition states”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DB3364-47B9-7832-6604-B72EE67BE3BF}"/>
              </a:ext>
            </a:extLst>
          </p:cNvPr>
          <p:cNvSpPr txBox="1"/>
          <p:nvPr/>
        </p:nvSpPr>
        <p:spPr>
          <a:xfrm>
            <a:off x="5120900" y="4199688"/>
            <a:ext cx="376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Every state can be expressed</a:t>
            </a:r>
            <a:br>
              <a:rPr lang="en-US" sz="2400" dirty="0"/>
            </a:br>
            <a:r>
              <a:rPr lang="en-US" sz="2400" dirty="0"/>
              <a:t>as a linear combination</a:t>
            </a:r>
            <a:br>
              <a:rPr lang="en-US" sz="2400" dirty="0"/>
            </a:br>
            <a:r>
              <a:rPr lang="en-US" sz="2400" dirty="0"/>
              <a:t>of other states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52E751-40F4-DBFA-D018-BC0CC1DB3773}"/>
              </a:ext>
            </a:extLst>
          </p:cNvPr>
          <p:cNvSpPr txBox="1"/>
          <p:nvPr/>
        </p:nvSpPr>
        <p:spPr>
          <a:xfrm>
            <a:off x="952579" y="5707392"/>
            <a:ext cx="60512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But the linearity is different!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9D93CC-4FBC-6F39-3F86-87EFE3B2AE24}"/>
              </a:ext>
            </a:extLst>
          </p:cNvPr>
          <p:cNvSpPr txBox="1"/>
          <p:nvPr/>
        </p:nvSpPr>
        <p:spPr>
          <a:xfrm>
            <a:off x="7938575" y="971649"/>
            <a:ext cx="12853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(actually, a ray)</a:t>
            </a:r>
          </a:p>
        </p:txBody>
      </p:sp>
    </p:spTree>
    <p:extLst>
      <p:ext uri="{BB962C8B-B14F-4D97-AF65-F5344CB8AC3E}">
        <p14:creationId xmlns:p14="http://schemas.microsoft.com/office/powerpoint/2010/main" val="595257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257A9-B668-2D15-8877-9C84A6630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E12AF02F-381C-950A-FBAF-E6103FA9D976}"/>
              </a:ext>
            </a:extLst>
          </p:cNvPr>
          <p:cNvSpPr txBox="1"/>
          <p:nvPr/>
        </p:nvSpPr>
        <p:spPr>
          <a:xfrm>
            <a:off x="5816600" y="462422"/>
            <a:ext cx="459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directions, the linearity is about distances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08CF361-7EF5-FCD1-6570-FFEAB4D2C81C}"/>
              </a:ext>
            </a:extLst>
          </p:cNvPr>
          <p:cNvGrpSpPr/>
          <p:nvPr/>
        </p:nvGrpSpPr>
        <p:grpSpPr>
          <a:xfrm>
            <a:off x="6958291" y="1055438"/>
            <a:ext cx="2880276" cy="1069800"/>
            <a:chOff x="7885176" y="1232160"/>
            <a:chExt cx="2880276" cy="1069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60C5410-B3EA-D0AF-A80D-A858D71ED144}"/>
                    </a:ext>
                  </a:extLst>
                </p:cNvPr>
                <p:cNvSpPr txBox="1"/>
                <p:nvPr/>
              </p:nvSpPr>
              <p:spPr>
                <a:xfrm>
                  <a:off x="7919897" y="1232160"/>
                  <a:ext cx="281083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p>
                            </m:sSup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4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60C5410-B3EA-D0AF-A80D-A858D71ED1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9897" y="1232160"/>
                  <a:ext cx="2810834" cy="70788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E91C3A0-54B0-1BD6-5241-4520F3C3EC49}"/>
                    </a:ext>
                  </a:extLst>
                </p:cNvPr>
                <p:cNvSpPr txBox="1"/>
                <p:nvPr/>
              </p:nvSpPr>
              <p:spPr>
                <a:xfrm>
                  <a:off x="7885176" y="1932628"/>
                  <a:ext cx="28802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E91C3A0-54B0-1BD6-5241-4520F3C3E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5176" y="1932628"/>
                  <a:ext cx="28802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A99036D-36F1-77B3-34B1-303940EBD22D}"/>
              </a:ext>
            </a:extLst>
          </p:cNvPr>
          <p:cNvGrpSpPr/>
          <p:nvPr/>
        </p:nvGrpSpPr>
        <p:grpSpPr>
          <a:xfrm>
            <a:off x="6764412" y="2965475"/>
            <a:ext cx="3521669" cy="1179185"/>
            <a:chOff x="7919897" y="1232160"/>
            <a:chExt cx="3521669" cy="117918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1F84A30-1BC0-BE3B-F371-E82AC965D514}"/>
                    </a:ext>
                  </a:extLst>
                </p:cNvPr>
                <p:cNvSpPr txBox="1"/>
                <p:nvPr/>
              </p:nvSpPr>
              <p:spPr>
                <a:xfrm>
                  <a:off x="7919897" y="1232160"/>
                  <a:ext cx="3521669" cy="7871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4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4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4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4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4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4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40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40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4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1F84A30-1BC0-BE3B-F371-E82AC965D5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9897" y="1232160"/>
                  <a:ext cx="3521669" cy="78713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D260B26-F273-937F-DE31-ADD7997DB2AB}"/>
                    </a:ext>
                  </a:extLst>
                </p:cNvPr>
                <p:cNvSpPr txBox="1"/>
                <p:nvPr/>
              </p:nvSpPr>
              <p:spPr>
                <a:xfrm>
                  <a:off x="8631757" y="2042013"/>
                  <a:ext cx="2097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D260B26-F273-937F-DE31-ADD7997DB2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1757" y="2042013"/>
                  <a:ext cx="2097947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05E44478-28F7-F248-FDAA-9120A11B885B}"/>
              </a:ext>
            </a:extLst>
          </p:cNvPr>
          <p:cNvSpPr txBox="1"/>
          <p:nvPr/>
        </p:nvSpPr>
        <p:spPr>
          <a:xfrm>
            <a:off x="5918200" y="2456374"/>
            <a:ext cx="511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quantum states, the linearity is about probability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D16220C-A9EF-D552-AD6A-371D2566C9B9}"/>
              </a:ext>
            </a:extLst>
          </p:cNvPr>
          <p:cNvCxnSpPr/>
          <p:nvPr/>
        </p:nvCxnSpPr>
        <p:spPr>
          <a:xfrm flipH="1">
            <a:off x="9838567" y="1292626"/>
            <a:ext cx="651633" cy="463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999433-5C61-6A08-CE21-3DE2DB45DFC7}"/>
              </a:ext>
            </a:extLst>
          </p:cNvPr>
          <p:cNvSpPr txBox="1"/>
          <p:nvPr/>
        </p:nvSpPr>
        <p:spPr>
          <a:xfrm>
            <a:off x="10642600" y="968844"/>
            <a:ext cx="16051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Constraint on</a:t>
            </a:r>
            <a:br>
              <a:rPr lang="en-US" dirty="0"/>
            </a:br>
            <a:r>
              <a:rPr lang="en-US" dirty="0"/>
              <a:t>sum of squares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A0FA16-7506-524D-D714-00A2800B2DFE}"/>
              </a:ext>
            </a:extLst>
          </p:cNvPr>
          <p:cNvSpPr txBox="1"/>
          <p:nvPr/>
        </p:nvSpPr>
        <p:spPr>
          <a:xfrm>
            <a:off x="10410743" y="3105834"/>
            <a:ext cx="14480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Constraint on</a:t>
            </a:r>
            <a:br>
              <a:rPr lang="en-US" dirty="0"/>
            </a:br>
            <a:r>
              <a:rPr lang="en-US" dirty="0"/>
              <a:t>simple sum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554D38A-2824-FA44-665F-BB534089BBA4}"/>
              </a:ext>
            </a:extLst>
          </p:cNvPr>
          <p:cNvCxnSpPr>
            <a:cxnSpLocks/>
            <a:endCxn id="30" idx="3"/>
          </p:cNvCxnSpPr>
          <p:nvPr/>
        </p:nvCxnSpPr>
        <p:spPr>
          <a:xfrm flipH="1">
            <a:off x="9574219" y="3549650"/>
            <a:ext cx="836524" cy="4103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c 34">
            <a:extLst>
              <a:ext uri="{FF2B5EF4-FFF2-40B4-BE49-F238E27FC236}">
                <a16:creationId xmlns:a16="http://schemas.microsoft.com/office/drawing/2014/main" id="{8F48405F-1B59-30E9-37A6-3EFA74E045A9}"/>
              </a:ext>
            </a:extLst>
          </p:cNvPr>
          <p:cNvSpPr/>
          <p:nvPr/>
        </p:nvSpPr>
        <p:spPr>
          <a:xfrm>
            <a:off x="2598212" y="2085993"/>
            <a:ext cx="697242" cy="553554"/>
          </a:xfrm>
          <a:prstGeom prst="arc">
            <a:avLst>
              <a:gd name="adj1" fmla="val 16200000"/>
              <a:gd name="adj2" fmla="val 2012949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FC04307-74CB-CBFA-FB83-B8292F237A41}"/>
              </a:ext>
            </a:extLst>
          </p:cNvPr>
          <p:cNvGrpSpPr/>
          <p:nvPr/>
        </p:nvGrpSpPr>
        <p:grpSpPr>
          <a:xfrm>
            <a:off x="1153584" y="740244"/>
            <a:ext cx="3577708" cy="3577703"/>
            <a:chOff x="2012104" y="948792"/>
            <a:chExt cx="3577708" cy="3577703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2EAAA4A-1228-3995-92F8-1EEB2DB41F4C}"/>
                </a:ext>
              </a:extLst>
            </p:cNvPr>
            <p:cNvCxnSpPr>
              <a:cxnSpLocks/>
              <a:stCxn id="47" idx="2"/>
            </p:cNvCxnSpPr>
            <p:nvPr/>
          </p:nvCxnSpPr>
          <p:spPr>
            <a:xfrm>
              <a:off x="2012104" y="2737644"/>
              <a:ext cx="3577706" cy="7622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1D4F4AE-E6A7-9CE3-E22F-7D9D89AFF814}"/>
                </a:ext>
              </a:extLst>
            </p:cNvPr>
            <p:cNvCxnSpPr>
              <a:cxnSpLocks/>
              <a:stCxn id="47" idx="0"/>
              <a:endCxn id="47" idx="4"/>
            </p:cNvCxnSpPr>
            <p:nvPr/>
          </p:nvCxnSpPr>
          <p:spPr>
            <a:xfrm>
              <a:off x="3800958" y="948792"/>
              <a:ext cx="0" cy="357770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FDE44F0-07B2-25B5-05E6-2A41DE7EA94E}"/>
                </a:ext>
              </a:extLst>
            </p:cNvPr>
            <p:cNvGrpSpPr/>
            <p:nvPr/>
          </p:nvGrpSpPr>
          <p:grpSpPr>
            <a:xfrm>
              <a:off x="2012104" y="948792"/>
              <a:ext cx="3577708" cy="3577703"/>
              <a:chOff x="934944" y="1636949"/>
              <a:chExt cx="2674273" cy="2674270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A3E1CF4C-3825-CA94-88EF-B85E2CA4AD94}"/>
                  </a:ext>
                </a:extLst>
              </p:cNvPr>
              <p:cNvGrpSpPr/>
              <p:nvPr/>
            </p:nvGrpSpPr>
            <p:grpSpPr>
              <a:xfrm>
                <a:off x="934944" y="1636949"/>
                <a:ext cx="2674273" cy="2674270"/>
                <a:chOff x="2521889" y="2808131"/>
                <a:chExt cx="1916265" cy="1916264"/>
              </a:xfrm>
            </p:grpSpPr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6FFE49F2-9FA0-A5F5-57B1-24852AC9F2EE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4" cy="1916264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Oval 31">
                  <a:extLst>
                    <a:ext uri="{FF2B5EF4-FFF2-40B4-BE49-F238E27FC236}">
                      <a16:creationId xmlns:a16="http://schemas.microsoft.com/office/drawing/2014/main" id="{7D5632F1-B6F9-0375-376B-D51FC0992EBA}"/>
                    </a:ext>
                  </a:extLst>
                </p:cNvPr>
                <p:cNvSpPr/>
                <p:nvPr/>
              </p:nvSpPr>
              <p:spPr>
                <a:xfrm>
                  <a:off x="2521889" y="2808132"/>
                  <a:ext cx="1916264" cy="958132"/>
                </a:xfrm>
                <a:custGeom>
                  <a:avLst/>
                  <a:gdLst>
                    <a:gd name="connsiteX0" fmla="*/ 0 w 1916264"/>
                    <a:gd name="connsiteY0" fmla="*/ 958132 h 1916264"/>
                    <a:gd name="connsiteX1" fmla="*/ 958132 w 1916264"/>
                    <a:gd name="connsiteY1" fmla="*/ 0 h 1916264"/>
                    <a:gd name="connsiteX2" fmla="*/ 1916264 w 1916264"/>
                    <a:gd name="connsiteY2" fmla="*/ 958132 h 1916264"/>
                    <a:gd name="connsiteX3" fmla="*/ 958132 w 1916264"/>
                    <a:gd name="connsiteY3" fmla="*/ 1916264 h 1916264"/>
                    <a:gd name="connsiteX4" fmla="*/ 0 w 1916264"/>
                    <a:gd name="connsiteY4" fmla="*/ 958132 h 1916264"/>
                    <a:gd name="connsiteX0" fmla="*/ 958132 w 1916264"/>
                    <a:gd name="connsiteY0" fmla="*/ 1916264 h 2007704"/>
                    <a:gd name="connsiteX1" fmla="*/ 0 w 1916264"/>
                    <a:gd name="connsiteY1" fmla="*/ 958132 h 2007704"/>
                    <a:gd name="connsiteX2" fmla="*/ 958132 w 1916264"/>
                    <a:gd name="connsiteY2" fmla="*/ 0 h 2007704"/>
                    <a:gd name="connsiteX3" fmla="*/ 1916264 w 1916264"/>
                    <a:gd name="connsiteY3" fmla="*/ 958132 h 2007704"/>
                    <a:gd name="connsiteX4" fmla="*/ 1049572 w 1916264"/>
                    <a:gd name="connsiteY4" fmla="*/ 2007704 h 2007704"/>
                    <a:gd name="connsiteX0" fmla="*/ 958132 w 1916264"/>
                    <a:gd name="connsiteY0" fmla="*/ 1916264 h 1916264"/>
                    <a:gd name="connsiteX1" fmla="*/ 0 w 1916264"/>
                    <a:gd name="connsiteY1" fmla="*/ 958132 h 1916264"/>
                    <a:gd name="connsiteX2" fmla="*/ 958132 w 1916264"/>
                    <a:gd name="connsiteY2" fmla="*/ 0 h 1916264"/>
                    <a:gd name="connsiteX3" fmla="*/ 1916264 w 1916264"/>
                    <a:gd name="connsiteY3" fmla="*/ 958132 h 1916264"/>
                    <a:gd name="connsiteX0" fmla="*/ 0 w 1916264"/>
                    <a:gd name="connsiteY0" fmla="*/ 958132 h 958132"/>
                    <a:gd name="connsiteX1" fmla="*/ 958132 w 1916264"/>
                    <a:gd name="connsiteY1" fmla="*/ 0 h 958132"/>
                    <a:gd name="connsiteX2" fmla="*/ 1916264 w 1916264"/>
                    <a:gd name="connsiteY2" fmla="*/ 958132 h 95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16264" h="958132">
                      <a:moveTo>
                        <a:pt x="0" y="958132"/>
                      </a:moveTo>
                      <a:cubicBezTo>
                        <a:pt x="0" y="428970"/>
                        <a:pt x="428970" y="0"/>
                        <a:pt x="958132" y="0"/>
                      </a:cubicBezTo>
                      <a:cubicBezTo>
                        <a:pt x="1487294" y="0"/>
                        <a:pt x="1916264" y="428970"/>
                        <a:pt x="1916264" y="958132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92886F3C-C9AD-FD0A-D5FB-41BD7DA3753C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5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</p:grp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E6B60A-D1CB-138C-AB81-EA0F8D1F6140}"/>
                  </a:ext>
                </a:extLst>
              </p:cNvPr>
              <p:cNvCxnSpPr>
                <a:cxnSpLocks/>
                <a:endCxn id="47" idx="7"/>
              </p:cNvCxnSpPr>
              <p:nvPr/>
            </p:nvCxnSpPr>
            <p:spPr>
              <a:xfrm flipV="1">
                <a:off x="2272076" y="2028586"/>
                <a:ext cx="945503" cy="9454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384B945-5B1B-F3BD-1914-A1952D1CEA47}"/>
                  </a:ext>
                </a:extLst>
              </p:cNvPr>
              <p:cNvSpPr txBox="1"/>
              <p:nvPr/>
            </p:nvSpPr>
            <p:spPr>
              <a:xfrm>
                <a:off x="2920848" y="1799377"/>
                <a:ext cx="500535" cy="4941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384B945-5B1B-F3BD-1914-A1952D1CE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0848" y="1799377"/>
                <a:ext cx="500535" cy="49410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68B9763-FC9D-1936-7581-B43D64CDA359}"/>
                  </a:ext>
                </a:extLst>
              </p:cNvPr>
              <p:cNvSpPr txBox="1"/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68B9763-FC9D-1936-7581-B43D64CDA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blipFill>
                <a:blip r:embed="rId8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13B29E5-3D25-A7BF-5BE9-36518F8BEC44}"/>
                  </a:ext>
                </a:extLst>
              </p:cNvPr>
              <p:cNvSpPr txBox="1"/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13B29E5-3D25-A7BF-5BE9-36518F8BE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blipFill>
                <a:blip r:embed="rId9"/>
                <a:stretch>
                  <a:fillRect l="-2290" r="-2290"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C142574-62E6-D9F5-333A-8A464BA1AF9B}"/>
              </a:ext>
            </a:extLst>
          </p:cNvPr>
          <p:cNvCxnSpPr>
            <a:cxnSpLocks/>
            <a:endCxn id="47" idx="7"/>
          </p:cNvCxnSpPr>
          <p:nvPr/>
        </p:nvCxnSpPr>
        <p:spPr>
          <a:xfrm flipV="1">
            <a:off x="4207349" y="1264186"/>
            <a:ext cx="0" cy="12725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DE740C3-6695-4B60-659B-AFF5489ACD28}"/>
              </a:ext>
            </a:extLst>
          </p:cNvPr>
          <p:cNvCxnSpPr/>
          <p:nvPr/>
        </p:nvCxnSpPr>
        <p:spPr>
          <a:xfrm>
            <a:off x="2942432" y="1264185"/>
            <a:ext cx="1264917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37A927-F002-866C-DB30-FD89A8643FDB}"/>
                  </a:ext>
                </a:extLst>
              </p:cNvPr>
              <p:cNvSpPr txBox="1"/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37A927-F002-866C-DB30-FD89A8643F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B81E380-42AF-0695-38AD-49CEA380A8F6}"/>
                  </a:ext>
                </a:extLst>
              </p:cNvPr>
              <p:cNvSpPr txBox="1"/>
              <p:nvPr/>
            </p:nvSpPr>
            <p:spPr>
              <a:xfrm>
                <a:off x="4181393" y="1717461"/>
                <a:ext cx="7348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B81E380-42AF-0695-38AD-49CEA380A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393" y="1717461"/>
                <a:ext cx="734817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3193671-7480-D121-68F9-99AF6B18F852}"/>
                  </a:ext>
                </a:extLst>
              </p:cNvPr>
              <p:cNvSpPr txBox="1"/>
              <p:nvPr/>
            </p:nvSpPr>
            <p:spPr>
              <a:xfrm>
                <a:off x="2001030" y="2577939"/>
                <a:ext cx="815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3193671-7480-D121-68F9-99AF6B18F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030" y="2577939"/>
                <a:ext cx="815095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88EA149-B87F-2102-2224-277BF4B475A8}"/>
                  </a:ext>
                </a:extLst>
              </p:cNvPr>
              <p:cNvSpPr txBox="1"/>
              <p:nvPr/>
            </p:nvSpPr>
            <p:spPr>
              <a:xfrm>
                <a:off x="2001031" y="814752"/>
                <a:ext cx="815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88EA149-B87F-2102-2224-277BF4B47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031" y="814752"/>
                <a:ext cx="815095" cy="369332"/>
              </a:xfrm>
              <a:prstGeom prst="rect">
                <a:avLst/>
              </a:prstGeom>
              <a:blipFill>
                <a:blip r:embed="rId1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ight Brace 59">
            <a:extLst>
              <a:ext uri="{FF2B5EF4-FFF2-40B4-BE49-F238E27FC236}">
                <a16:creationId xmlns:a16="http://schemas.microsoft.com/office/drawing/2014/main" id="{C727914C-6F4C-1B3B-0A64-0FC15903415B}"/>
              </a:ext>
            </a:extLst>
          </p:cNvPr>
          <p:cNvSpPr/>
          <p:nvPr/>
        </p:nvSpPr>
        <p:spPr>
          <a:xfrm flipH="1">
            <a:off x="2751185" y="759208"/>
            <a:ext cx="169816" cy="49410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ight Brace 60">
            <a:extLst>
              <a:ext uri="{FF2B5EF4-FFF2-40B4-BE49-F238E27FC236}">
                <a16:creationId xmlns:a16="http://schemas.microsoft.com/office/drawing/2014/main" id="{01244299-2D74-5242-2806-97D4AC3C26AC}"/>
              </a:ext>
            </a:extLst>
          </p:cNvPr>
          <p:cNvSpPr/>
          <p:nvPr/>
        </p:nvSpPr>
        <p:spPr>
          <a:xfrm flipH="1">
            <a:off x="2751185" y="1273558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27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13" grpId="0"/>
      <p:bldP spid="52" grpId="0"/>
      <p:bldP spid="53" grpId="0"/>
      <p:bldP spid="58" grpId="0"/>
      <p:bldP spid="59" grpId="0"/>
      <p:bldP spid="60" grpId="0" animBg="1"/>
      <p:bldP spid="6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A1268-0E61-8417-57F9-2E8823CE8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rc 16">
            <a:extLst>
              <a:ext uri="{FF2B5EF4-FFF2-40B4-BE49-F238E27FC236}">
                <a16:creationId xmlns:a16="http://schemas.microsoft.com/office/drawing/2014/main" id="{83415836-B006-DD1E-D899-B664B7148FE8}"/>
              </a:ext>
            </a:extLst>
          </p:cNvPr>
          <p:cNvSpPr/>
          <p:nvPr/>
        </p:nvSpPr>
        <p:spPr>
          <a:xfrm>
            <a:off x="2598212" y="2085993"/>
            <a:ext cx="697242" cy="553554"/>
          </a:xfrm>
          <a:prstGeom prst="arc">
            <a:avLst>
              <a:gd name="adj1" fmla="val 16200000"/>
              <a:gd name="adj2" fmla="val 2012949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341F0DE-86AA-A906-FA7E-19C26716EE9D}"/>
              </a:ext>
            </a:extLst>
          </p:cNvPr>
          <p:cNvGrpSpPr/>
          <p:nvPr/>
        </p:nvGrpSpPr>
        <p:grpSpPr>
          <a:xfrm>
            <a:off x="1153584" y="740244"/>
            <a:ext cx="3577708" cy="3577703"/>
            <a:chOff x="2012104" y="948792"/>
            <a:chExt cx="3577708" cy="3577703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FD5A9AB-1F38-B0B8-F507-20C81D3EF6C1}"/>
                </a:ext>
              </a:extLst>
            </p:cNvPr>
            <p:cNvCxnSpPr>
              <a:cxnSpLocks/>
              <a:stCxn id="50" idx="2"/>
            </p:cNvCxnSpPr>
            <p:nvPr/>
          </p:nvCxnSpPr>
          <p:spPr>
            <a:xfrm>
              <a:off x="2012104" y="2737644"/>
              <a:ext cx="3577706" cy="7622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9541BD6-E7BA-ABA8-90F6-C535E46F0C2E}"/>
                </a:ext>
              </a:extLst>
            </p:cNvPr>
            <p:cNvCxnSpPr>
              <a:cxnSpLocks/>
              <a:stCxn id="50" idx="0"/>
              <a:endCxn id="50" idx="4"/>
            </p:cNvCxnSpPr>
            <p:nvPr/>
          </p:nvCxnSpPr>
          <p:spPr>
            <a:xfrm>
              <a:off x="3800958" y="948792"/>
              <a:ext cx="0" cy="357770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8D5439-E9BA-736F-71ED-598E3F9F6A7E}"/>
                </a:ext>
              </a:extLst>
            </p:cNvPr>
            <p:cNvGrpSpPr/>
            <p:nvPr/>
          </p:nvGrpSpPr>
          <p:grpSpPr>
            <a:xfrm>
              <a:off x="2012104" y="948792"/>
              <a:ext cx="3577708" cy="3577703"/>
              <a:chOff x="934944" y="1636949"/>
              <a:chExt cx="2674273" cy="2674270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10405834-F776-7626-3988-A124AA1D78A2}"/>
                  </a:ext>
                </a:extLst>
              </p:cNvPr>
              <p:cNvGrpSpPr/>
              <p:nvPr/>
            </p:nvGrpSpPr>
            <p:grpSpPr>
              <a:xfrm>
                <a:off x="934944" y="1636949"/>
                <a:ext cx="2674273" cy="2674270"/>
                <a:chOff x="2521889" y="2808131"/>
                <a:chExt cx="1916265" cy="1916264"/>
              </a:xfrm>
            </p:grpSpPr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7AEFCB68-9D69-8004-2FF5-39BA2D6CB373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4" cy="1916264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Oval 31">
                  <a:extLst>
                    <a:ext uri="{FF2B5EF4-FFF2-40B4-BE49-F238E27FC236}">
                      <a16:creationId xmlns:a16="http://schemas.microsoft.com/office/drawing/2014/main" id="{A866AE9D-95E6-C6FB-BE25-08D293010B69}"/>
                    </a:ext>
                  </a:extLst>
                </p:cNvPr>
                <p:cNvSpPr/>
                <p:nvPr/>
              </p:nvSpPr>
              <p:spPr>
                <a:xfrm>
                  <a:off x="2521889" y="2808132"/>
                  <a:ext cx="1916264" cy="958132"/>
                </a:xfrm>
                <a:custGeom>
                  <a:avLst/>
                  <a:gdLst>
                    <a:gd name="connsiteX0" fmla="*/ 0 w 1916264"/>
                    <a:gd name="connsiteY0" fmla="*/ 958132 h 1916264"/>
                    <a:gd name="connsiteX1" fmla="*/ 958132 w 1916264"/>
                    <a:gd name="connsiteY1" fmla="*/ 0 h 1916264"/>
                    <a:gd name="connsiteX2" fmla="*/ 1916264 w 1916264"/>
                    <a:gd name="connsiteY2" fmla="*/ 958132 h 1916264"/>
                    <a:gd name="connsiteX3" fmla="*/ 958132 w 1916264"/>
                    <a:gd name="connsiteY3" fmla="*/ 1916264 h 1916264"/>
                    <a:gd name="connsiteX4" fmla="*/ 0 w 1916264"/>
                    <a:gd name="connsiteY4" fmla="*/ 958132 h 1916264"/>
                    <a:gd name="connsiteX0" fmla="*/ 958132 w 1916264"/>
                    <a:gd name="connsiteY0" fmla="*/ 1916264 h 2007704"/>
                    <a:gd name="connsiteX1" fmla="*/ 0 w 1916264"/>
                    <a:gd name="connsiteY1" fmla="*/ 958132 h 2007704"/>
                    <a:gd name="connsiteX2" fmla="*/ 958132 w 1916264"/>
                    <a:gd name="connsiteY2" fmla="*/ 0 h 2007704"/>
                    <a:gd name="connsiteX3" fmla="*/ 1916264 w 1916264"/>
                    <a:gd name="connsiteY3" fmla="*/ 958132 h 2007704"/>
                    <a:gd name="connsiteX4" fmla="*/ 1049572 w 1916264"/>
                    <a:gd name="connsiteY4" fmla="*/ 2007704 h 2007704"/>
                    <a:gd name="connsiteX0" fmla="*/ 958132 w 1916264"/>
                    <a:gd name="connsiteY0" fmla="*/ 1916264 h 1916264"/>
                    <a:gd name="connsiteX1" fmla="*/ 0 w 1916264"/>
                    <a:gd name="connsiteY1" fmla="*/ 958132 h 1916264"/>
                    <a:gd name="connsiteX2" fmla="*/ 958132 w 1916264"/>
                    <a:gd name="connsiteY2" fmla="*/ 0 h 1916264"/>
                    <a:gd name="connsiteX3" fmla="*/ 1916264 w 1916264"/>
                    <a:gd name="connsiteY3" fmla="*/ 958132 h 1916264"/>
                    <a:gd name="connsiteX0" fmla="*/ 0 w 1916264"/>
                    <a:gd name="connsiteY0" fmla="*/ 958132 h 958132"/>
                    <a:gd name="connsiteX1" fmla="*/ 958132 w 1916264"/>
                    <a:gd name="connsiteY1" fmla="*/ 0 h 958132"/>
                    <a:gd name="connsiteX2" fmla="*/ 1916264 w 1916264"/>
                    <a:gd name="connsiteY2" fmla="*/ 958132 h 95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16264" h="958132">
                      <a:moveTo>
                        <a:pt x="0" y="958132"/>
                      </a:moveTo>
                      <a:cubicBezTo>
                        <a:pt x="0" y="428970"/>
                        <a:pt x="428970" y="0"/>
                        <a:pt x="958132" y="0"/>
                      </a:cubicBezTo>
                      <a:cubicBezTo>
                        <a:pt x="1487294" y="0"/>
                        <a:pt x="1916264" y="428970"/>
                        <a:pt x="1916264" y="958132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0B793D5B-770D-0EE7-EE98-8C621C974B6B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5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</p:grp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EBC16239-6B39-BF99-E97B-6D1B514B3B01}"/>
                  </a:ext>
                </a:extLst>
              </p:cNvPr>
              <p:cNvCxnSpPr>
                <a:cxnSpLocks/>
                <a:endCxn id="50" idx="7"/>
              </p:cNvCxnSpPr>
              <p:nvPr/>
            </p:nvCxnSpPr>
            <p:spPr>
              <a:xfrm flipV="1">
                <a:off x="2272076" y="2028586"/>
                <a:ext cx="945503" cy="9454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8BF2B28-D3C4-D781-3D09-7E6121364735}"/>
                  </a:ext>
                </a:extLst>
              </p:cNvPr>
              <p:cNvSpPr txBox="1"/>
              <p:nvPr/>
            </p:nvSpPr>
            <p:spPr>
              <a:xfrm>
                <a:off x="2920848" y="1799377"/>
                <a:ext cx="500535" cy="4941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8BF2B28-D3C4-D781-3D09-7E6121364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0848" y="1799377"/>
                <a:ext cx="500535" cy="49410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EAC27D-F4C1-3268-923D-A3FF0D5F420D}"/>
                  </a:ext>
                </a:extLst>
              </p:cNvPr>
              <p:cNvSpPr txBox="1"/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EAC27D-F4C1-3268-923D-A3FF0D5F4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blipFill>
                <a:blip r:embed="rId3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D51E70D-3A96-5C36-5AD8-A8E71662018A}"/>
                  </a:ext>
                </a:extLst>
              </p:cNvPr>
              <p:cNvSpPr txBox="1"/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D51E70D-3A96-5C36-5AD8-A8E716620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blipFill>
                <a:blip r:embed="rId4"/>
                <a:stretch>
                  <a:fillRect l="-2290" r="-2290"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809365B-D659-F140-1856-6DEAD569BD32}"/>
              </a:ext>
            </a:extLst>
          </p:cNvPr>
          <p:cNvCxnSpPr>
            <a:cxnSpLocks/>
            <a:endCxn id="50" idx="7"/>
          </p:cNvCxnSpPr>
          <p:nvPr/>
        </p:nvCxnSpPr>
        <p:spPr>
          <a:xfrm flipV="1">
            <a:off x="4207349" y="1264186"/>
            <a:ext cx="0" cy="12725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6AB489-83D7-1AB7-DC11-9ED944C05DF2}"/>
              </a:ext>
            </a:extLst>
          </p:cNvPr>
          <p:cNvCxnSpPr/>
          <p:nvPr/>
        </p:nvCxnSpPr>
        <p:spPr>
          <a:xfrm>
            <a:off x="2942432" y="1264185"/>
            <a:ext cx="1264917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2517A3-14C0-FE6A-4C43-0C31E658D5D2}"/>
                  </a:ext>
                </a:extLst>
              </p:cNvPr>
              <p:cNvSpPr txBox="1"/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2517A3-14C0-FE6A-4C43-0C31E658D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6E5402-6BBF-4B28-0728-02D0AC32E59E}"/>
                  </a:ext>
                </a:extLst>
              </p:cNvPr>
              <p:cNvSpPr txBox="1"/>
              <p:nvPr/>
            </p:nvSpPr>
            <p:spPr>
              <a:xfrm>
                <a:off x="4181393" y="1717461"/>
                <a:ext cx="7348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6E5402-6BBF-4B28-0728-02D0AC32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393" y="1717461"/>
                <a:ext cx="73481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526D941-3B56-9CA6-A438-3460926C16E1}"/>
                  </a:ext>
                </a:extLst>
              </p:cNvPr>
              <p:cNvSpPr txBox="1"/>
              <p:nvPr/>
            </p:nvSpPr>
            <p:spPr>
              <a:xfrm>
                <a:off x="2001030" y="2577939"/>
                <a:ext cx="815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526D941-3B56-9CA6-A438-3460926C16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030" y="2577939"/>
                <a:ext cx="815095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029B7EF-9812-415F-4175-A22DB8EA55F3}"/>
                  </a:ext>
                </a:extLst>
              </p:cNvPr>
              <p:cNvSpPr txBox="1"/>
              <p:nvPr/>
            </p:nvSpPr>
            <p:spPr>
              <a:xfrm>
                <a:off x="2001031" y="814752"/>
                <a:ext cx="815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029B7EF-9812-415F-4175-A22DB8EA5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031" y="814752"/>
                <a:ext cx="815095" cy="369332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ight Brace 30">
            <a:extLst>
              <a:ext uri="{FF2B5EF4-FFF2-40B4-BE49-F238E27FC236}">
                <a16:creationId xmlns:a16="http://schemas.microsoft.com/office/drawing/2014/main" id="{1A30856B-1146-5C11-03EE-B327E8BC786B}"/>
              </a:ext>
            </a:extLst>
          </p:cNvPr>
          <p:cNvSpPr/>
          <p:nvPr/>
        </p:nvSpPr>
        <p:spPr>
          <a:xfrm flipH="1">
            <a:off x="2751185" y="759208"/>
            <a:ext cx="169816" cy="49410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D15CA3FB-CA0A-DF5C-D903-831963A15076}"/>
              </a:ext>
            </a:extLst>
          </p:cNvPr>
          <p:cNvSpPr/>
          <p:nvPr/>
        </p:nvSpPr>
        <p:spPr>
          <a:xfrm flipH="1">
            <a:off x="2751185" y="1273558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48F0598-B147-AFCE-730A-4DB397205056}"/>
                  </a:ext>
                </a:extLst>
              </p:cNvPr>
              <p:cNvSpPr txBox="1"/>
              <p:nvPr/>
            </p:nvSpPr>
            <p:spPr>
              <a:xfrm>
                <a:off x="5689600" y="614195"/>
                <a:ext cx="4294317" cy="10876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ba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bar>
                        </m:den>
                      </m:f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48F0598-B147-AFCE-730A-4DB397205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0" y="614195"/>
                <a:ext cx="4294317" cy="108760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23618E-ACFF-4A77-50C4-EAB0FEC100A2}"/>
                  </a:ext>
                </a:extLst>
              </p:cNvPr>
              <p:cNvSpPr txBox="1"/>
              <p:nvPr/>
            </p:nvSpPr>
            <p:spPr>
              <a:xfrm>
                <a:off x="2107027" y="1294560"/>
                <a:ext cx="385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23618E-ACFF-4A77-50C4-EAB0FEC10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027" y="1294560"/>
                <a:ext cx="385683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9D7238B-560E-9760-E455-7D156D3443E6}"/>
              </a:ext>
            </a:extLst>
          </p:cNvPr>
          <p:cNvCxnSpPr>
            <a:endCxn id="33" idx="0"/>
          </p:cNvCxnSpPr>
          <p:nvPr/>
        </p:nvCxnSpPr>
        <p:spPr>
          <a:xfrm flipV="1">
            <a:off x="2408577" y="1273558"/>
            <a:ext cx="512424" cy="199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E6F984F-FD11-9758-93E1-2C838D45EFA9}"/>
                  </a:ext>
                </a:extLst>
              </p:cNvPr>
              <p:cNvSpPr txBox="1"/>
              <p:nvPr/>
            </p:nvSpPr>
            <p:spPr>
              <a:xfrm>
                <a:off x="5689600" y="2350054"/>
                <a:ext cx="4294317" cy="11053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bar>
                        </m:den>
                      </m:f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E6F984F-FD11-9758-93E1-2C838D45E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0" y="2350054"/>
                <a:ext cx="4294317" cy="110536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370ADA66-F8FC-FE70-1D69-C53E4F62193D}"/>
              </a:ext>
            </a:extLst>
          </p:cNvPr>
          <p:cNvSpPr txBox="1"/>
          <p:nvPr/>
        </p:nvSpPr>
        <p:spPr>
          <a:xfrm>
            <a:off x="6952900" y="3852965"/>
            <a:ext cx="12082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Note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5C0A216-0D77-33B5-E5E9-653A0AA1120B}"/>
                  </a:ext>
                </a:extLst>
              </p:cNvPr>
              <p:cNvSpPr txBox="1"/>
              <p:nvPr/>
            </p:nvSpPr>
            <p:spPr>
              <a:xfrm>
                <a:off x="9873469" y="706655"/>
                <a:ext cx="1588127" cy="9026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5C0A216-0D77-33B5-E5E9-653A0AA11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3469" y="706655"/>
                <a:ext cx="1588127" cy="90268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0EA1862-E0F9-518F-233D-921B4C2FCBB7}"/>
                  </a:ext>
                </a:extLst>
              </p:cNvPr>
              <p:cNvSpPr txBox="1"/>
              <p:nvPr/>
            </p:nvSpPr>
            <p:spPr>
              <a:xfrm>
                <a:off x="9830661" y="2438392"/>
                <a:ext cx="1527020" cy="9026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0EA1862-E0F9-518F-233D-921B4C2FC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661" y="2438392"/>
                <a:ext cx="1527020" cy="90268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EC61EB8-26E7-B7B1-DFE8-FF44581C82EC}"/>
              </a:ext>
            </a:extLst>
          </p:cNvPr>
          <p:cNvCxnSpPr/>
          <p:nvPr/>
        </p:nvCxnSpPr>
        <p:spPr>
          <a:xfrm flipV="1">
            <a:off x="8178800" y="3175871"/>
            <a:ext cx="2184400" cy="11738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1119600-E9F2-9A28-0EB7-88462E65A029}"/>
              </a:ext>
            </a:extLst>
          </p:cNvPr>
          <p:cNvCxnSpPr>
            <a:endCxn id="39" idx="2"/>
          </p:cNvCxnSpPr>
          <p:nvPr/>
        </p:nvCxnSpPr>
        <p:spPr>
          <a:xfrm flipV="1">
            <a:off x="8197850" y="1609338"/>
            <a:ext cx="2469683" cy="2583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B0C7BDC-3CBA-80DD-BCE5-C036D117AB8A}"/>
                  </a:ext>
                </a:extLst>
              </p:cNvPr>
              <p:cNvSpPr txBox="1"/>
              <p:nvPr/>
            </p:nvSpPr>
            <p:spPr>
              <a:xfrm>
                <a:off x="4382316" y="4246644"/>
                <a:ext cx="5103769" cy="1001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If we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/>
                  <a:t>,</a:t>
                </a:r>
                <a:br>
                  <a:rPr lang="en-US" sz="2400" dirty="0"/>
                </a:br>
                <a:r>
                  <a:rPr lang="en-US" sz="2400" dirty="0"/>
                  <a:t>we get back a constraint on the square!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B0C7BDC-3CBA-80DD-BCE5-C036D117AB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2316" y="4246644"/>
                <a:ext cx="5103769" cy="1001300"/>
              </a:xfrm>
              <a:prstGeom prst="rect">
                <a:avLst/>
              </a:prstGeom>
              <a:blipFill>
                <a:blip r:embed="rId14"/>
                <a:stretch>
                  <a:fillRect l="-1912" r="-717" b="-12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656D7CE-5314-0C8B-8961-2A812462D638}"/>
                  </a:ext>
                </a:extLst>
              </p:cNvPr>
              <p:cNvSpPr txBox="1"/>
              <p:nvPr/>
            </p:nvSpPr>
            <p:spPr>
              <a:xfrm>
                <a:off x="1691027" y="5346924"/>
                <a:ext cx="7497822" cy="8222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  <m:sup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rad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  <m:sup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rad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656D7CE-5314-0C8B-8961-2A812462D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027" y="5346924"/>
                <a:ext cx="7497822" cy="82227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4445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0" grpId="0"/>
      <p:bldP spid="46" grpId="0"/>
      <p:bldP spid="4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E496-EA0B-B28A-27B9-53C8FB9A0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rc 16">
            <a:extLst>
              <a:ext uri="{FF2B5EF4-FFF2-40B4-BE49-F238E27FC236}">
                <a16:creationId xmlns:a16="http://schemas.microsoft.com/office/drawing/2014/main" id="{F2D38776-41CD-67CD-DBE9-544A29CFD5A5}"/>
              </a:ext>
            </a:extLst>
          </p:cNvPr>
          <p:cNvSpPr/>
          <p:nvPr/>
        </p:nvSpPr>
        <p:spPr>
          <a:xfrm>
            <a:off x="7932212" y="2085993"/>
            <a:ext cx="697242" cy="553554"/>
          </a:xfrm>
          <a:prstGeom prst="arc">
            <a:avLst>
              <a:gd name="adj1" fmla="val 16200000"/>
              <a:gd name="adj2" fmla="val 180632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CC8BA9D-921F-63B6-5D7D-F5586B41EA2F}"/>
              </a:ext>
            </a:extLst>
          </p:cNvPr>
          <p:cNvGrpSpPr/>
          <p:nvPr/>
        </p:nvGrpSpPr>
        <p:grpSpPr>
          <a:xfrm>
            <a:off x="6487584" y="740244"/>
            <a:ext cx="3577708" cy="3577703"/>
            <a:chOff x="2012104" y="948792"/>
            <a:chExt cx="3577708" cy="3577703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5DEEB4B-1F4B-CE72-6B8A-888E4F4D126F}"/>
                </a:ext>
              </a:extLst>
            </p:cNvPr>
            <p:cNvCxnSpPr>
              <a:cxnSpLocks/>
              <a:stCxn id="50" idx="2"/>
            </p:cNvCxnSpPr>
            <p:nvPr/>
          </p:nvCxnSpPr>
          <p:spPr>
            <a:xfrm>
              <a:off x="2012104" y="2737644"/>
              <a:ext cx="3577706" cy="7622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BCE7F48-5C04-555D-FCB8-E17A5F892EEC}"/>
                </a:ext>
              </a:extLst>
            </p:cNvPr>
            <p:cNvCxnSpPr>
              <a:cxnSpLocks/>
              <a:stCxn id="50" idx="0"/>
              <a:endCxn id="50" idx="4"/>
            </p:cNvCxnSpPr>
            <p:nvPr/>
          </p:nvCxnSpPr>
          <p:spPr>
            <a:xfrm>
              <a:off x="3800958" y="948792"/>
              <a:ext cx="0" cy="357770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5A7142B-7EC8-BC34-D266-D114F168CD01}"/>
                </a:ext>
              </a:extLst>
            </p:cNvPr>
            <p:cNvGrpSpPr/>
            <p:nvPr/>
          </p:nvGrpSpPr>
          <p:grpSpPr>
            <a:xfrm>
              <a:off x="2012104" y="948792"/>
              <a:ext cx="3577708" cy="3577703"/>
              <a:chOff x="2521889" y="2808131"/>
              <a:chExt cx="1916265" cy="1916264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5C66B32E-4F40-1814-651B-CBF6E2B2D71D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Oval 31">
                <a:extLst>
                  <a:ext uri="{FF2B5EF4-FFF2-40B4-BE49-F238E27FC236}">
                    <a16:creationId xmlns:a16="http://schemas.microsoft.com/office/drawing/2014/main" id="{603C85CE-AF70-2160-BAED-F7590F0E5800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B86660A-2E71-B7E6-DDE5-A54B849E4C79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lt1"/>
                  </a:solidFill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6ACBA49-FA99-CCA4-95D6-50D7EE0F26A1}"/>
                  </a:ext>
                </a:extLst>
              </p:cNvPr>
              <p:cNvSpPr txBox="1"/>
              <p:nvPr/>
            </p:nvSpPr>
            <p:spPr>
              <a:xfrm>
                <a:off x="8158089" y="1642397"/>
                <a:ext cx="5005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6ACBA49-FA99-CCA4-95D6-50D7EE0F2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8089" y="1642397"/>
                <a:ext cx="500535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ABC025-CB2B-DA0C-EEDC-1592CA043937}"/>
                  </a:ext>
                </a:extLst>
              </p:cNvPr>
              <p:cNvSpPr txBox="1"/>
              <p:nvPr/>
            </p:nvSpPr>
            <p:spPr>
              <a:xfrm>
                <a:off x="7875264" y="233822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ABC025-CB2B-DA0C-EEDC-1592CA043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264" y="233822"/>
                <a:ext cx="802336" cy="461665"/>
              </a:xfrm>
              <a:prstGeom prst="rect">
                <a:avLst/>
              </a:prstGeom>
              <a:blipFill>
                <a:blip r:embed="rId3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65DBF7-AAB3-6313-FEF5-8F6DAD1527FB}"/>
                  </a:ext>
                </a:extLst>
              </p:cNvPr>
              <p:cNvSpPr txBox="1"/>
              <p:nvPr/>
            </p:nvSpPr>
            <p:spPr>
              <a:xfrm>
                <a:off x="7875264" y="4380221"/>
                <a:ext cx="80233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65DBF7-AAB3-6313-FEF5-8F6DAD1527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264" y="4380221"/>
                <a:ext cx="802335" cy="461665"/>
              </a:xfrm>
              <a:prstGeom prst="rect">
                <a:avLst/>
              </a:prstGeom>
              <a:blipFill>
                <a:blip r:embed="rId4"/>
                <a:stretch>
                  <a:fillRect l="-2290" r="-2290"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0BF136B-F4F0-274B-5B56-0073974BBF40}"/>
              </a:ext>
            </a:extLst>
          </p:cNvPr>
          <p:cNvCxnSpPr>
            <a:cxnSpLocks/>
          </p:cNvCxnSpPr>
          <p:nvPr/>
        </p:nvCxnSpPr>
        <p:spPr>
          <a:xfrm flipV="1">
            <a:off x="8908888" y="868891"/>
            <a:ext cx="0" cy="16678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443D451-D264-42AD-8870-3A890DB82EDC}"/>
              </a:ext>
            </a:extLst>
          </p:cNvPr>
          <p:cNvCxnSpPr>
            <a:cxnSpLocks/>
          </p:cNvCxnSpPr>
          <p:nvPr/>
        </p:nvCxnSpPr>
        <p:spPr>
          <a:xfrm>
            <a:off x="8276432" y="868891"/>
            <a:ext cx="6374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F84BBA-83F7-2757-8753-D56EDC0FFD6E}"/>
                  </a:ext>
                </a:extLst>
              </p:cNvPr>
              <p:cNvSpPr txBox="1"/>
              <p:nvPr/>
            </p:nvSpPr>
            <p:spPr>
              <a:xfrm>
                <a:off x="8849484" y="1748127"/>
                <a:ext cx="42934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F84BBA-83F7-2757-8753-D56EDC0FF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484" y="1748127"/>
                <a:ext cx="429348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BF38EA8-5525-CC29-E935-049D32DD704B}"/>
                  </a:ext>
                </a:extLst>
              </p:cNvPr>
              <p:cNvSpPr txBox="1"/>
              <p:nvPr/>
            </p:nvSpPr>
            <p:spPr>
              <a:xfrm>
                <a:off x="7369889" y="1412699"/>
                <a:ext cx="986552" cy="4277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d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BF38EA8-5525-CC29-E935-049D32DD7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9889" y="1412699"/>
                <a:ext cx="986552" cy="427746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0F06FE9-A6D6-5AC9-5AC1-D07E3D07A448}"/>
                  </a:ext>
                </a:extLst>
              </p:cNvPr>
              <p:cNvSpPr txBox="1"/>
              <p:nvPr/>
            </p:nvSpPr>
            <p:spPr>
              <a:xfrm>
                <a:off x="8136178" y="2542473"/>
                <a:ext cx="986552" cy="4277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d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0F06FE9-A6D6-5AC9-5AC1-D07E3D07A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178" y="2542473"/>
                <a:ext cx="986552" cy="427746"/>
              </a:xfrm>
              <a:prstGeom prst="rect">
                <a:avLst/>
              </a:prstGeom>
              <a:blipFill>
                <a:blip r:embed="rId7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97023658-6783-35BF-A01D-A7CAA2FEE8EC}"/>
              </a:ext>
            </a:extLst>
          </p:cNvPr>
          <p:cNvSpPr/>
          <p:nvPr/>
        </p:nvSpPr>
        <p:spPr>
          <a:xfrm>
            <a:off x="2598212" y="2085993"/>
            <a:ext cx="697242" cy="553554"/>
          </a:xfrm>
          <a:prstGeom prst="arc">
            <a:avLst>
              <a:gd name="adj1" fmla="val 16200000"/>
              <a:gd name="adj2" fmla="val 2012949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B618856-CA54-85E6-1911-5DE0208E1B1C}"/>
              </a:ext>
            </a:extLst>
          </p:cNvPr>
          <p:cNvGrpSpPr/>
          <p:nvPr/>
        </p:nvGrpSpPr>
        <p:grpSpPr>
          <a:xfrm>
            <a:off x="1153584" y="740244"/>
            <a:ext cx="3577708" cy="3577703"/>
            <a:chOff x="2012104" y="948792"/>
            <a:chExt cx="3577708" cy="357770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506F547-C3FB-92F2-21EF-497B92AEC73D}"/>
                </a:ext>
              </a:extLst>
            </p:cNvPr>
            <p:cNvCxnSpPr>
              <a:cxnSpLocks/>
              <a:stCxn id="26" idx="2"/>
            </p:cNvCxnSpPr>
            <p:nvPr/>
          </p:nvCxnSpPr>
          <p:spPr>
            <a:xfrm>
              <a:off x="2012104" y="2737644"/>
              <a:ext cx="3577706" cy="7622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ED68C54-F75A-7004-9315-2D654930E8CF}"/>
                </a:ext>
              </a:extLst>
            </p:cNvPr>
            <p:cNvCxnSpPr>
              <a:cxnSpLocks/>
              <a:stCxn id="26" idx="0"/>
              <a:endCxn id="26" idx="4"/>
            </p:cNvCxnSpPr>
            <p:nvPr/>
          </p:nvCxnSpPr>
          <p:spPr>
            <a:xfrm>
              <a:off x="3800958" y="948792"/>
              <a:ext cx="0" cy="357770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F91306-36BA-F9E3-3F99-18FFB251A0F4}"/>
                </a:ext>
              </a:extLst>
            </p:cNvPr>
            <p:cNvGrpSpPr/>
            <p:nvPr/>
          </p:nvGrpSpPr>
          <p:grpSpPr>
            <a:xfrm>
              <a:off x="2012104" y="948792"/>
              <a:ext cx="3577708" cy="3577703"/>
              <a:chOff x="934944" y="1636949"/>
              <a:chExt cx="2674273" cy="267427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DEF1E01-A284-496C-1285-574A7527013E}"/>
                  </a:ext>
                </a:extLst>
              </p:cNvPr>
              <p:cNvGrpSpPr/>
              <p:nvPr/>
            </p:nvGrpSpPr>
            <p:grpSpPr>
              <a:xfrm>
                <a:off x="934944" y="1636949"/>
                <a:ext cx="2674273" cy="2674270"/>
                <a:chOff x="2521889" y="2808131"/>
                <a:chExt cx="1916265" cy="1916264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E9B73BC4-7B43-8A05-5ED0-1D2442B45B7D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4" cy="1916264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31">
                  <a:extLst>
                    <a:ext uri="{FF2B5EF4-FFF2-40B4-BE49-F238E27FC236}">
                      <a16:creationId xmlns:a16="http://schemas.microsoft.com/office/drawing/2014/main" id="{32E2D836-6D1D-D6AB-6776-4528738F7689}"/>
                    </a:ext>
                  </a:extLst>
                </p:cNvPr>
                <p:cNvSpPr/>
                <p:nvPr/>
              </p:nvSpPr>
              <p:spPr>
                <a:xfrm>
                  <a:off x="2521889" y="2808132"/>
                  <a:ext cx="1916264" cy="958132"/>
                </a:xfrm>
                <a:custGeom>
                  <a:avLst/>
                  <a:gdLst>
                    <a:gd name="connsiteX0" fmla="*/ 0 w 1916264"/>
                    <a:gd name="connsiteY0" fmla="*/ 958132 h 1916264"/>
                    <a:gd name="connsiteX1" fmla="*/ 958132 w 1916264"/>
                    <a:gd name="connsiteY1" fmla="*/ 0 h 1916264"/>
                    <a:gd name="connsiteX2" fmla="*/ 1916264 w 1916264"/>
                    <a:gd name="connsiteY2" fmla="*/ 958132 h 1916264"/>
                    <a:gd name="connsiteX3" fmla="*/ 958132 w 1916264"/>
                    <a:gd name="connsiteY3" fmla="*/ 1916264 h 1916264"/>
                    <a:gd name="connsiteX4" fmla="*/ 0 w 1916264"/>
                    <a:gd name="connsiteY4" fmla="*/ 958132 h 1916264"/>
                    <a:gd name="connsiteX0" fmla="*/ 958132 w 1916264"/>
                    <a:gd name="connsiteY0" fmla="*/ 1916264 h 2007704"/>
                    <a:gd name="connsiteX1" fmla="*/ 0 w 1916264"/>
                    <a:gd name="connsiteY1" fmla="*/ 958132 h 2007704"/>
                    <a:gd name="connsiteX2" fmla="*/ 958132 w 1916264"/>
                    <a:gd name="connsiteY2" fmla="*/ 0 h 2007704"/>
                    <a:gd name="connsiteX3" fmla="*/ 1916264 w 1916264"/>
                    <a:gd name="connsiteY3" fmla="*/ 958132 h 2007704"/>
                    <a:gd name="connsiteX4" fmla="*/ 1049572 w 1916264"/>
                    <a:gd name="connsiteY4" fmla="*/ 2007704 h 2007704"/>
                    <a:gd name="connsiteX0" fmla="*/ 958132 w 1916264"/>
                    <a:gd name="connsiteY0" fmla="*/ 1916264 h 1916264"/>
                    <a:gd name="connsiteX1" fmla="*/ 0 w 1916264"/>
                    <a:gd name="connsiteY1" fmla="*/ 958132 h 1916264"/>
                    <a:gd name="connsiteX2" fmla="*/ 958132 w 1916264"/>
                    <a:gd name="connsiteY2" fmla="*/ 0 h 1916264"/>
                    <a:gd name="connsiteX3" fmla="*/ 1916264 w 1916264"/>
                    <a:gd name="connsiteY3" fmla="*/ 958132 h 1916264"/>
                    <a:gd name="connsiteX0" fmla="*/ 0 w 1916264"/>
                    <a:gd name="connsiteY0" fmla="*/ 958132 h 958132"/>
                    <a:gd name="connsiteX1" fmla="*/ 958132 w 1916264"/>
                    <a:gd name="connsiteY1" fmla="*/ 0 h 958132"/>
                    <a:gd name="connsiteX2" fmla="*/ 1916264 w 1916264"/>
                    <a:gd name="connsiteY2" fmla="*/ 958132 h 95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16264" h="958132">
                      <a:moveTo>
                        <a:pt x="0" y="958132"/>
                      </a:moveTo>
                      <a:cubicBezTo>
                        <a:pt x="0" y="428970"/>
                        <a:pt x="428970" y="0"/>
                        <a:pt x="958132" y="0"/>
                      </a:cubicBezTo>
                      <a:cubicBezTo>
                        <a:pt x="1487294" y="0"/>
                        <a:pt x="1916264" y="428970"/>
                        <a:pt x="1916264" y="958132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C62DCF1F-CAE5-D660-C4C2-7EEFCE8A90D6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5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9388D02-22F5-84A4-A481-9722CEAE69C7}"/>
                  </a:ext>
                </a:extLst>
              </p:cNvPr>
              <p:cNvCxnSpPr>
                <a:cxnSpLocks/>
                <a:endCxn id="26" idx="7"/>
              </p:cNvCxnSpPr>
              <p:nvPr/>
            </p:nvCxnSpPr>
            <p:spPr>
              <a:xfrm flipV="1">
                <a:off x="2272076" y="2028586"/>
                <a:ext cx="945503" cy="9454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E13D543-C8C0-A9D0-3454-0C0C9A1A3CCA}"/>
                  </a:ext>
                </a:extLst>
              </p:cNvPr>
              <p:cNvSpPr txBox="1"/>
              <p:nvPr/>
            </p:nvSpPr>
            <p:spPr>
              <a:xfrm>
                <a:off x="2920848" y="1799377"/>
                <a:ext cx="500535" cy="4941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E13D543-C8C0-A9D0-3454-0C0C9A1A3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0848" y="1799377"/>
                <a:ext cx="500535" cy="49410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0175989-3481-4BE4-6130-3CD1AF688022}"/>
                  </a:ext>
                </a:extLst>
              </p:cNvPr>
              <p:cNvSpPr txBox="1"/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0175989-3481-4BE4-6130-3CD1AF688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blipFill>
                <a:blip r:embed="rId3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A8E608D-1187-105D-67C8-37A6992BC29B}"/>
                  </a:ext>
                </a:extLst>
              </p:cNvPr>
              <p:cNvSpPr txBox="1"/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A8E608D-1187-105D-67C8-37A6992BC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blipFill>
                <a:blip r:embed="rId9"/>
                <a:stretch>
                  <a:fillRect l="-2290" r="-2290"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400B67B-0388-B848-8329-F8F4FBB9EA1F}"/>
              </a:ext>
            </a:extLst>
          </p:cNvPr>
          <p:cNvCxnSpPr>
            <a:cxnSpLocks/>
            <a:endCxn id="26" idx="7"/>
          </p:cNvCxnSpPr>
          <p:nvPr/>
        </p:nvCxnSpPr>
        <p:spPr>
          <a:xfrm flipV="1">
            <a:off x="4207349" y="1264186"/>
            <a:ext cx="0" cy="12725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21CD9C7-9619-67C0-6D9C-A1895D95C11D}"/>
              </a:ext>
            </a:extLst>
          </p:cNvPr>
          <p:cNvCxnSpPr/>
          <p:nvPr/>
        </p:nvCxnSpPr>
        <p:spPr>
          <a:xfrm>
            <a:off x="2942432" y="1264185"/>
            <a:ext cx="1264917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7D77F42-6BBB-2A06-D9AB-A75DB125D017}"/>
                  </a:ext>
                </a:extLst>
              </p:cNvPr>
              <p:cNvSpPr txBox="1"/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7D77F42-6BBB-2A06-D9AB-A75DB125D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676F74-C45D-9D9E-BDAC-40F149DE101D}"/>
                  </a:ext>
                </a:extLst>
              </p:cNvPr>
              <p:cNvSpPr txBox="1"/>
              <p:nvPr/>
            </p:nvSpPr>
            <p:spPr>
              <a:xfrm>
                <a:off x="4181393" y="1717461"/>
                <a:ext cx="7348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676F74-C45D-9D9E-BDAC-40F149DE1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393" y="1717461"/>
                <a:ext cx="734817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BFC93F8-CEEF-B3F9-D149-AD71185FF553}"/>
                  </a:ext>
                </a:extLst>
              </p:cNvPr>
              <p:cNvSpPr txBox="1"/>
              <p:nvPr/>
            </p:nvSpPr>
            <p:spPr>
              <a:xfrm>
                <a:off x="2001030" y="2577939"/>
                <a:ext cx="815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BFC93F8-CEEF-B3F9-D149-AD71185FF5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030" y="2577939"/>
                <a:ext cx="815095" cy="369332"/>
              </a:xfrm>
              <a:prstGeom prst="rect">
                <a:avLst/>
              </a:prstGeom>
              <a:blipFill>
                <a:blip r:embed="rId11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CEBBF1C-BAF3-4FD7-1EA8-B3A68B786961}"/>
                  </a:ext>
                </a:extLst>
              </p:cNvPr>
              <p:cNvSpPr txBox="1"/>
              <p:nvPr/>
            </p:nvSpPr>
            <p:spPr>
              <a:xfrm>
                <a:off x="2001031" y="814752"/>
                <a:ext cx="815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CEBBF1C-BAF3-4FD7-1EA8-B3A68B786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031" y="814752"/>
                <a:ext cx="815095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ight Brace 51">
            <a:extLst>
              <a:ext uri="{FF2B5EF4-FFF2-40B4-BE49-F238E27FC236}">
                <a16:creationId xmlns:a16="http://schemas.microsoft.com/office/drawing/2014/main" id="{5B748D51-C52F-4BCA-00FA-890CCC1324A9}"/>
              </a:ext>
            </a:extLst>
          </p:cNvPr>
          <p:cNvSpPr/>
          <p:nvPr/>
        </p:nvSpPr>
        <p:spPr>
          <a:xfrm flipH="1">
            <a:off x="2751185" y="759208"/>
            <a:ext cx="169816" cy="49410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ight Brace 52">
            <a:extLst>
              <a:ext uri="{FF2B5EF4-FFF2-40B4-BE49-F238E27FC236}">
                <a16:creationId xmlns:a16="http://schemas.microsoft.com/office/drawing/2014/main" id="{49AA815D-2A9F-9995-EA04-F3E4A307F95A}"/>
              </a:ext>
            </a:extLst>
          </p:cNvPr>
          <p:cNvSpPr/>
          <p:nvPr/>
        </p:nvSpPr>
        <p:spPr>
          <a:xfrm flipH="1">
            <a:off x="2751185" y="1273558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3FFFAB9-AC2A-C617-8A93-EB4E8E8D8233}"/>
                  </a:ext>
                </a:extLst>
              </p:cNvPr>
              <p:cNvSpPr txBox="1"/>
              <p:nvPr/>
            </p:nvSpPr>
            <p:spPr>
              <a:xfrm>
                <a:off x="5734590" y="2280778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3FFFAB9-AC2A-C617-8A93-EB4E8E8D82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590" y="2280778"/>
                <a:ext cx="802336" cy="461665"/>
              </a:xfrm>
              <a:prstGeom prst="rect">
                <a:avLst/>
              </a:prstGeom>
              <a:blipFill>
                <a:blip r:embed="rId13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37F0172-45AE-6716-11B3-A3411747BF4B}"/>
                  </a:ext>
                </a:extLst>
              </p:cNvPr>
              <p:cNvSpPr txBox="1"/>
              <p:nvPr/>
            </p:nvSpPr>
            <p:spPr>
              <a:xfrm>
                <a:off x="10020840" y="2280778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37F0172-45AE-6716-11B3-A3411747BF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0840" y="2280778"/>
                <a:ext cx="802336" cy="461665"/>
              </a:xfrm>
              <a:prstGeom prst="rect">
                <a:avLst/>
              </a:prstGeom>
              <a:blipFill>
                <a:blip r:embed="rId14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A1B35AE-664E-5776-E3FC-DE76E87B62C7}"/>
              </a:ext>
            </a:extLst>
          </p:cNvPr>
          <p:cNvCxnSpPr>
            <a:cxnSpLocks/>
          </p:cNvCxnSpPr>
          <p:nvPr/>
        </p:nvCxnSpPr>
        <p:spPr>
          <a:xfrm flipV="1">
            <a:off x="8276432" y="868891"/>
            <a:ext cx="637475" cy="1660201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6371ADC8-4C23-C097-3608-05C70EFEFC54}"/>
              </a:ext>
            </a:extLst>
          </p:cNvPr>
          <p:cNvSpPr/>
          <p:nvPr/>
        </p:nvSpPr>
        <p:spPr>
          <a:xfrm flipH="1">
            <a:off x="5139328" y="3640299"/>
            <a:ext cx="1134415" cy="4532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3903659-1502-9AC8-9E7D-2866C4013D8E}"/>
                  </a:ext>
                </a:extLst>
              </p:cNvPr>
              <p:cNvSpPr txBox="1"/>
              <p:nvPr/>
            </p:nvSpPr>
            <p:spPr>
              <a:xfrm>
                <a:off x="5238188" y="3270491"/>
                <a:ext cx="9485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3903659-1502-9AC8-9E7D-2866C4013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188" y="3270491"/>
                <a:ext cx="94859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Arrow: Right 70">
            <a:extLst>
              <a:ext uri="{FF2B5EF4-FFF2-40B4-BE49-F238E27FC236}">
                <a16:creationId xmlns:a16="http://schemas.microsoft.com/office/drawing/2014/main" id="{57D8480A-90D5-57D6-D656-4B7217F1AF63}"/>
              </a:ext>
            </a:extLst>
          </p:cNvPr>
          <p:cNvSpPr/>
          <p:nvPr/>
        </p:nvSpPr>
        <p:spPr>
          <a:xfrm>
            <a:off x="5139328" y="1264185"/>
            <a:ext cx="1134415" cy="4532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CDDBF28F-7ED9-2BD9-E600-97674DBF9B67}"/>
                  </a:ext>
                </a:extLst>
              </p:cNvPr>
              <p:cNvSpPr txBox="1"/>
              <p:nvPr/>
            </p:nvSpPr>
            <p:spPr>
              <a:xfrm>
                <a:off x="5302306" y="627399"/>
                <a:ext cx="820353" cy="613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CDDBF28F-7ED9-2BD9-E600-97674DBF9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306" y="627399"/>
                <a:ext cx="820353" cy="61324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EA0E1FF-591E-03C5-9DEA-530EB43DE91F}"/>
              </a:ext>
            </a:extLst>
          </p:cNvPr>
          <p:cNvCxnSpPr>
            <a:cxnSpLocks/>
          </p:cNvCxnSpPr>
          <p:nvPr/>
        </p:nvCxnSpPr>
        <p:spPr>
          <a:xfrm flipH="1" flipV="1">
            <a:off x="3730158" y="4311277"/>
            <a:ext cx="881390" cy="787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31EF75B1-7AD9-91D1-C392-44876ECF5C33}"/>
              </a:ext>
            </a:extLst>
          </p:cNvPr>
          <p:cNvSpPr txBox="1"/>
          <p:nvPr/>
        </p:nvSpPr>
        <p:spPr>
          <a:xfrm>
            <a:off x="143149" y="216305"/>
            <a:ext cx="2265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 physical space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136EF84-3E4E-C9CA-CE98-7E7294EF34A1}"/>
              </a:ext>
            </a:extLst>
          </p:cNvPr>
          <p:cNvSpPr txBox="1"/>
          <p:nvPr/>
        </p:nvSpPr>
        <p:spPr>
          <a:xfrm>
            <a:off x="9497768" y="353087"/>
            <a:ext cx="2551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 the vector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5489390-D689-B742-A99A-ABC2C789A3B4}"/>
                  </a:ext>
                </a:extLst>
              </p:cNvPr>
              <p:cNvSpPr txBox="1"/>
              <p:nvPr/>
            </p:nvSpPr>
            <p:spPr>
              <a:xfrm>
                <a:off x="4788946" y="4566435"/>
                <a:ext cx="18912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n-US" sz="2400" i="1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2400" i="1" dirty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5489390-D689-B742-A99A-ABC2C789A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8946" y="4566435"/>
                <a:ext cx="1891287" cy="461665"/>
              </a:xfrm>
              <a:prstGeom prst="rect">
                <a:avLst/>
              </a:prstGeom>
              <a:blipFill>
                <a:blip r:embed="rId17"/>
                <a:stretch>
                  <a:fillRect l="-2903" t="-10526" r="-193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894F53DD-8F07-D73A-9A86-6BA918BDB10E}"/>
              </a:ext>
            </a:extLst>
          </p:cNvPr>
          <p:cNvSpPr txBox="1"/>
          <p:nvPr/>
        </p:nvSpPr>
        <p:spPr>
          <a:xfrm>
            <a:off x="4455680" y="5094700"/>
            <a:ext cx="2501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opposite and orthogonal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3EBC8588-D51D-B46A-0B47-FC89D7D430E1}"/>
              </a:ext>
            </a:extLst>
          </p:cNvPr>
          <p:cNvCxnSpPr/>
          <p:nvPr/>
        </p:nvCxnSpPr>
        <p:spPr>
          <a:xfrm flipV="1">
            <a:off x="6854663" y="4380221"/>
            <a:ext cx="707492" cy="718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6BEC70B5-D291-CEFF-6CC3-F8B5CC74A472}"/>
              </a:ext>
            </a:extLst>
          </p:cNvPr>
          <p:cNvSpPr txBox="1"/>
          <p:nvPr/>
        </p:nvSpPr>
        <p:spPr>
          <a:xfrm rot="16200000">
            <a:off x="5843630" y="2188444"/>
            <a:ext cx="2812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Double cover!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FF1B634-D71C-D3FA-F3AE-3702F06D9D1A}"/>
                  </a:ext>
                </a:extLst>
              </p:cNvPr>
              <p:cNvSpPr txBox="1"/>
              <p:nvPr/>
            </p:nvSpPr>
            <p:spPr>
              <a:xfrm>
                <a:off x="867697" y="5488521"/>
                <a:ext cx="8097025" cy="9026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d>
                        </m:e>
                      </m:rad>
                      <m:d>
                        <m:dPr>
                          <m:begChr m:val="|"/>
                          <m:endChr m:val="⟩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d>
                        </m:e>
                      </m:rad>
                      <m:d>
                        <m:dPr>
                          <m:begChr m:val="|"/>
                          <m:endChr m:val="⟩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FF1B634-D71C-D3FA-F3AE-3702F06D9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97" y="5488521"/>
                <a:ext cx="8097025" cy="90268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9945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F6721-512E-ECA8-57BF-416B1FA04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rc 5">
            <a:extLst>
              <a:ext uri="{FF2B5EF4-FFF2-40B4-BE49-F238E27FC236}">
                <a16:creationId xmlns:a16="http://schemas.microsoft.com/office/drawing/2014/main" id="{D8F23B0E-3AF3-9140-4D97-CAE474ABB3FA}"/>
              </a:ext>
            </a:extLst>
          </p:cNvPr>
          <p:cNvSpPr/>
          <p:nvPr/>
        </p:nvSpPr>
        <p:spPr>
          <a:xfrm>
            <a:off x="2598212" y="2085993"/>
            <a:ext cx="697242" cy="553554"/>
          </a:xfrm>
          <a:prstGeom prst="arc">
            <a:avLst>
              <a:gd name="adj1" fmla="val 14089287"/>
              <a:gd name="adj2" fmla="val 2012949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4EA812-5AEF-BB3D-E0A5-9CBD8BE56CE8}"/>
                  </a:ext>
                </a:extLst>
              </p:cNvPr>
              <p:cNvSpPr txBox="1"/>
              <p:nvPr/>
            </p:nvSpPr>
            <p:spPr>
              <a:xfrm>
                <a:off x="2813633" y="1793731"/>
                <a:ext cx="6001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𝑤𝑣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4EA812-5AEF-BB3D-E0A5-9CBD8BE56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3633" y="1793731"/>
                <a:ext cx="60016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6F2B574-EF74-9F05-1C07-47749E1E8CA3}"/>
                  </a:ext>
                </a:extLst>
              </p:cNvPr>
              <p:cNvSpPr txBox="1"/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6F2B574-EF74-9F05-1C07-47749E1E8C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blipFill>
                <a:blip r:embed="rId3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C6A6FD-348F-E8BA-4347-AF6C6A58C2E2}"/>
                  </a:ext>
                </a:extLst>
              </p:cNvPr>
              <p:cNvSpPr txBox="1"/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C6A6FD-348F-E8BA-4347-AF6C6A58C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blipFill>
                <a:blip r:embed="rId4"/>
                <a:stretch>
                  <a:fillRect l="-2290" r="-2290"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D240E55-C7E9-5B35-98EB-ACDFCC6BBAA5}"/>
              </a:ext>
            </a:extLst>
          </p:cNvPr>
          <p:cNvCxnSpPr>
            <a:cxnSpLocks/>
          </p:cNvCxnSpPr>
          <p:nvPr/>
        </p:nvCxnSpPr>
        <p:spPr>
          <a:xfrm flipV="1">
            <a:off x="2683130" y="1264186"/>
            <a:ext cx="1524219" cy="6914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5336286-A941-0799-60D6-BEB58DAB0FD4}"/>
                  </a:ext>
                </a:extLst>
              </p:cNvPr>
              <p:cNvSpPr txBox="1"/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5336286-A941-0799-60D6-BEB58DAB0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319C123-E23E-C24F-8BCD-6610A658F004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1153584" y="2529096"/>
            <a:ext cx="3577706" cy="7622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C47EF2-EE0A-CBFD-4372-DACC688CEB2C}"/>
              </a:ext>
            </a:extLst>
          </p:cNvPr>
          <p:cNvGrpSpPr/>
          <p:nvPr/>
        </p:nvGrpSpPr>
        <p:grpSpPr>
          <a:xfrm>
            <a:off x="1153584" y="740244"/>
            <a:ext cx="3577708" cy="3577703"/>
            <a:chOff x="934944" y="1636949"/>
            <a:chExt cx="2674273" cy="267427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D45E28D-5426-0194-E3F0-C6FDF4731A11}"/>
                </a:ext>
              </a:extLst>
            </p:cNvPr>
            <p:cNvGrpSpPr/>
            <p:nvPr/>
          </p:nvGrpSpPr>
          <p:grpSpPr>
            <a:xfrm>
              <a:off x="934944" y="1636949"/>
              <a:ext cx="2674273" cy="2674270"/>
              <a:chOff x="2521889" y="2808131"/>
              <a:chExt cx="1916265" cy="1916264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9DEE00E-CE9D-5276-EBD0-7EF49D484F74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31">
                <a:extLst>
                  <a:ext uri="{FF2B5EF4-FFF2-40B4-BE49-F238E27FC236}">
                    <a16:creationId xmlns:a16="http://schemas.microsoft.com/office/drawing/2014/main" id="{E742C175-5995-21E7-1ABB-83545DC137FB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82AD47B-6A4E-7C62-7738-E356DF5D2FC4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lt1"/>
                  </a:solidFill>
                </a:endParaRP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E4B3BB4-05A1-3671-D7F2-823DFADCE0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24031" y="1772116"/>
              <a:ext cx="548045" cy="120196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87DFAFC-2656-2719-6DAC-543ADDAF02EE}"/>
              </a:ext>
            </a:extLst>
          </p:cNvPr>
          <p:cNvGrpSpPr/>
          <p:nvPr/>
        </p:nvGrpSpPr>
        <p:grpSpPr>
          <a:xfrm rot="20129251">
            <a:off x="1930906" y="964407"/>
            <a:ext cx="1056774" cy="3577703"/>
            <a:chOff x="1885664" y="740244"/>
            <a:chExt cx="1056774" cy="357770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5DBA4E6-332F-5BA0-2C0E-A56CDEDAD535}"/>
                </a:ext>
              </a:extLst>
            </p:cNvPr>
            <p:cNvCxnSpPr>
              <a:cxnSpLocks/>
              <a:stCxn id="26" idx="0"/>
              <a:endCxn id="26" idx="4"/>
            </p:cNvCxnSpPr>
            <p:nvPr/>
          </p:nvCxnSpPr>
          <p:spPr>
            <a:xfrm>
              <a:off x="2942438" y="740244"/>
              <a:ext cx="0" cy="357770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F79B941-98A2-532C-7FF7-4D1058F125B1}"/>
                    </a:ext>
                  </a:extLst>
                </p:cNvPr>
                <p:cNvSpPr txBox="1"/>
                <p:nvPr/>
              </p:nvSpPr>
              <p:spPr>
                <a:xfrm>
                  <a:off x="1885664" y="2921225"/>
                  <a:ext cx="9423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F79B941-98A2-532C-7FF7-4D1058F125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5664" y="2921225"/>
                  <a:ext cx="942373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Right Brace 52">
              <a:extLst>
                <a:ext uri="{FF2B5EF4-FFF2-40B4-BE49-F238E27FC236}">
                  <a16:creationId xmlns:a16="http://schemas.microsoft.com/office/drawing/2014/main" id="{4402921B-8E8B-CB0D-6E9C-000704DA4F35}"/>
                </a:ext>
              </a:extLst>
            </p:cNvPr>
            <p:cNvSpPr/>
            <p:nvPr/>
          </p:nvSpPr>
          <p:spPr>
            <a:xfrm flipH="1">
              <a:off x="2751185" y="1888408"/>
              <a:ext cx="169816" cy="2402619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15216C27-201A-5948-12A7-B846F2AB4FE8}"/>
              </a:ext>
            </a:extLst>
          </p:cNvPr>
          <p:cNvSpPr txBox="1"/>
          <p:nvPr/>
        </p:nvSpPr>
        <p:spPr>
          <a:xfrm>
            <a:off x="143149" y="216305"/>
            <a:ext cx="2265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 physical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F47A12B-90C7-DCC5-882D-0D6D9E4C38A4}"/>
                  </a:ext>
                </a:extLst>
              </p:cNvPr>
              <p:cNvSpPr txBox="1"/>
              <p:nvPr/>
            </p:nvSpPr>
            <p:spPr>
              <a:xfrm>
                <a:off x="5302068" y="401971"/>
                <a:ext cx="6746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As an exercise, show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⟨"/>
                                <m:endChr m:val="⟩"/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F47A12B-90C7-DCC5-882D-0D6D9E4C3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068" y="401971"/>
                <a:ext cx="6746783" cy="523220"/>
              </a:xfrm>
              <a:prstGeom prst="rect">
                <a:avLst/>
              </a:prstGeom>
              <a:blipFill>
                <a:blip r:embed="rId7"/>
                <a:stretch>
                  <a:fillRect l="-1897"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2C78CF-5CDB-65D5-6BA3-8DD7C0D1CE77}"/>
              </a:ext>
            </a:extLst>
          </p:cNvPr>
          <p:cNvCxnSpPr>
            <a:cxnSpLocks/>
          </p:cNvCxnSpPr>
          <p:nvPr/>
        </p:nvCxnSpPr>
        <p:spPr>
          <a:xfrm flipV="1">
            <a:off x="2942432" y="1264185"/>
            <a:ext cx="1264917" cy="1264907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394B146-D5A6-A46B-E150-0CD9FBF73335}"/>
                  </a:ext>
                </a:extLst>
              </p:cNvPr>
              <p:cNvSpPr txBox="1"/>
              <p:nvPr/>
            </p:nvSpPr>
            <p:spPr>
              <a:xfrm>
                <a:off x="2406989" y="1010009"/>
                <a:ext cx="490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394B146-D5A6-A46B-E150-0CD9FBF733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989" y="1010009"/>
                <a:ext cx="49026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8BABB0FE-8CC9-B87F-2F73-0A13D5262720}"/>
              </a:ext>
            </a:extLst>
          </p:cNvPr>
          <p:cNvSpPr txBox="1"/>
          <p:nvPr/>
        </p:nvSpPr>
        <p:spPr>
          <a:xfrm>
            <a:off x="5886867" y="1010009"/>
            <a:ext cx="2425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i.e. prove the Born rule!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8F3885-9BD3-180B-8DAD-50EC1F77C5DE}"/>
              </a:ext>
            </a:extLst>
          </p:cNvPr>
          <p:cNvSpPr txBox="1"/>
          <p:nvPr/>
        </p:nvSpPr>
        <p:spPr>
          <a:xfrm>
            <a:off x="5335679" y="1494250"/>
            <a:ext cx="9111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1FA3B7E-96E6-6D13-4626-839A39180414}"/>
                  </a:ext>
                </a:extLst>
              </p:cNvPr>
              <p:cNvSpPr txBox="1"/>
              <p:nvPr/>
            </p:nvSpPr>
            <p:spPr>
              <a:xfrm>
                <a:off x="6418240" y="1562141"/>
                <a:ext cx="4620176" cy="7869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𝑤𝑣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𝑤𝑣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1FA3B7E-96E6-6D13-4626-839A39180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240" y="1562141"/>
                <a:ext cx="4620176" cy="78694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CC16F2C-75C0-4C2D-6392-D968201F8CCE}"/>
                  </a:ext>
                </a:extLst>
              </p:cNvPr>
              <p:cNvSpPr txBox="1"/>
              <p:nvPr/>
            </p:nvSpPr>
            <p:spPr>
              <a:xfrm>
                <a:off x="6418238" y="2334403"/>
                <a:ext cx="3920240" cy="7869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CC16F2C-75C0-4C2D-6392-D968201F8C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238" y="2334403"/>
                <a:ext cx="3920240" cy="78694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444D057-B4F1-CBF1-FB85-4D2A4CE5D111}"/>
                  </a:ext>
                </a:extLst>
              </p:cNvPr>
              <p:cNvSpPr txBox="1"/>
              <p:nvPr/>
            </p:nvSpPr>
            <p:spPr>
              <a:xfrm>
                <a:off x="6418238" y="3210699"/>
                <a:ext cx="4096571" cy="7869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444D057-B4F1-CBF1-FB85-4D2A4CE5D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238" y="3210699"/>
                <a:ext cx="4096571" cy="78694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012FCA1-CD58-3526-2A90-3A24A4D3C937}"/>
                  </a:ext>
                </a:extLst>
              </p:cNvPr>
              <p:cNvSpPr txBox="1"/>
              <p:nvPr/>
            </p:nvSpPr>
            <p:spPr>
              <a:xfrm>
                <a:off x="4507105" y="4248190"/>
                <a:ext cx="50086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012FCA1-CD58-3526-2A90-3A24A4D3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105" y="4248190"/>
                <a:ext cx="5008615" cy="369332"/>
              </a:xfrm>
              <a:prstGeom prst="rect">
                <a:avLst/>
              </a:prstGeom>
              <a:blipFill>
                <a:blip r:embed="rId12"/>
                <a:stretch>
                  <a:fillRect l="-243" r="-1460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0262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9" grpId="0"/>
      <p:bldP spid="40" grpId="0"/>
      <p:bldP spid="42" grpId="0"/>
      <p:bldP spid="4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C97CD-E75B-F40F-2BF3-369FD6DDC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rc 16">
            <a:extLst>
              <a:ext uri="{FF2B5EF4-FFF2-40B4-BE49-F238E27FC236}">
                <a16:creationId xmlns:a16="http://schemas.microsoft.com/office/drawing/2014/main" id="{DE30E42B-FB07-8CE8-75BF-6E32D9E78CF1}"/>
              </a:ext>
            </a:extLst>
          </p:cNvPr>
          <p:cNvSpPr/>
          <p:nvPr/>
        </p:nvSpPr>
        <p:spPr>
          <a:xfrm>
            <a:off x="7932212" y="2085993"/>
            <a:ext cx="697242" cy="553554"/>
          </a:xfrm>
          <a:prstGeom prst="arc">
            <a:avLst>
              <a:gd name="adj1" fmla="val 16200000"/>
              <a:gd name="adj2" fmla="val 180632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CA503DB-8F19-574E-8A44-54E0AC798752}"/>
              </a:ext>
            </a:extLst>
          </p:cNvPr>
          <p:cNvGrpSpPr/>
          <p:nvPr/>
        </p:nvGrpSpPr>
        <p:grpSpPr>
          <a:xfrm>
            <a:off x="6487584" y="740244"/>
            <a:ext cx="3577708" cy="3577703"/>
            <a:chOff x="2012104" y="948792"/>
            <a:chExt cx="3577708" cy="3577703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19D0340-CE25-D995-29A6-396BF69934D0}"/>
                </a:ext>
              </a:extLst>
            </p:cNvPr>
            <p:cNvCxnSpPr>
              <a:cxnSpLocks/>
              <a:stCxn id="50" idx="2"/>
            </p:cNvCxnSpPr>
            <p:nvPr/>
          </p:nvCxnSpPr>
          <p:spPr>
            <a:xfrm>
              <a:off x="2012104" y="2737644"/>
              <a:ext cx="3577706" cy="7622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973C86D-945C-4587-6B4C-98CAA791329F}"/>
                </a:ext>
              </a:extLst>
            </p:cNvPr>
            <p:cNvCxnSpPr>
              <a:cxnSpLocks/>
              <a:stCxn id="50" idx="0"/>
              <a:endCxn id="50" idx="4"/>
            </p:cNvCxnSpPr>
            <p:nvPr/>
          </p:nvCxnSpPr>
          <p:spPr>
            <a:xfrm>
              <a:off x="3800958" y="948792"/>
              <a:ext cx="0" cy="357770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731F704-6048-16B1-2CD5-A8ACA017A3A9}"/>
                </a:ext>
              </a:extLst>
            </p:cNvPr>
            <p:cNvGrpSpPr/>
            <p:nvPr/>
          </p:nvGrpSpPr>
          <p:grpSpPr>
            <a:xfrm>
              <a:off x="2012104" y="948792"/>
              <a:ext cx="3577708" cy="3577703"/>
              <a:chOff x="2521889" y="2808131"/>
              <a:chExt cx="1916265" cy="1916264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E167806-50A2-5052-50D3-D18232A6CB9B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Oval 31">
                <a:extLst>
                  <a:ext uri="{FF2B5EF4-FFF2-40B4-BE49-F238E27FC236}">
                    <a16:creationId xmlns:a16="http://schemas.microsoft.com/office/drawing/2014/main" id="{FC466F05-CF36-AD99-34C0-DCBC32685BFB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85C15D5-E92F-EDD7-2E58-D77161998E34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lt1"/>
                  </a:solidFill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6CB92E-F970-EEFA-801D-B9A5D97B1717}"/>
                  </a:ext>
                </a:extLst>
              </p:cNvPr>
              <p:cNvSpPr txBox="1"/>
              <p:nvPr/>
            </p:nvSpPr>
            <p:spPr>
              <a:xfrm>
                <a:off x="8158089" y="1642397"/>
                <a:ext cx="5005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6CB92E-F970-EEFA-801D-B9A5D97B1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8089" y="1642397"/>
                <a:ext cx="500535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41042E-85D2-6173-E424-9186B9E0A952}"/>
                  </a:ext>
                </a:extLst>
              </p:cNvPr>
              <p:cNvSpPr txBox="1"/>
              <p:nvPr/>
            </p:nvSpPr>
            <p:spPr>
              <a:xfrm>
                <a:off x="7875264" y="233822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41042E-85D2-6173-E424-9186B9E0A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264" y="233822"/>
                <a:ext cx="802336" cy="461665"/>
              </a:xfrm>
              <a:prstGeom prst="rect">
                <a:avLst/>
              </a:prstGeom>
              <a:blipFill>
                <a:blip r:embed="rId3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0FCCD9-3A7B-BD78-5827-4ADA7A2DBC2F}"/>
                  </a:ext>
                </a:extLst>
              </p:cNvPr>
              <p:cNvSpPr txBox="1"/>
              <p:nvPr/>
            </p:nvSpPr>
            <p:spPr>
              <a:xfrm>
                <a:off x="7875264" y="4380221"/>
                <a:ext cx="80233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0FCCD9-3A7B-BD78-5827-4ADA7A2DBC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264" y="4380221"/>
                <a:ext cx="802335" cy="461665"/>
              </a:xfrm>
              <a:prstGeom prst="rect">
                <a:avLst/>
              </a:prstGeom>
              <a:blipFill>
                <a:blip r:embed="rId4"/>
                <a:stretch>
                  <a:fillRect l="-2290" r="-2290"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99E160-C310-C448-FA4A-D368A94CD981}"/>
              </a:ext>
            </a:extLst>
          </p:cNvPr>
          <p:cNvCxnSpPr>
            <a:cxnSpLocks/>
          </p:cNvCxnSpPr>
          <p:nvPr/>
        </p:nvCxnSpPr>
        <p:spPr>
          <a:xfrm flipV="1">
            <a:off x="8908888" y="868891"/>
            <a:ext cx="0" cy="16678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2B53602-969E-BB7D-1322-BBABC9E309D8}"/>
              </a:ext>
            </a:extLst>
          </p:cNvPr>
          <p:cNvCxnSpPr>
            <a:cxnSpLocks/>
          </p:cNvCxnSpPr>
          <p:nvPr/>
        </p:nvCxnSpPr>
        <p:spPr>
          <a:xfrm>
            <a:off x="8276432" y="868891"/>
            <a:ext cx="6374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F96B5C0-AD62-DF12-6B51-46772CAF7EAD}"/>
                  </a:ext>
                </a:extLst>
              </p:cNvPr>
              <p:cNvSpPr txBox="1"/>
              <p:nvPr/>
            </p:nvSpPr>
            <p:spPr>
              <a:xfrm>
                <a:off x="8849484" y="1748127"/>
                <a:ext cx="42934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F96B5C0-AD62-DF12-6B51-46772CAF7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484" y="1748127"/>
                <a:ext cx="429348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D6B995-4FE5-1E64-433A-150B9752F532}"/>
                  </a:ext>
                </a:extLst>
              </p:cNvPr>
              <p:cNvSpPr txBox="1"/>
              <p:nvPr/>
            </p:nvSpPr>
            <p:spPr>
              <a:xfrm>
                <a:off x="7369889" y="1412699"/>
                <a:ext cx="986552" cy="4277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d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D6B995-4FE5-1E64-433A-150B9752F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9889" y="1412699"/>
                <a:ext cx="986552" cy="427746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C8996E4-8D1C-FB6B-020F-1F6422527F69}"/>
                  </a:ext>
                </a:extLst>
              </p:cNvPr>
              <p:cNvSpPr txBox="1"/>
              <p:nvPr/>
            </p:nvSpPr>
            <p:spPr>
              <a:xfrm>
                <a:off x="8136178" y="2542473"/>
                <a:ext cx="986552" cy="4277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d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C8996E4-8D1C-FB6B-020F-1F6422527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178" y="2542473"/>
                <a:ext cx="986552" cy="427746"/>
              </a:xfrm>
              <a:prstGeom prst="rect">
                <a:avLst/>
              </a:prstGeom>
              <a:blipFill>
                <a:blip r:embed="rId7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5D0CBE82-02F8-0B10-E2F2-AF566088792F}"/>
              </a:ext>
            </a:extLst>
          </p:cNvPr>
          <p:cNvSpPr/>
          <p:nvPr/>
        </p:nvSpPr>
        <p:spPr>
          <a:xfrm>
            <a:off x="2598212" y="2085993"/>
            <a:ext cx="697242" cy="553554"/>
          </a:xfrm>
          <a:prstGeom prst="arc">
            <a:avLst>
              <a:gd name="adj1" fmla="val 16200000"/>
              <a:gd name="adj2" fmla="val 2012949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999D600-C3F1-3CA8-923D-689C222C71B9}"/>
              </a:ext>
            </a:extLst>
          </p:cNvPr>
          <p:cNvGrpSpPr/>
          <p:nvPr/>
        </p:nvGrpSpPr>
        <p:grpSpPr>
          <a:xfrm>
            <a:off x="1153584" y="740244"/>
            <a:ext cx="3577708" cy="3577703"/>
            <a:chOff x="2012104" y="948792"/>
            <a:chExt cx="3577708" cy="357770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0F18FD7-9C1B-37D5-2B8B-7653C883B992}"/>
                </a:ext>
              </a:extLst>
            </p:cNvPr>
            <p:cNvCxnSpPr>
              <a:cxnSpLocks/>
              <a:stCxn id="26" idx="2"/>
            </p:cNvCxnSpPr>
            <p:nvPr/>
          </p:nvCxnSpPr>
          <p:spPr>
            <a:xfrm>
              <a:off x="2012104" y="2737644"/>
              <a:ext cx="3577706" cy="7622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92D24DC-DE0F-A1ED-1947-9CEC6371FB99}"/>
                </a:ext>
              </a:extLst>
            </p:cNvPr>
            <p:cNvCxnSpPr>
              <a:cxnSpLocks/>
              <a:stCxn id="26" idx="0"/>
              <a:endCxn id="26" idx="4"/>
            </p:cNvCxnSpPr>
            <p:nvPr/>
          </p:nvCxnSpPr>
          <p:spPr>
            <a:xfrm>
              <a:off x="3800958" y="948792"/>
              <a:ext cx="0" cy="3577703"/>
            </a:xfrm>
            <a:prstGeom prst="line">
              <a:avLst/>
            </a:prstGeom>
            <a:ln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3E45DCE-CFBC-083D-46E9-9B7C505BA1E0}"/>
                </a:ext>
              </a:extLst>
            </p:cNvPr>
            <p:cNvGrpSpPr/>
            <p:nvPr/>
          </p:nvGrpSpPr>
          <p:grpSpPr>
            <a:xfrm>
              <a:off x="2012104" y="948792"/>
              <a:ext cx="3577708" cy="3577703"/>
              <a:chOff x="934944" y="1636949"/>
              <a:chExt cx="2674273" cy="267427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50A770E-9B2F-7A6E-82D1-7AA56495A7AA}"/>
                  </a:ext>
                </a:extLst>
              </p:cNvPr>
              <p:cNvGrpSpPr/>
              <p:nvPr/>
            </p:nvGrpSpPr>
            <p:grpSpPr>
              <a:xfrm>
                <a:off x="934944" y="1636949"/>
                <a:ext cx="2674273" cy="2674270"/>
                <a:chOff x="2521889" y="2808131"/>
                <a:chExt cx="1916265" cy="1916264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E517EB18-8CA4-33B1-92A0-A053FD41CB5E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4" cy="1916264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31">
                  <a:extLst>
                    <a:ext uri="{FF2B5EF4-FFF2-40B4-BE49-F238E27FC236}">
                      <a16:creationId xmlns:a16="http://schemas.microsoft.com/office/drawing/2014/main" id="{FCB73259-CC35-598D-F834-48965DB1C44D}"/>
                    </a:ext>
                  </a:extLst>
                </p:cNvPr>
                <p:cNvSpPr/>
                <p:nvPr/>
              </p:nvSpPr>
              <p:spPr>
                <a:xfrm>
                  <a:off x="2521889" y="2808132"/>
                  <a:ext cx="1916264" cy="958132"/>
                </a:xfrm>
                <a:custGeom>
                  <a:avLst/>
                  <a:gdLst>
                    <a:gd name="connsiteX0" fmla="*/ 0 w 1916264"/>
                    <a:gd name="connsiteY0" fmla="*/ 958132 h 1916264"/>
                    <a:gd name="connsiteX1" fmla="*/ 958132 w 1916264"/>
                    <a:gd name="connsiteY1" fmla="*/ 0 h 1916264"/>
                    <a:gd name="connsiteX2" fmla="*/ 1916264 w 1916264"/>
                    <a:gd name="connsiteY2" fmla="*/ 958132 h 1916264"/>
                    <a:gd name="connsiteX3" fmla="*/ 958132 w 1916264"/>
                    <a:gd name="connsiteY3" fmla="*/ 1916264 h 1916264"/>
                    <a:gd name="connsiteX4" fmla="*/ 0 w 1916264"/>
                    <a:gd name="connsiteY4" fmla="*/ 958132 h 1916264"/>
                    <a:gd name="connsiteX0" fmla="*/ 958132 w 1916264"/>
                    <a:gd name="connsiteY0" fmla="*/ 1916264 h 2007704"/>
                    <a:gd name="connsiteX1" fmla="*/ 0 w 1916264"/>
                    <a:gd name="connsiteY1" fmla="*/ 958132 h 2007704"/>
                    <a:gd name="connsiteX2" fmla="*/ 958132 w 1916264"/>
                    <a:gd name="connsiteY2" fmla="*/ 0 h 2007704"/>
                    <a:gd name="connsiteX3" fmla="*/ 1916264 w 1916264"/>
                    <a:gd name="connsiteY3" fmla="*/ 958132 h 2007704"/>
                    <a:gd name="connsiteX4" fmla="*/ 1049572 w 1916264"/>
                    <a:gd name="connsiteY4" fmla="*/ 2007704 h 2007704"/>
                    <a:gd name="connsiteX0" fmla="*/ 958132 w 1916264"/>
                    <a:gd name="connsiteY0" fmla="*/ 1916264 h 1916264"/>
                    <a:gd name="connsiteX1" fmla="*/ 0 w 1916264"/>
                    <a:gd name="connsiteY1" fmla="*/ 958132 h 1916264"/>
                    <a:gd name="connsiteX2" fmla="*/ 958132 w 1916264"/>
                    <a:gd name="connsiteY2" fmla="*/ 0 h 1916264"/>
                    <a:gd name="connsiteX3" fmla="*/ 1916264 w 1916264"/>
                    <a:gd name="connsiteY3" fmla="*/ 958132 h 1916264"/>
                    <a:gd name="connsiteX0" fmla="*/ 0 w 1916264"/>
                    <a:gd name="connsiteY0" fmla="*/ 958132 h 958132"/>
                    <a:gd name="connsiteX1" fmla="*/ 958132 w 1916264"/>
                    <a:gd name="connsiteY1" fmla="*/ 0 h 958132"/>
                    <a:gd name="connsiteX2" fmla="*/ 1916264 w 1916264"/>
                    <a:gd name="connsiteY2" fmla="*/ 958132 h 95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16264" h="958132">
                      <a:moveTo>
                        <a:pt x="0" y="958132"/>
                      </a:moveTo>
                      <a:cubicBezTo>
                        <a:pt x="0" y="428970"/>
                        <a:pt x="428970" y="0"/>
                        <a:pt x="958132" y="0"/>
                      </a:cubicBezTo>
                      <a:cubicBezTo>
                        <a:pt x="1487294" y="0"/>
                        <a:pt x="1916264" y="428970"/>
                        <a:pt x="1916264" y="958132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C057F0CE-5F03-6F0D-467B-B75A0FCF2C29}"/>
                    </a:ext>
                  </a:extLst>
                </p:cNvPr>
                <p:cNvSpPr/>
                <p:nvPr/>
              </p:nvSpPr>
              <p:spPr>
                <a:xfrm>
                  <a:off x="2521889" y="2808131"/>
                  <a:ext cx="1916265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674E85E8-DBED-B3C2-B44A-ED678858B616}"/>
                  </a:ext>
                </a:extLst>
              </p:cNvPr>
              <p:cNvCxnSpPr>
                <a:cxnSpLocks/>
                <a:endCxn id="26" idx="7"/>
              </p:cNvCxnSpPr>
              <p:nvPr/>
            </p:nvCxnSpPr>
            <p:spPr>
              <a:xfrm flipV="1">
                <a:off x="2272076" y="2028586"/>
                <a:ext cx="945503" cy="9454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EDC4291-BB73-FA06-B97C-1330B184BAF1}"/>
                  </a:ext>
                </a:extLst>
              </p:cNvPr>
              <p:cNvSpPr txBox="1"/>
              <p:nvPr/>
            </p:nvSpPr>
            <p:spPr>
              <a:xfrm>
                <a:off x="2920848" y="1799377"/>
                <a:ext cx="500535" cy="4941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EDC4291-BB73-FA06-B97C-1330B184B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0848" y="1799377"/>
                <a:ext cx="500535" cy="49410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17C1026-ED91-AC20-577F-BE8C00A898EC}"/>
                  </a:ext>
                </a:extLst>
              </p:cNvPr>
              <p:cNvSpPr txBox="1"/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17C1026-ED91-AC20-577F-BE8C00A89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233822"/>
                <a:ext cx="802336" cy="461665"/>
              </a:xfrm>
              <a:prstGeom prst="rect">
                <a:avLst/>
              </a:prstGeom>
              <a:blipFill>
                <a:blip r:embed="rId3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C83801-1192-E9F0-21A9-BD8CB3A58D42}"/>
                  </a:ext>
                </a:extLst>
              </p:cNvPr>
              <p:cNvSpPr txBox="1"/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C83801-1192-E9F0-21A9-BD8CB3A58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264" y="4380221"/>
                <a:ext cx="802336" cy="461665"/>
              </a:xfrm>
              <a:prstGeom prst="rect">
                <a:avLst/>
              </a:prstGeom>
              <a:blipFill>
                <a:blip r:embed="rId9"/>
                <a:stretch>
                  <a:fillRect l="-2290" r="-2290"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2BD80BB-9D5E-CF50-0C15-CDF4851AA063}"/>
              </a:ext>
            </a:extLst>
          </p:cNvPr>
          <p:cNvCxnSpPr>
            <a:cxnSpLocks/>
            <a:endCxn id="26" idx="7"/>
          </p:cNvCxnSpPr>
          <p:nvPr/>
        </p:nvCxnSpPr>
        <p:spPr>
          <a:xfrm flipV="1">
            <a:off x="4207349" y="1264186"/>
            <a:ext cx="0" cy="12725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2A79F18-C938-8FDB-7E9B-A4296AB2D917}"/>
              </a:ext>
            </a:extLst>
          </p:cNvPr>
          <p:cNvCxnSpPr/>
          <p:nvPr/>
        </p:nvCxnSpPr>
        <p:spPr>
          <a:xfrm>
            <a:off x="2942432" y="1264185"/>
            <a:ext cx="1264917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3A1FC21-F32F-4751-2F94-9B2542F1E9B8}"/>
                  </a:ext>
                </a:extLst>
              </p:cNvPr>
              <p:cNvSpPr txBox="1"/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3A1FC21-F32F-4751-2F94-9B2542F1E9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5484" y="1748127"/>
                <a:ext cx="429348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B701F9-7578-8306-887D-041C4A88D61D}"/>
                  </a:ext>
                </a:extLst>
              </p:cNvPr>
              <p:cNvSpPr txBox="1"/>
              <p:nvPr/>
            </p:nvSpPr>
            <p:spPr>
              <a:xfrm>
                <a:off x="4181393" y="1717461"/>
                <a:ext cx="7348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B701F9-7578-8306-887D-041C4A88D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393" y="1717461"/>
                <a:ext cx="734817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FA9B74-DB8E-C533-6B80-5F33884268F0}"/>
                  </a:ext>
                </a:extLst>
              </p:cNvPr>
              <p:cNvSpPr txBox="1"/>
              <p:nvPr/>
            </p:nvSpPr>
            <p:spPr>
              <a:xfrm>
                <a:off x="2001030" y="2577939"/>
                <a:ext cx="815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FA9B74-DB8E-C533-6B80-5F3388426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030" y="2577939"/>
                <a:ext cx="815095" cy="369332"/>
              </a:xfrm>
              <a:prstGeom prst="rect">
                <a:avLst/>
              </a:prstGeom>
              <a:blipFill>
                <a:blip r:embed="rId11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F0CBD48-6900-F7A3-9CE1-0DC8710D31C2}"/>
                  </a:ext>
                </a:extLst>
              </p:cNvPr>
              <p:cNvSpPr txBox="1"/>
              <p:nvPr/>
            </p:nvSpPr>
            <p:spPr>
              <a:xfrm>
                <a:off x="2001031" y="814752"/>
                <a:ext cx="815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F0CBD48-6900-F7A3-9CE1-0DC8710D3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031" y="814752"/>
                <a:ext cx="815095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ight Brace 51">
            <a:extLst>
              <a:ext uri="{FF2B5EF4-FFF2-40B4-BE49-F238E27FC236}">
                <a16:creationId xmlns:a16="http://schemas.microsoft.com/office/drawing/2014/main" id="{DAAE9868-7DCE-86EF-F981-FA4CFA15DF05}"/>
              </a:ext>
            </a:extLst>
          </p:cNvPr>
          <p:cNvSpPr/>
          <p:nvPr/>
        </p:nvSpPr>
        <p:spPr>
          <a:xfrm flipH="1">
            <a:off x="2751185" y="759208"/>
            <a:ext cx="169816" cy="49410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ight Brace 52">
            <a:extLst>
              <a:ext uri="{FF2B5EF4-FFF2-40B4-BE49-F238E27FC236}">
                <a16:creationId xmlns:a16="http://schemas.microsoft.com/office/drawing/2014/main" id="{424D9E85-6BC8-2495-6809-3EEDDF1CE723}"/>
              </a:ext>
            </a:extLst>
          </p:cNvPr>
          <p:cNvSpPr/>
          <p:nvPr/>
        </p:nvSpPr>
        <p:spPr>
          <a:xfrm flipH="1">
            <a:off x="2751185" y="1273558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CA03AD-17F7-74EE-2D19-A4D8FEE7CF87}"/>
                  </a:ext>
                </a:extLst>
              </p:cNvPr>
              <p:cNvSpPr txBox="1"/>
              <p:nvPr/>
            </p:nvSpPr>
            <p:spPr>
              <a:xfrm>
                <a:off x="5734590" y="2280778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CA03AD-17F7-74EE-2D19-A4D8FEE7C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590" y="2280778"/>
                <a:ext cx="802336" cy="461665"/>
              </a:xfrm>
              <a:prstGeom prst="rect">
                <a:avLst/>
              </a:prstGeom>
              <a:blipFill>
                <a:blip r:embed="rId13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986896F-7BD8-71CF-F29F-E48EEA0B4437}"/>
                  </a:ext>
                </a:extLst>
              </p:cNvPr>
              <p:cNvSpPr txBox="1"/>
              <p:nvPr/>
            </p:nvSpPr>
            <p:spPr>
              <a:xfrm>
                <a:off x="10020840" y="2280778"/>
                <a:ext cx="8023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986896F-7BD8-71CF-F29F-E48EEA0B4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0840" y="2280778"/>
                <a:ext cx="802336" cy="461665"/>
              </a:xfrm>
              <a:prstGeom prst="rect">
                <a:avLst/>
              </a:prstGeom>
              <a:blipFill>
                <a:blip r:embed="rId14"/>
                <a:stretch>
                  <a:fillRect l="-2290" r="-2290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4014787-7B71-77A3-24F5-C1124867CC19}"/>
              </a:ext>
            </a:extLst>
          </p:cNvPr>
          <p:cNvCxnSpPr>
            <a:cxnSpLocks/>
          </p:cNvCxnSpPr>
          <p:nvPr/>
        </p:nvCxnSpPr>
        <p:spPr>
          <a:xfrm flipV="1">
            <a:off x="8276432" y="868891"/>
            <a:ext cx="637475" cy="1660201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182274B3-B160-F3DC-2B1E-0BD9AD5DF559}"/>
              </a:ext>
            </a:extLst>
          </p:cNvPr>
          <p:cNvSpPr/>
          <p:nvPr/>
        </p:nvSpPr>
        <p:spPr>
          <a:xfrm flipH="1">
            <a:off x="5139328" y="3640299"/>
            <a:ext cx="1134415" cy="4532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9F3A1D4-EF14-0ABA-A41A-53020F126CCF}"/>
                  </a:ext>
                </a:extLst>
              </p:cNvPr>
              <p:cNvSpPr txBox="1"/>
              <p:nvPr/>
            </p:nvSpPr>
            <p:spPr>
              <a:xfrm>
                <a:off x="5238188" y="3270491"/>
                <a:ext cx="9485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9F3A1D4-EF14-0ABA-A41A-53020F126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188" y="3270491"/>
                <a:ext cx="94859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Arrow: Right 70">
            <a:extLst>
              <a:ext uri="{FF2B5EF4-FFF2-40B4-BE49-F238E27FC236}">
                <a16:creationId xmlns:a16="http://schemas.microsoft.com/office/drawing/2014/main" id="{72A1E573-1F67-90A3-7D5B-68444F816528}"/>
              </a:ext>
            </a:extLst>
          </p:cNvPr>
          <p:cNvSpPr/>
          <p:nvPr/>
        </p:nvSpPr>
        <p:spPr>
          <a:xfrm>
            <a:off x="5139328" y="1264185"/>
            <a:ext cx="1134415" cy="4532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D46F358C-CE61-8F3C-48E3-B8F8F6CF1550}"/>
                  </a:ext>
                </a:extLst>
              </p:cNvPr>
              <p:cNvSpPr txBox="1"/>
              <p:nvPr/>
            </p:nvSpPr>
            <p:spPr>
              <a:xfrm>
                <a:off x="5302306" y="627399"/>
                <a:ext cx="820353" cy="613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D46F358C-CE61-8F3C-48E3-B8F8F6CF1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306" y="627399"/>
                <a:ext cx="820353" cy="61324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TextBox 75">
            <a:extLst>
              <a:ext uri="{FF2B5EF4-FFF2-40B4-BE49-F238E27FC236}">
                <a16:creationId xmlns:a16="http://schemas.microsoft.com/office/drawing/2014/main" id="{EDDC91F9-9E1E-A82D-D480-D4A9F1264EA9}"/>
              </a:ext>
            </a:extLst>
          </p:cNvPr>
          <p:cNvSpPr txBox="1"/>
          <p:nvPr/>
        </p:nvSpPr>
        <p:spPr>
          <a:xfrm>
            <a:off x="143149" y="216305"/>
            <a:ext cx="2265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 physical space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B9BCDE0-068A-9649-71D3-4504CCB02D08}"/>
              </a:ext>
            </a:extLst>
          </p:cNvPr>
          <p:cNvSpPr txBox="1"/>
          <p:nvPr/>
        </p:nvSpPr>
        <p:spPr>
          <a:xfrm>
            <a:off x="9497768" y="353087"/>
            <a:ext cx="2551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 the vector space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02A0039-C17C-2E0F-3A5F-3D9CFB76B64D}"/>
              </a:ext>
            </a:extLst>
          </p:cNvPr>
          <p:cNvSpPr txBox="1"/>
          <p:nvPr/>
        </p:nvSpPr>
        <p:spPr>
          <a:xfrm rot="16200000">
            <a:off x="5843630" y="2188444"/>
            <a:ext cx="2812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Double cover!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9BFD77-FA35-0AF2-1EFB-E526C438529E}"/>
              </a:ext>
            </a:extLst>
          </p:cNvPr>
          <p:cNvSpPr txBox="1"/>
          <p:nvPr/>
        </p:nvSpPr>
        <p:spPr>
          <a:xfrm>
            <a:off x="918843" y="5246785"/>
            <a:ext cx="79769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Where do the complex numbers come from?!?</a:t>
            </a:r>
          </a:p>
        </p:txBody>
      </p:sp>
    </p:spTree>
    <p:extLst>
      <p:ext uri="{BB962C8B-B14F-4D97-AF65-F5344CB8AC3E}">
        <p14:creationId xmlns:p14="http://schemas.microsoft.com/office/powerpoint/2010/main" val="1270828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FDBA0-6F14-82BA-D626-48BC46B2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98E283-9E15-E652-172C-DE102304238E}"/>
              </a:ext>
            </a:extLst>
          </p:cNvPr>
          <p:cNvCxnSpPr>
            <a:cxnSpLocks/>
            <a:stCxn id="54" idx="0"/>
          </p:cNvCxnSpPr>
          <p:nvPr/>
        </p:nvCxnSpPr>
        <p:spPr>
          <a:xfrm>
            <a:off x="1471390" y="2761346"/>
            <a:ext cx="3577398" cy="3972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78DFB4D-5FD9-F5F0-5242-EFFF1E09E8E6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>
            <a:off x="3259932" y="968844"/>
            <a:ext cx="1" cy="3577703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C2528FA-32DD-5DB4-9843-987815BB4528}"/>
              </a:ext>
            </a:extLst>
          </p:cNvPr>
          <p:cNvCxnSpPr>
            <a:cxnSpLocks/>
          </p:cNvCxnSpPr>
          <p:nvPr/>
        </p:nvCxnSpPr>
        <p:spPr>
          <a:xfrm flipV="1">
            <a:off x="2374540" y="1863272"/>
            <a:ext cx="1751601" cy="1808612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D7E335D-FF37-0E64-711B-6AF96379B5B6}"/>
              </a:ext>
            </a:extLst>
          </p:cNvPr>
          <p:cNvGrpSpPr/>
          <p:nvPr/>
        </p:nvGrpSpPr>
        <p:grpSpPr>
          <a:xfrm>
            <a:off x="1471083" y="968844"/>
            <a:ext cx="3578015" cy="3577707"/>
            <a:chOff x="934943" y="1636949"/>
            <a:chExt cx="2674503" cy="2674273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843A5149-A58B-D0D4-DA77-52963B472871}"/>
                </a:ext>
              </a:extLst>
            </p:cNvPr>
            <p:cNvGrpSpPr/>
            <p:nvPr/>
          </p:nvGrpSpPr>
          <p:grpSpPr>
            <a:xfrm>
              <a:off x="934943" y="1636949"/>
              <a:ext cx="2674503" cy="2674273"/>
              <a:chOff x="2521889" y="2808131"/>
              <a:chExt cx="1916430" cy="191626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332C11FD-DA9D-80F6-7503-EC25AEBFC153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Oval 31">
                <a:extLst>
                  <a:ext uri="{FF2B5EF4-FFF2-40B4-BE49-F238E27FC236}">
                    <a16:creationId xmlns:a16="http://schemas.microsoft.com/office/drawing/2014/main" id="{EFFCD3CA-DA98-0E2D-6DCA-A6DBE8CB0975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EC143C6-ECC3-0C4C-537F-D7DC305D40ED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lt1"/>
                  </a:solidFill>
                </a:endParaRPr>
              </a:p>
            </p:txBody>
          </p: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98E5AF13-FB7C-A7E8-B28B-9B318737C8EC}"/>
                  </a:ext>
                </a:extLst>
              </p:cNvPr>
              <p:cNvGrpSpPr/>
              <p:nvPr/>
            </p:nvGrpSpPr>
            <p:grpSpPr>
              <a:xfrm>
                <a:off x="2923755" y="2808131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EB493FB8-F165-5538-3DFA-20E7779FAFF1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56" name="Oval 9">
                  <a:extLst>
                    <a:ext uri="{FF2B5EF4-FFF2-40B4-BE49-F238E27FC236}">
                      <a16:creationId xmlns:a16="http://schemas.microsoft.com/office/drawing/2014/main" id="{F2E5699A-FCD7-F064-E743-44DA47756273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387FDAA5-589E-2ACD-081F-C0B1EB8D7396}"/>
                  </a:ext>
                </a:extLst>
              </p:cNvPr>
              <p:cNvGrpSpPr/>
              <p:nvPr/>
            </p:nvGrpSpPr>
            <p:grpSpPr>
              <a:xfrm rot="16200000">
                <a:off x="2923922" y="2810085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C14640D1-218B-0510-153C-6374FD51D12F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54" name="Oval 9">
                  <a:extLst>
                    <a:ext uri="{FF2B5EF4-FFF2-40B4-BE49-F238E27FC236}">
                      <a16:creationId xmlns:a16="http://schemas.microsoft.com/office/drawing/2014/main" id="{5DD86D00-5F99-0B73-F31D-38AC16FE8004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lt1"/>
                    </a:solidFill>
                  </a:endParaRPr>
                </a:p>
              </p:txBody>
            </p:sp>
          </p:grpSp>
        </p:grp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37F531C-6A52-393B-7717-23EEC9B160FA}"/>
                </a:ext>
              </a:extLst>
            </p:cNvPr>
            <p:cNvCxnSpPr/>
            <p:nvPr/>
          </p:nvCxnSpPr>
          <p:spPr>
            <a:xfrm>
              <a:off x="2271845" y="2974084"/>
              <a:ext cx="999675" cy="52500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EE6F13F-A115-FA72-D2D8-CEA17CAC187C}"/>
                </a:ext>
              </a:extLst>
            </p:cNvPr>
            <p:cNvCxnSpPr>
              <a:cxnSpLocks/>
            </p:cNvCxnSpPr>
            <p:nvPr/>
          </p:nvCxnSpPr>
          <p:spPr>
            <a:xfrm>
              <a:off x="3113096" y="2200506"/>
              <a:ext cx="0" cy="12148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Arc 42">
              <a:extLst>
                <a:ext uri="{FF2B5EF4-FFF2-40B4-BE49-F238E27FC236}">
                  <a16:creationId xmlns:a16="http://schemas.microsoft.com/office/drawing/2014/main" id="{6CBDECA5-2644-3450-C1C0-E97434BC1012}"/>
                </a:ext>
              </a:extLst>
            </p:cNvPr>
            <p:cNvSpPr/>
            <p:nvPr/>
          </p:nvSpPr>
          <p:spPr>
            <a:xfrm>
              <a:off x="2014778" y="2642873"/>
              <a:ext cx="521176" cy="413772"/>
            </a:xfrm>
            <a:prstGeom prst="arc">
              <a:avLst>
                <a:gd name="adj1" fmla="val 16200000"/>
                <a:gd name="adj2" fmla="val 2046445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BDBED785-A7AE-0C5E-E89F-12434D77D0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72076" y="2200506"/>
              <a:ext cx="839906" cy="7735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64AE80A-12F9-1F09-312D-38AC43E50A6E}"/>
                    </a:ext>
                  </a:extLst>
                </p:cNvPr>
                <p:cNvSpPr txBox="1"/>
                <p:nvPr/>
              </p:nvSpPr>
              <p:spPr>
                <a:xfrm>
                  <a:off x="2286085" y="2329788"/>
                  <a:ext cx="3741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923AE05-E995-F3EB-37BA-056D5E0F6A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6085" y="2329788"/>
                  <a:ext cx="37414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Arc 45">
              <a:extLst>
                <a:ext uri="{FF2B5EF4-FFF2-40B4-BE49-F238E27FC236}">
                  <a16:creationId xmlns:a16="http://schemas.microsoft.com/office/drawing/2014/main" id="{AAD1116B-BFE1-BA9A-9AE2-6D1998A65D42}"/>
                </a:ext>
              </a:extLst>
            </p:cNvPr>
            <p:cNvSpPr/>
            <p:nvPr/>
          </p:nvSpPr>
          <p:spPr>
            <a:xfrm>
              <a:off x="1840894" y="2723583"/>
              <a:ext cx="861908" cy="500546"/>
            </a:xfrm>
            <a:prstGeom prst="arc">
              <a:avLst>
                <a:gd name="adj1" fmla="val 75082"/>
                <a:gd name="adj2" fmla="val 1595743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A1237E6A-8041-865D-66DF-92E0B0D08DB9}"/>
                    </a:ext>
                  </a:extLst>
                </p:cNvPr>
                <p:cNvSpPr txBox="1"/>
                <p:nvPr/>
              </p:nvSpPr>
              <p:spPr>
                <a:xfrm>
                  <a:off x="2613151" y="2879260"/>
                  <a:ext cx="3995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90AFA723-236E-926F-51C8-FFE12408AB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3151" y="2879260"/>
                  <a:ext cx="399597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1E2C35-7631-41E3-71E7-BB8DFFA0ABFC}"/>
                  </a:ext>
                </a:extLst>
              </p:cNvPr>
              <p:cNvSpPr txBox="1"/>
              <p:nvPr/>
            </p:nvSpPr>
            <p:spPr>
              <a:xfrm>
                <a:off x="2787952" y="423845"/>
                <a:ext cx="90640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1E2C35-7631-41E3-71E7-BB8DFFA0A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952" y="423845"/>
                <a:ext cx="90640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7A327A3-A339-7781-E22B-E59198ACB09C}"/>
                  </a:ext>
                </a:extLst>
              </p:cNvPr>
              <p:cNvSpPr txBox="1"/>
              <p:nvPr/>
            </p:nvSpPr>
            <p:spPr>
              <a:xfrm>
                <a:off x="5024267" y="2462547"/>
                <a:ext cx="9261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7A327A3-A339-7781-E22B-E59198ACB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4267" y="2462547"/>
                <a:ext cx="92615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B6EDE7-F97E-4D9C-D1A8-355097658F29}"/>
                  </a:ext>
                </a:extLst>
              </p:cNvPr>
              <p:cNvSpPr txBox="1"/>
              <p:nvPr/>
            </p:nvSpPr>
            <p:spPr>
              <a:xfrm>
                <a:off x="504641" y="2462547"/>
                <a:ext cx="9261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B6EDE7-F97E-4D9C-D1A8-355097658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641" y="2462547"/>
                <a:ext cx="92615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36C059-B963-BC10-7F3B-D6424C8CA7C4}"/>
                  </a:ext>
                </a:extLst>
              </p:cNvPr>
              <p:cNvSpPr txBox="1"/>
              <p:nvPr/>
            </p:nvSpPr>
            <p:spPr>
              <a:xfrm>
                <a:off x="2752801" y="4543431"/>
                <a:ext cx="90640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36C059-B963-BC10-7F3B-D6424C8CA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2801" y="4543431"/>
                <a:ext cx="90640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EC7B9A-C7DE-F392-A5A9-ABF7207A3111}"/>
                  </a:ext>
                </a:extLst>
              </p:cNvPr>
              <p:cNvSpPr txBox="1"/>
              <p:nvPr/>
            </p:nvSpPr>
            <p:spPr>
              <a:xfrm>
                <a:off x="4155425" y="1155028"/>
                <a:ext cx="93365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EC7B9A-C7DE-F392-A5A9-ABF7207A3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425" y="1155028"/>
                <a:ext cx="93365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00CBEAC-2239-BCF9-A0F7-B29294B38F64}"/>
                  </a:ext>
                </a:extLst>
              </p:cNvPr>
              <p:cNvSpPr txBox="1"/>
              <p:nvPr/>
            </p:nvSpPr>
            <p:spPr>
              <a:xfrm>
                <a:off x="1460070" y="3582828"/>
                <a:ext cx="93365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00CBEAC-2239-BCF9-A0F7-B29294B38F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070" y="3582828"/>
                <a:ext cx="933654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A67DD9D-862F-D6BF-0DE6-886B42CCE1B1}"/>
                  </a:ext>
                </a:extLst>
              </p:cNvPr>
              <p:cNvSpPr txBox="1"/>
              <p:nvPr/>
            </p:nvSpPr>
            <p:spPr>
              <a:xfrm>
                <a:off x="6419348" y="1226906"/>
                <a:ext cx="4987071" cy="9026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𝚤</m:t>
                          </m:r>
                          <m:f>
                            <m:f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num>
                            <m:den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e>
                      </m:d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𝚤</m:t>
                          </m:r>
                          <m:f>
                            <m:f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num>
                            <m:den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A67DD9D-862F-D6BF-0DE6-886B42CCE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9348" y="1226906"/>
                <a:ext cx="4987071" cy="90268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B928D1E8-9F97-360B-410B-95F94E6F3AE6}"/>
              </a:ext>
            </a:extLst>
          </p:cNvPr>
          <p:cNvGrpSpPr/>
          <p:nvPr/>
        </p:nvGrpSpPr>
        <p:grpSpPr>
          <a:xfrm>
            <a:off x="2029579" y="1140058"/>
            <a:ext cx="2441522" cy="819683"/>
            <a:chOff x="5011224" y="2798876"/>
            <a:chExt cx="3577709" cy="2077112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B54C917-B123-CAB8-471A-ABC5C3D90BFC}"/>
                </a:ext>
              </a:extLst>
            </p:cNvPr>
            <p:cNvSpPr/>
            <p:nvPr/>
          </p:nvSpPr>
          <p:spPr>
            <a:xfrm rot="16200000">
              <a:off x="5761522" y="2048578"/>
              <a:ext cx="2077110" cy="357770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59" name="Oval 9">
              <a:extLst>
                <a:ext uri="{FF2B5EF4-FFF2-40B4-BE49-F238E27FC236}">
                  <a16:creationId xmlns:a16="http://schemas.microsoft.com/office/drawing/2014/main" id="{4006C264-31E0-D297-C879-7B36AFC830D0}"/>
                </a:ext>
              </a:extLst>
            </p:cNvPr>
            <p:cNvSpPr/>
            <p:nvPr/>
          </p:nvSpPr>
          <p:spPr>
            <a:xfrm rot="16200000" flipH="1">
              <a:off x="6280801" y="2567855"/>
              <a:ext cx="1038556" cy="3577709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9624455-AE81-406A-B9FA-A3E3C79891F3}"/>
                  </a:ext>
                </a:extLst>
              </p:cNvPr>
              <p:cNvSpPr txBox="1"/>
              <p:nvPr/>
            </p:nvSpPr>
            <p:spPr>
              <a:xfrm>
                <a:off x="6993584" y="685455"/>
                <a:ext cx="3553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fixes the height of the white circle</a:t>
                </a:r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9624455-AE81-406A-B9FA-A3E3C7989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584" y="685455"/>
                <a:ext cx="3553217" cy="369332"/>
              </a:xfrm>
              <a:prstGeom prst="rect">
                <a:avLst/>
              </a:prstGeom>
              <a:blipFill>
                <a:blip r:embed="rId15"/>
                <a:stretch>
                  <a:fillRect t="-8197" r="-68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8CC5FC6-5517-F5EE-D748-0F9735025C3C}"/>
                  </a:ext>
                </a:extLst>
              </p:cNvPr>
              <p:cNvSpPr txBox="1"/>
              <p:nvPr/>
            </p:nvSpPr>
            <p:spPr>
              <a:xfrm>
                <a:off x="6998232" y="2487352"/>
                <a:ext cx="3974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fixes the angle around the white circle</a:t>
                </a: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8CC5FC6-5517-F5EE-D748-0F9735025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232" y="2487352"/>
                <a:ext cx="3974614" cy="369332"/>
              </a:xfrm>
              <a:prstGeom prst="rect">
                <a:avLst/>
              </a:prstGeom>
              <a:blipFill>
                <a:blip r:embed="rId16"/>
                <a:stretch>
                  <a:fillRect t="-8197" r="-46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4C9AA9F3-50DF-163F-2291-C13A477AD86D}"/>
              </a:ext>
            </a:extLst>
          </p:cNvPr>
          <p:cNvSpPr txBox="1"/>
          <p:nvPr/>
        </p:nvSpPr>
        <p:spPr>
          <a:xfrm>
            <a:off x="2393724" y="5286305"/>
            <a:ext cx="67051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WARNING: this geometric picture only works</a:t>
            </a:r>
            <a:br>
              <a:rPr lang="en-US" sz="2800" dirty="0">
                <a:solidFill>
                  <a:srgbClr val="C00000"/>
                </a:solidFill>
              </a:rPr>
            </a:br>
            <a:r>
              <a:rPr lang="en-US" sz="2800" dirty="0">
                <a:solidFill>
                  <a:srgbClr val="C00000"/>
                </a:solidFill>
              </a:rPr>
              <a:t>for a superposition of orthogonal states</a:t>
            </a:r>
          </a:p>
        </p:txBody>
      </p:sp>
    </p:spTree>
    <p:extLst>
      <p:ext uri="{BB962C8B-B14F-4D97-AF65-F5344CB8AC3E}">
        <p14:creationId xmlns:p14="http://schemas.microsoft.com/office/powerpoint/2010/main" val="236651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ADAB5-5745-F85F-0371-2131FF14F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EB8A72A9-BAE3-D352-BFF7-5AC5D04C8711}"/>
              </a:ext>
            </a:extLst>
          </p:cNvPr>
          <p:cNvGrpSpPr/>
          <p:nvPr/>
        </p:nvGrpSpPr>
        <p:grpSpPr>
          <a:xfrm>
            <a:off x="1471083" y="968844"/>
            <a:ext cx="3578015" cy="3577707"/>
            <a:chOff x="2521889" y="2808131"/>
            <a:chExt cx="1916430" cy="1916266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702BD98-8EF1-F135-2338-CC1986AC2545}"/>
                </a:ext>
              </a:extLst>
            </p:cNvPr>
            <p:cNvSpPr/>
            <p:nvPr/>
          </p:nvSpPr>
          <p:spPr>
            <a:xfrm>
              <a:off x="2521889" y="2808131"/>
              <a:ext cx="1916264" cy="1916264"/>
            </a:xfrm>
            <a:prstGeom prst="ellips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31">
              <a:extLst>
                <a:ext uri="{FF2B5EF4-FFF2-40B4-BE49-F238E27FC236}">
                  <a16:creationId xmlns:a16="http://schemas.microsoft.com/office/drawing/2014/main" id="{DE20C00A-CA2D-AC7E-72B2-F831A45E43FD}"/>
                </a:ext>
              </a:extLst>
            </p:cNvPr>
            <p:cNvSpPr/>
            <p:nvPr/>
          </p:nvSpPr>
          <p:spPr>
            <a:xfrm>
              <a:off x="2521889" y="2808132"/>
              <a:ext cx="1916264" cy="958132"/>
            </a:xfrm>
            <a:custGeom>
              <a:avLst/>
              <a:gdLst>
                <a:gd name="connsiteX0" fmla="*/ 0 w 1916264"/>
                <a:gd name="connsiteY0" fmla="*/ 958132 h 1916264"/>
                <a:gd name="connsiteX1" fmla="*/ 958132 w 1916264"/>
                <a:gd name="connsiteY1" fmla="*/ 0 h 1916264"/>
                <a:gd name="connsiteX2" fmla="*/ 1916264 w 1916264"/>
                <a:gd name="connsiteY2" fmla="*/ 958132 h 1916264"/>
                <a:gd name="connsiteX3" fmla="*/ 958132 w 1916264"/>
                <a:gd name="connsiteY3" fmla="*/ 1916264 h 1916264"/>
                <a:gd name="connsiteX4" fmla="*/ 0 w 1916264"/>
                <a:gd name="connsiteY4" fmla="*/ 958132 h 1916264"/>
                <a:gd name="connsiteX0" fmla="*/ 958132 w 1916264"/>
                <a:gd name="connsiteY0" fmla="*/ 1916264 h 2007704"/>
                <a:gd name="connsiteX1" fmla="*/ 0 w 1916264"/>
                <a:gd name="connsiteY1" fmla="*/ 958132 h 2007704"/>
                <a:gd name="connsiteX2" fmla="*/ 958132 w 1916264"/>
                <a:gd name="connsiteY2" fmla="*/ 0 h 2007704"/>
                <a:gd name="connsiteX3" fmla="*/ 1916264 w 1916264"/>
                <a:gd name="connsiteY3" fmla="*/ 958132 h 2007704"/>
                <a:gd name="connsiteX4" fmla="*/ 1049572 w 1916264"/>
                <a:gd name="connsiteY4" fmla="*/ 2007704 h 2007704"/>
                <a:gd name="connsiteX0" fmla="*/ 958132 w 1916264"/>
                <a:gd name="connsiteY0" fmla="*/ 1916264 h 1916264"/>
                <a:gd name="connsiteX1" fmla="*/ 0 w 1916264"/>
                <a:gd name="connsiteY1" fmla="*/ 958132 h 1916264"/>
                <a:gd name="connsiteX2" fmla="*/ 958132 w 1916264"/>
                <a:gd name="connsiteY2" fmla="*/ 0 h 1916264"/>
                <a:gd name="connsiteX3" fmla="*/ 1916264 w 1916264"/>
                <a:gd name="connsiteY3" fmla="*/ 958132 h 1916264"/>
                <a:gd name="connsiteX0" fmla="*/ 0 w 1916264"/>
                <a:gd name="connsiteY0" fmla="*/ 958132 h 958132"/>
                <a:gd name="connsiteX1" fmla="*/ 958132 w 1916264"/>
                <a:gd name="connsiteY1" fmla="*/ 0 h 958132"/>
                <a:gd name="connsiteX2" fmla="*/ 1916264 w 1916264"/>
                <a:gd name="connsiteY2" fmla="*/ 958132 h 958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6264" h="958132">
                  <a:moveTo>
                    <a:pt x="0" y="958132"/>
                  </a:moveTo>
                  <a:cubicBezTo>
                    <a:pt x="0" y="428970"/>
                    <a:pt x="428970" y="0"/>
                    <a:pt x="958132" y="0"/>
                  </a:cubicBezTo>
                  <a:cubicBezTo>
                    <a:pt x="1487294" y="0"/>
                    <a:pt x="1916264" y="428970"/>
                    <a:pt x="1916264" y="958132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9220634-F761-BC16-C1DB-C994046EE95D}"/>
                </a:ext>
              </a:extLst>
            </p:cNvPr>
            <p:cNvSpPr/>
            <p:nvPr/>
          </p:nvSpPr>
          <p:spPr>
            <a:xfrm>
              <a:off x="2521889" y="2808131"/>
              <a:ext cx="1916265" cy="1916264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5CF1EFE-0FFB-E595-62E8-812D09C46CA0}"/>
                </a:ext>
              </a:extLst>
            </p:cNvPr>
            <p:cNvGrpSpPr/>
            <p:nvPr/>
          </p:nvGrpSpPr>
          <p:grpSpPr>
            <a:xfrm>
              <a:off x="2923755" y="2808131"/>
              <a:ext cx="1112528" cy="1916266"/>
              <a:chOff x="2734489" y="2655731"/>
              <a:chExt cx="1186260" cy="1916266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ABF9F66F-05BB-1369-890A-105C569B86FE}"/>
                  </a:ext>
                </a:extLst>
              </p:cNvPr>
              <p:cNvSpPr/>
              <p:nvPr/>
            </p:nvSpPr>
            <p:spPr>
              <a:xfrm>
                <a:off x="2734490" y="2655731"/>
                <a:ext cx="1186259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56" name="Oval 9">
                <a:extLst>
                  <a:ext uri="{FF2B5EF4-FFF2-40B4-BE49-F238E27FC236}">
                    <a16:creationId xmlns:a16="http://schemas.microsoft.com/office/drawing/2014/main" id="{4542B220-9DD1-FBB0-46B3-84101C6FDBD3}"/>
                  </a:ext>
                </a:extLst>
              </p:cNvPr>
              <p:cNvSpPr/>
              <p:nvPr/>
            </p:nvSpPr>
            <p:spPr>
              <a:xfrm flipH="1">
                <a:off x="2734489" y="2655731"/>
                <a:ext cx="593130" cy="1916266"/>
              </a:xfrm>
              <a:custGeom>
                <a:avLst/>
                <a:gdLst>
                  <a:gd name="connsiteX0" fmla="*/ 0 w 687355"/>
                  <a:gd name="connsiteY0" fmla="*/ 555172 h 1110343"/>
                  <a:gd name="connsiteX1" fmla="*/ 343678 w 687355"/>
                  <a:gd name="connsiteY1" fmla="*/ 0 h 1110343"/>
                  <a:gd name="connsiteX2" fmla="*/ 687356 w 687355"/>
                  <a:gd name="connsiteY2" fmla="*/ 555172 h 1110343"/>
                  <a:gd name="connsiteX3" fmla="*/ 343678 w 687355"/>
                  <a:gd name="connsiteY3" fmla="*/ 1110344 h 1110343"/>
                  <a:gd name="connsiteX4" fmla="*/ 0 w 687355"/>
                  <a:gd name="connsiteY4" fmla="*/ 555172 h 1110343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4" fmla="*/ 91440 w 687356"/>
                  <a:gd name="connsiteY4" fmla="*/ 646612 h 1110344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0" fmla="*/ 0 w 343678"/>
                  <a:gd name="connsiteY0" fmla="*/ 0 h 1110344"/>
                  <a:gd name="connsiteX1" fmla="*/ 343678 w 343678"/>
                  <a:gd name="connsiteY1" fmla="*/ 555172 h 1110344"/>
                  <a:gd name="connsiteX2" fmla="*/ 0 w 343678"/>
                  <a:gd name="connsiteY2" fmla="*/ 1110344 h 1110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3678" h="1110344">
                    <a:moveTo>
                      <a:pt x="0" y="0"/>
                    </a:moveTo>
                    <a:cubicBezTo>
                      <a:pt x="189808" y="0"/>
                      <a:pt x="343678" y="248559"/>
                      <a:pt x="343678" y="555172"/>
                    </a:cubicBezTo>
                    <a:cubicBezTo>
                      <a:pt x="343678" y="861785"/>
                      <a:pt x="189808" y="1110344"/>
                      <a:pt x="0" y="1110344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lt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8840E6ED-4662-0709-47C4-E9F8766436A8}"/>
                </a:ext>
              </a:extLst>
            </p:cNvPr>
            <p:cNvGrpSpPr/>
            <p:nvPr/>
          </p:nvGrpSpPr>
          <p:grpSpPr>
            <a:xfrm rot="16200000">
              <a:off x="2923922" y="2810085"/>
              <a:ext cx="1112528" cy="1916266"/>
              <a:chOff x="2734489" y="2655731"/>
              <a:chExt cx="1186260" cy="1916266"/>
            </a:xfrm>
          </p:grpSpPr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0BF43C01-E141-C625-C2FA-AC916BE34FE3}"/>
                  </a:ext>
                </a:extLst>
              </p:cNvPr>
              <p:cNvSpPr/>
              <p:nvPr/>
            </p:nvSpPr>
            <p:spPr>
              <a:xfrm>
                <a:off x="2734490" y="2655731"/>
                <a:ext cx="1186259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54" name="Oval 9">
                <a:extLst>
                  <a:ext uri="{FF2B5EF4-FFF2-40B4-BE49-F238E27FC236}">
                    <a16:creationId xmlns:a16="http://schemas.microsoft.com/office/drawing/2014/main" id="{EEDDC8C0-046C-AF97-B823-0262178DE09E}"/>
                  </a:ext>
                </a:extLst>
              </p:cNvPr>
              <p:cNvSpPr/>
              <p:nvPr/>
            </p:nvSpPr>
            <p:spPr>
              <a:xfrm flipH="1">
                <a:off x="2734489" y="2655731"/>
                <a:ext cx="593130" cy="1916266"/>
              </a:xfrm>
              <a:custGeom>
                <a:avLst/>
                <a:gdLst>
                  <a:gd name="connsiteX0" fmla="*/ 0 w 687355"/>
                  <a:gd name="connsiteY0" fmla="*/ 555172 h 1110343"/>
                  <a:gd name="connsiteX1" fmla="*/ 343678 w 687355"/>
                  <a:gd name="connsiteY1" fmla="*/ 0 h 1110343"/>
                  <a:gd name="connsiteX2" fmla="*/ 687356 w 687355"/>
                  <a:gd name="connsiteY2" fmla="*/ 555172 h 1110343"/>
                  <a:gd name="connsiteX3" fmla="*/ 343678 w 687355"/>
                  <a:gd name="connsiteY3" fmla="*/ 1110344 h 1110343"/>
                  <a:gd name="connsiteX4" fmla="*/ 0 w 687355"/>
                  <a:gd name="connsiteY4" fmla="*/ 555172 h 1110343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4" fmla="*/ 91440 w 687356"/>
                  <a:gd name="connsiteY4" fmla="*/ 646612 h 1110344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0" fmla="*/ 0 w 343678"/>
                  <a:gd name="connsiteY0" fmla="*/ 0 h 1110344"/>
                  <a:gd name="connsiteX1" fmla="*/ 343678 w 343678"/>
                  <a:gd name="connsiteY1" fmla="*/ 555172 h 1110344"/>
                  <a:gd name="connsiteX2" fmla="*/ 0 w 343678"/>
                  <a:gd name="connsiteY2" fmla="*/ 1110344 h 1110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3678" h="1110344">
                    <a:moveTo>
                      <a:pt x="0" y="0"/>
                    </a:moveTo>
                    <a:cubicBezTo>
                      <a:pt x="189808" y="0"/>
                      <a:pt x="343678" y="248559"/>
                      <a:pt x="343678" y="555172"/>
                    </a:cubicBezTo>
                    <a:cubicBezTo>
                      <a:pt x="343678" y="861785"/>
                      <a:pt x="189808" y="1110344"/>
                      <a:pt x="0" y="1110344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lt1"/>
                  </a:solidFill>
                </a:endParaRPr>
              </a:p>
            </p:txBody>
          </p:sp>
        </p:grp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D1E1D3-00EB-6373-770E-E896DF0A104E}"/>
              </a:ext>
            </a:extLst>
          </p:cNvPr>
          <p:cNvCxnSpPr>
            <a:cxnSpLocks/>
            <a:endCxn id="50" idx="5"/>
          </p:cNvCxnSpPr>
          <p:nvPr/>
        </p:nvCxnSpPr>
        <p:spPr>
          <a:xfrm>
            <a:off x="3259932" y="2757695"/>
            <a:ext cx="1264915" cy="126491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EC0BE6-21D4-F26B-34EB-00DCCC1C2B1B}"/>
                  </a:ext>
                </a:extLst>
              </p:cNvPr>
              <p:cNvSpPr txBox="1"/>
              <p:nvPr/>
            </p:nvSpPr>
            <p:spPr>
              <a:xfrm>
                <a:off x="4581156" y="3882392"/>
                <a:ext cx="76302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EC0BE6-21D4-F26B-34EB-00DCCC1C2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1156" y="3882392"/>
                <a:ext cx="763029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5AA9643-1C81-7484-3375-AAEFBD52C51F}"/>
                  </a:ext>
                </a:extLst>
              </p:cNvPr>
              <p:cNvSpPr txBox="1"/>
              <p:nvPr/>
            </p:nvSpPr>
            <p:spPr>
              <a:xfrm>
                <a:off x="3938815" y="528354"/>
                <a:ext cx="76302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5AA9643-1C81-7484-3375-AAEFBD52C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8815" y="528354"/>
                <a:ext cx="76302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513DD4-CCF9-5F9B-4391-7F03C341E72B}"/>
                  </a:ext>
                </a:extLst>
              </p:cNvPr>
              <p:cNvSpPr txBox="1"/>
              <p:nvPr/>
            </p:nvSpPr>
            <p:spPr>
              <a:xfrm>
                <a:off x="6419348" y="1567440"/>
                <a:ext cx="4515147" cy="9026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𝚤</m:t>
                          </m:r>
                          <m:f>
                            <m:f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num>
                            <m:den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𝚤</m:t>
                          </m:r>
                          <m:f>
                            <m:f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num>
                            <m:den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513DD4-CCF9-5F9B-4391-7F03C341E7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9348" y="1567440"/>
                <a:ext cx="4515147" cy="9026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67A302BA-D291-D7F1-5F8B-9CBA04035823}"/>
              </a:ext>
            </a:extLst>
          </p:cNvPr>
          <p:cNvGrpSpPr/>
          <p:nvPr/>
        </p:nvGrpSpPr>
        <p:grpSpPr>
          <a:xfrm rot="20845933">
            <a:off x="1433380" y="1842780"/>
            <a:ext cx="3557720" cy="1535656"/>
            <a:chOff x="5011224" y="2798876"/>
            <a:chExt cx="3577709" cy="2077112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3554679-FC95-EB9E-D516-CA7C42307192}"/>
                </a:ext>
              </a:extLst>
            </p:cNvPr>
            <p:cNvSpPr/>
            <p:nvPr/>
          </p:nvSpPr>
          <p:spPr>
            <a:xfrm rot="16200000">
              <a:off x="5761522" y="2048578"/>
              <a:ext cx="2077110" cy="357770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59" name="Oval 9">
              <a:extLst>
                <a:ext uri="{FF2B5EF4-FFF2-40B4-BE49-F238E27FC236}">
                  <a16:creationId xmlns:a16="http://schemas.microsoft.com/office/drawing/2014/main" id="{2B7F1F8D-A86B-E9B4-C7E5-C992B60496FC}"/>
                </a:ext>
              </a:extLst>
            </p:cNvPr>
            <p:cNvSpPr/>
            <p:nvPr/>
          </p:nvSpPr>
          <p:spPr>
            <a:xfrm rot="16200000" flipH="1">
              <a:off x="6280801" y="2567855"/>
              <a:ext cx="1038556" cy="3577709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1BB561F-8EEC-33EF-C3F3-54589A0833B8}"/>
                  </a:ext>
                </a:extLst>
              </p:cNvPr>
              <p:cNvSpPr txBox="1"/>
              <p:nvPr/>
            </p:nvSpPr>
            <p:spPr>
              <a:xfrm>
                <a:off x="6993582" y="1049092"/>
                <a:ext cx="22921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fixes the white circle</a:t>
                </a:r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1BB561F-8EEC-33EF-C3F3-54589A083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582" y="1049092"/>
                <a:ext cx="2292166" cy="369332"/>
              </a:xfrm>
              <a:prstGeom prst="rect">
                <a:avLst/>
              </a:prstGeom>
              <a:blipFill>
                <a:blip r:embed="rId5"/>
                <a:stretch>
                  <a:fillRect t="-8197" r="-159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02BE24E-6017-A509-21B2-F86C028FF99C}"/>
                  </a:ext>
                </a:extLst>
              </p:cNvPr>
              <p:cNvSpPr txBox="1"/>
              <p:nvPr/>
            </p:nvSpPr>
            <p:spPr>
              <a:xfrm>
                <a:off x="6998232" y="2600863"/>
                <a:ext cx="397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fixes the angle around the white circle</a:t>
                </a: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02BE24E-6017-A509-21B2-F86C028FF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232" y="2600863"/>
                <a:ext cx="3970767" cy="369332"/>
              </a:xfrm>
              <a:prstGeom prst="rect">
                <a:avLst/>
              </a:prstGeom>
              <a:blipFill>
                <a:blip r:embed="rId6"/>
                <a:stretch>
                  <a:fillRect t="-10000" r="-61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2E443CF-00AA-4D84-8EEF-9765D5B8D691}"/>
              </a:ext>
            </a:extLst>
          </p:cNvPr>
          <p:cNvCxnSpPr>
            <a:cxnSpLocks/>
          </p:cNvCxnSpPr>
          <p:nvPr/>
        </p:nvCxnSpPr>
        <p:spPr>
          <a:xfrm flipV="1">
            <a:off x="3259932" y="1202685"/>
            <a:ext cx="848620" cy="155501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524CA06-874B-5A78-793D-5FEA23657663}"/>
              </a:ext>
            </a:extLst>
          </p:cNvPr>
          <p:cNvGrpSpPr/>
          <p:nvPr/>
        </p:nvGrpSpPr>
        <p:grpSpPr>
          <a:xfrm rot="450444">
            <a:off x="1922449" y="1273540"/>
            <a:ext cx="2932249" cy="1076971"/>
            <a:chOff x="5011224" y="2798876"/>
            <a:chExt cx="3577709" cy="2077112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286CDA5A-57D6-3D06-1ED1-FFBB25633494}"/>
                </a:ext>
              </a:extLst>
            </p:cNvPr>
            <p:cNvSpPr/>
            <p:nvPr/>
          </p:nvSpPr>
          <p:spPr>
            <a:xfrm rot="16200000">
              <a:off x="5761522" y="2048578"/>
              <a:ext cx="2077110" cy="357770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0" name="Oval 9">
              <a:extLst>
                <a:ext uri="{FF2B5EF4-FFF2-40B4-BE49-F238E27FC236}">
                  <a16:creationId xmlns:a16="http://schemas.microsoft.com/office/drawing/2014/main" id="{933F71E8-96EF-55C7-B7B6-12556DE39760}"/>
                </a:ext>
              </a:extLst>
            </p:cNvPr>
            <p:cNvSpPr/>
            <p:nvPr/>
          </p:nvSpPr>
          <p:spPr>
            <a:xfrm rot="16200000" flipH="1">
              <a:off x="6280801" y="2567855"/>
              <a:ext cx="1038556" cy="3577709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E2D00A-723E-0607-AE4B-6A598A590A72}"/>
              </a:ext>
            </a:extLst>
          </p:cNvPr>
          <p:cNvGrpSpPr/>
          <p:nvPr/>
        </p:nvGrpSpPr>
        <p:grpSpPr>
          <a:xfrm rot="20203583">
            <a:off x="2185227" y="3107957"/>
            <a:ext cx="2932249" cy="1076971"/>
            <a:chOff x="5011224" y="2798876"/>
            <a:chExt cx="3577709" cy="2077112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B109E9D-3273-0CEF-A0B1-2A687BDDF4BC}"/>
                </a:ext>
              </a:extLst>
            </p:cNvPr>
            <p:cNvSpPr/>
            <p:nvPr/>
          </p:nvSpPr>
          <p:spPr>
            <a:xfrm rot="16200000">
              <a:off x="5761522" y="2048578"/>
              <a:ext cx="2077110" cy="357770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3" name="Oval 9">
              <a:extLst>
                <a:ext uri="{FF2B5EF4-FFF2-40B4-BE49-F238E27FC236}">
                  <a16:creationId xmlns:a16="http://schemas.microsoft.com/office/drawing/2014/main" id="{FEFCED4F-4F9A-1DE7-C49A-1BAAEEC24238}"/>
                </a:ext>
              </a:extLst>
            </p:cNvPr>
            <p:cNvSpPr/>
            <p:nvPr/>
          </p:nvSpPr>
          <p:spPr>
            <a:xfrm rot="16200000" flipH="1">
              <a:off x="6280801" y="2567855"/>
              <a:ext cx="1038556" cy="3577709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1CB3594F-011E-5FA2-DBA0-F22E0C78160E}"/>
              </a:ext>
            </a:extLst>
          </p:cNvPr>
          <p:cNvSpPr txBox="1"/>
          <p:nvPr/>
        </p:nvSpPr>
        <p:spPr>
          <a:xfrm>
            <a:off x="6431377" y="328576"/>
            <a:ext cx="34165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Circles are not parallel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E7AAA35-2040-B880-C438-8EA29011AB9F}"/>
              </a:ext>
            </a:extLst>
          </p:cNvPr>
          <p:cNvSpPr txBox="1"/>
          <p:nvPr/>
        </p:nvSpPr>
        <p:spPr>
          <a:xfrm>
            <a:off x="5826697" y="3122436"/>
            <a:ext cx="37234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Vector is not normalized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2B57D8A3-E395-29CE-4068-9406BD0CF50B}"/>
                  </a:ext>
                </a:extLst>
              </p:cNvPr>
              <p:cNvSpPr txBox="1"/>
              <p:nvPr/>
            </p:nvSpPr>
            <p:spPr>
              <a:xfrm>
                <a:off x="6531097" y="3719456"/>
                <a:ext cx="2935419" cy="5420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 is NOT a probability</a:t>
                </a:r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2B57D8A3-E395-29CE-4068-9406BD0CF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097" y="3719456"/>
                <a:ext cx="2935419" cy="542071"/>
              </a:xfrm>
              <a:prstGeom prst="rect">
                <a:avLst/>
              </a:prstGeom>
              <a:blipFill>
                <a:blip r:embed="rId7"/>
                <a:stretch>
                  <a:fillRect r="-1452" b="-78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BC35503-0704-ED01-BAAE-0B23FFB704ED}"/>
              </a:ext>
            </a:extLst>
          </p:cNvPr>
          <p:cNvCxnSpPr>
            <a:cxnSpLocks/>
          </p:cNvCxnSpPr>
          <p:nvPr/>
        </p:nvCxnSpPr>
        <p:spPr>
          <a:xfrm flipH="1">
            <a:off x="4962670" y="794983"/>
            <a:ext cx="1389913" cy="927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4AADE89-613F-A79D-E60C-1672351B7731}"/>
              </a:ext>
            </a:extLst>
          </p:cNvPr>
          <p:cNvCxnSpPr/>
          <p:nvPr/>
        </p:nvCxnSpPr>
        <p:spPr>
          <a:xfrm flipV="1">
            <a:off x="6608905" y="2345909"/>
            <a:ext cx="302698" cy="721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678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92294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4205769-865A-0854-46F8-C0A89A711789}"/>
              </a:ext>
            </a:extLst>
          </p:cNvPr>
          <p:cNvGrpSpPr/>
          <p:nvPr/>
        </p:nvGrpSpPr>
        <p:grpSpPr>
          <a:xfrm>
            <a:off x="806546" y="200558"/>
            <a:ext cx="5870438" cy="5037077"/>
            <a:chOff x="6051485" y="3754872"/>
            <a:chExt cx="3131475" cy="26869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D10FB8E-A182-9EBF-568A-BC78972A3C85}"/>
                </a:ext>
              </a:extLst>
            </p:cNvPr>
            <p:cNvGrpSpPr/>
            <p:nvPr/>
          </p:nvGrpSpPr>
          <p:grpSpPr>
            <a:xfrm>
              <a:off x="6689695" y="4154166"/>
              <a:ext cx="1916430" cy="1916266"/>
              <a:chOff x="2521889" y="2808131"/>
              <a:chExt cx="1916430" cy="1916266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67954CC3-B1A8-8425-B3B8-122353B38415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3600"/>
              </a:p>
            </p:txBody>
          </p:sp>
          <p:sp>
            <p:nvSpPr>
              <p:cNvPr id="12" name="Oval 31">
                <a:extLst>
                  <a:ext uri="{FF2B5EF4-FFF2-40B4-BE49-F238E27FC236}">
                    <a16:creationId xmlns:a16="http://schemas.microsoft.com/office/drawing/2014/main" id="{AB8157AE-C66C-BAD8-206F-D4F743905D02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60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919878B-3C9B-DF32-08E0-D4926FA19AA6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600">
                  <a:solidFill>
                    <a:schemeClr val="lt1"/>
                  </a:solidFill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909ABD69-7BDF-903E-7914-34148747CCC5}"/>
                  </a:ext>
                </a:extLst>
              </p:cNvPr>
              <p:cNvGrpSpPr/>
              <p:nvPr/>
            </p:nvGrpSpPr>
            <p:grpSpPr>
              <a:xfrm>
                <a:off x="2923755" y="2808131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5AEC6A-FBE5-4D60-1BF7-7581B6789CC9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6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19" name="Oval 9">
                  <a:extLst>
                    <a:ext uri="{FF2B5EF4-FFF2-40B4-BE49-F238E27FC236}">
                      <a16:creationId xmlns:a16="http://schemas.microsoft.com/office/drawing/2014/main" id="{30DC525A-387F-5F41-C08A-A8FAC8A97B34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60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8DACBAFF-D554-EC5F-1816-5C46E6831E9B}"/>
                  </a:ext>
                </a:extLst>
              </p:cNvPr>
              <p:cNvGrpSpPr/>
              <p:nvPr/>
            </p:nvGrpSpPr>
            <p:grpSpPr>
              <a:xfrm rot="16200000">
                <a:off x="2923922" y="2810085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354EC95D-F3AE-E2F1-CA62-4A83BC846FFA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6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17" name="Oval 9">
                  <a:extLst>
                    <a:ext uri="{FF2B5EF4-FFF2-40B4-BE49-F238E27FC236}">
                      <a16:creationId xmlns:a16="http://schemas.microsoft.com/office/drawing/2014/main" id="{D7EC789A-DADC-F953-2A1F-F0DCA250A504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600">
                    <a:solidFill>
                      <a:schemeClr val="lt1"/>
                    </a:solidFill>
                  </a:endParaRPr>
                </a:p>
              </p:txBody>
            </p:sp>
          </p:grp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9128D1B-988C-496A-F7CA-201C886F06EA}"/>
                </a:ext>
              </a:extLst>
            </p:cNvPr>
            <p:cNvGrpSpPr/>
            <p:nvPr/>
          </p:nvGrpSpPr>
          <p:grpSpPr>
            <a:xfrm>
              <a:off x="6051485" y="3754872"/>
              <a:ext cx="3131475" cy="2686935"/>
              <a:chOff x="8866556" y="911557"/>
              <a:chExt cx="3131475" cy="268693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42D9A76C-A7C3-64FC-F768-81E08B9B2E5F}"/>
                      </a:ext>
                    </a:extLst>
                  </p:cNvPr>
                  <p:cNvSpPr txBox="1"/>
                  <p:nvPr/>
                </p:nvSpPr>
                <p:spPr>
                  <a:xfrm>
                    <a:off x="10212375" y="911557"/>
                    <a:ext cx="592783" cy="34477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600" i="1" dirty="0"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  <m:r>
                            <a:rPr lang="en-US" sz="3600" i="1" dirty="0">
                              <a:latin typeface="Cambria Math" panose="02040503050406030204" pitchFamily="18" charset="0"/>
                            </a:rPr>
                            <m:t>⟩</m:t>
                          </m:r>
                        </m:oMath>
                      </m:oMathPara>
                    </a14:m>
                    <a:endParaRPr lang="en-US" sz="3600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42D9A76C-A7C3-64FC-F768-81E08B9B2E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12375" y="911557"/>
                    <a:ext cx="592783" cy="34477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36006A3F-47B9-EAAC-C710-99601F6D2B0F}"/>
                      </a:ext>
                    </a:extLst>
                  </p:cNvPr>
                  <p:cNvSpPr txBox="1"/>
                  <p:nvPr/>
                </p:nvSpPr>
                <p:spPr>
                  <a:xfrm>
                    <a:off x="11391840" y="2049522"/>
                    <a:ext cx="606191" cy="34477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600" i="1" dirty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  <m:r>
                            <a:rPr lang="en-US" sz="3600" i="1" dirty="0">
                              <a:latin typeface="Cambria Math" panose="02040503050406030204" pitchFamily="18" charset="0"/>
                            </a:rPr>
                            <m:t>⟩</m:t>
                          </m:r>
                        </m:oMath>
                      </m:oMathPara>
                    </a14:m>
                    <a:endParaRPr lang="en-US" sz="3600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36006A3F-47B9-EAAC-C710-99601F6D2B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91840" y="2049522"/>
                    <a:ext cx="606191" cy="34477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DAC4DB41-16AA-ADE3-9F51-41A56670E911}"/>
                      </a:ext>
                    </a:extLst>
                  </p:cNvPr>
                  <p:cNvSpPr txBox="1"/>
                  <p:nvPr/>
                </p:nvSpPr>
                <p:spPr>
                  <a:xfrm>
                    <a:off x="8866556" y="2049522"/>
                    <a:ext cx="606191" cy="34477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600" i="1" dirty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  <m:r>
                            <a:rPr lang="en-US" sz="3600" i="1" dirty="0">
                              <a:latin typeface="Cambria Math" panose="02040503050406030204" pitchFamily="18" charset="0"/>
                            </a:rPr>
                            <m:t>⟩</m:t>
                          </m:r>
                        </m:oMath>
                      </m:oMathPara>
                    </a14:m>
                    <a:endParaRPr lang="en-US" sz="36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DAC4DB41-16AA-ADE3-9F51-41A56670E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66556" y="2049522"/>
                    <a:ext cx="606191" cy="34477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17B3F34F-68BB-0867-B0E2-E09A94459EC6}"/>
                      </a:ext>
                    </a:extLst>
                  </p:cNvPr>
                  <p:cNvSpPr txBox="1"/>
                  <p:nvPr/>
                </p:nvSpPr>
                <p:spPr>
                  <a:xfrm>
                    <a:off x="10193624" y="3253719"/>
                    <a:ext cx="592783" cy="34477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600" i="1" dirty="0"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  <m:r>
                            <a:rPr lang="en-US" sz="3600" i="1" dirty="0">
                              <a:latin typeface="Cambria Math" panose="02040503050406030204" pitchFamily="18" charset="0"/>
                            </a:rPr>
                            <m:t>⟩</m:t>
                          </m:r>
                        </m:oMath>
                      </m:oMathPara>
                    </a14:m>
                    <a:endParaRPr lang="en-US" sz="3600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17B3F34F-68BB-0867-B0E2-E09A94459E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93624" y="3253719"/>
                    <a:ext cx="592783" cy="34477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B01E3DE7-FE90-4C20-2002-5D47D706E8F3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9160" y="1420586"/>
                    <a:ext cx="611595" cy="34477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600" i="1" dirty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  <m:r>
                            <a:rPr lang="en-US" sz="3600" i="1" dirty="0">
                              <a:latin typeface="Cambria Math" panose="02040503050406030204" pitchFamily="18" charset="0"/>
                            </a:rPr>
                            <m:t>⟩</m:t>
                          </m:r>
                        </m:oMath>
                      </m:oMathPara>
                    </a14:m>
                    <a:endParaRPr lang="en-US" sz="3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B01E3DE7-FE90-4C20-2002-5D47D706E8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19160" y="1420586"/>
                    <a:ext cx="611595" cy="34477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DD386319-9064-DCC9-498A-9B0E3801033B}"/>
                      </a:ext>
                    </a:extLst>
                  </p:cNvPr>
                  <p:cNvSpPr txBox="1"/>
                  <p:nvPr/>
                </p:nvSpPr>
                <p:spPr>
                  <a:xfrm>
                    <a:off x="9917959" y="2346906"/>
                    <a:ext cx="611595" cy="34477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600" i="1" dirty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36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p>
                          <m:r>
                            <a:rPr lang="en-US" sz="3600" i="1" dirty="0">
                              <a:latin typeface="Cambria Math" panose="02040503050406030204" pitchFamily="18" charset="0"/>
                            </a:rPr>
                            <m:t>⟩</m:t>
                          </m:r>
                        </m:oMath>
                      </m:oMathPara>
                    </a14:m>
                    <a:endParaRPr lang="en-US" sz="36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DD386319-9064-DCC9-498A-9B0E380103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17959" y="2346906"/>
                    <a:ext cx="611595" cy="34477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9826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70380</TotalTime>
  <Words>696</Words>
  <Application>Microsoft Office PowerPoint</Application>
  <PresentationFormat>Widescreen</PresentationFormat>
  <Paragraphs>162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235</cp:revision>
  <dcterms:created xsi:type="dcterms:W3CDTF">2021-04-07T15:17:47Z</dcterms:created>
  <dcterms:modified xsi:type="dcterms:W3CDTF">2026-02-27T13:32:06Z</dcterms:modified>
</cp:coreProperties>
</file>