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9" r:id="rId2"/>
    <p:sldId id="935" r:id="rId3"/>
    <p:sldId id="934" r:id="rId4"/>
    <p:sldId id="946" r:id="rId5"/>
    <p:sldId id="947" r:id="rId6"/>
    <p:sldId id="928" r:id="rId7"/>
    <p:sldId id="945" r:id="rId8"/>
    <p:sldId id="936" r:id="rId9"/>
    <p:sldId id="943" r:id="rId10"/>
    <p:sldId id="944" r:id="rId11"/>
    <p:sldId id="948" r:id="rId12"/>
    <p:sldId id="942" r:id="rId13"/>
    <p:sldId id="930" r:id="rId14"/>
    <p:sldId id="949" r:id="rId15"/>
    <p:sldId id="950" r:id="rId16"/>
    <p:sldId id="951" r:id="rId17"/>
    <p:sldId id="952" r:id="rId18"/>
    <p:sldId id="953" r:id="rId19"/>
    <p:sldId id="937" r:id="rId20"/>
    <p:sldId id="959" r:id="rId21"/>
    <p:sldId id="957" r:id="rId22"/>
    <p:sldId id="958" r:id="rId23"/>
    <p:sldId id="919" r:id="rId24"/>
    <p:sldId id="921" r:id="rId25"/>
    <p:sldId id="939" r:id="rId26"/>
    <p:sldId id="969" r:id="rId27"/>
    <p:sldId id="922" r:id="rId28"/>
    <p:sldId id="923" r:id="rId29"/>
    <p:sldId id="924" r:id="rId30"/>
    <p:sldId id="962" r:id="rId31"/>
    <p:sldId id="963" r:id="rId32"/>
    <p:sldId id="964" r:id="rId33"/>
    <p:sldId id="967" r:id="rId34"/>
    <p:sldId id="966" r:id="rId35"/>
    <p:sldId id="968" r:id="rId36"/>
    <p:sldId id="917" r:id="rId37"/>
    <p:sldId id="940" r:id="rId38"/>
    <p:sldId id="916" r:id="rId39"/>
    <p:sldId id="927" r:id="rId40"/>
    <p:sldId id="926" r:id="rId41"/>
    <p:sldId id="929" r:id="rId42"/>
    <p:sldId id="931" r:id="rId43"/>
    <p:sldId id="932" r:id="rId44"/>
    <p:sldId id="933" r:id="rId45"/>
    <p:sldId id="941" r:id="rId46"/>
    <p:sldId id="954" r:id="rId47"/>
    <p:sldId id="961" r:id="rId48"/>
    <p:sldId id="920" r:id="rId49"/>
    <p:sldId id="960" r:id="rId50"/>
    <p:sldId id="918" r:id="rId51"/>
    <p:sldId id="956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484" autoAdjust="0"/>
    <p:restoredTop sz="85730" autoAdjust="0"/>
  </p:normalViewPr>
  <p:slideViewPr>
    <p:cSldViewPr snapToGrid="0">
      <p:cViewPr varScale="1">
        <p:scale>
          <a:sx n="55" d="100"/>
          <a:sy n="55" d="100"/>
        </p:scale>
        <p:origin x="102" y="786"/>
      </p:cViewPr>
      <p:guideLst/>
    </p:cSldViewPr>
  </p:slideViewPr>
  <p:outlineViewPr>
    <p:cViewPr>
      <p:scale>
        <a:sx n="33" d="100"/>
        <a:sy n="33" d="100"/>
      </p:scale>
      <p:origin x="0" y="-9029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9C704-B8F9-449B-B828-36D786A1FE7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4F452-85BD-4268-B680-C313DBFDC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3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4F452-85BD-4268-B680-C313DBFDCE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41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FB9D-FE32-4608-A322-879EB604C4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BEF24-38DB-414B-9143-835F94C54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49D3D-74DA-4CF4-9D8A-35BEC589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A3E48-4000-4BE8-AF49-A6112A7546B2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2A6A3-4127-48D5-9784-9FE0EA9F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031F-D251-4900-90B5-0DBC5EEB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F2D39E-1CF2-6C35-A74E-C2E85F817FF0}"/>
              </a:ext>
            </a:extLst>
          </p:cNvPr>
          <p:cNvSpPr/>
          <p:nvPr userDrawn="1"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3588DA-AF3D-0538-FED6-B91B80D9B0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405" y="4365482"/>
            <a:ext cx="1676403" cy="15237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EE5F5B-B632-2F49-E623-5C0F89CE0E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754" y="5933727"/>
            <a:ext cx="2229706" cy="7568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E0316C-62B2-770F-A578-C8D4BEA5ED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32" y="4433212"/>
            <a:ext cx="1676403" cy="15237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0B28FF-2283-988B-15E2-3907B103BE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81" y="6001457"/>
            <a:ext cx="2229706" cy="75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53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9" grpId="3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083A-4E98-4B0F-9BE9-89B3801C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EDFED-B2F5-4E8E-B7CC-56CC10C1C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C790-453E-4FDF-8576-041B1DF9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BC8FBAB-8131-440B-982D-5FFA7A53024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94907A7-274B-46C7-ACBB-98427FFA90F6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CD6FF50-33B5-48AA-9106-E41AD3A7C7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1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CB5C-4D91-4CEE-A37D-A6D6EA77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2FF89-CC5E-4ECF-8587-C5477617E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5818F-79A2-4B99-9E93-0A0D3450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0D542-6BA8-4A95-9EF2-3E912B4C2D8D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0A171-786D-4212-94DA-A3B5DDCB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C80CF-897E-4A36-9214-10EE125C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4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B1A4-D1EF-45A3-9791-016116AF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615B-3F88-41CF-8B1F-20FB3C7BE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55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97195-09DC-40DF-8642-91B5CEAE2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105469"/>
            <a:ext cx="5915845" cy="5071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7FD46-DF3C-4CF1-8DB8-AE555EDA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89E5D-57C3-47FC-9D93-3B263F03E631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A3C63-BDA7-4CD1-98D2-7B44F82B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5504-0686-44F8-A23D-45B91F88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2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9177B-A747-42FD-8F29-D1361B4E2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EB389-9A95-4143-B34D-74A157C3E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FF914-FCFA-477B-964A-C59B91251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DC335-A7AE-4EBC-A953-CD7B0874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6B780-1F08-4E36-968D-D083275A4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C007B-DA08-41DC-96BA-9EDC62C1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3B49B-4FF2-41DE-9AC4-33C59E8CAF6D}" type="datetime1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2FD71-2584-48F8-992F-EBA7CFFA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B88B5-3CD1-407E-B5B5-2FDF80D2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0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D30F-053D-46F9-9A37-D1DA8923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A0CFC-E613-4829-BB1E-23DC17F1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CF7F1-22B2-4345-97A9-9E44AD1EB502}" type="datetime1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4F9ED-0DC1-499C-966A-67FA8369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F0D14-ECEA-4749-973A-35A78F79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3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7A8DE-26FB-44D4-A9F1-CB9FF422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28FC-3737-4FFB-AE4A-FB5984F2943C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6CC65-9693-4336-8892-7DBB0D42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92D98-AE7E-447E-AA93-A2032A1F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22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36F1-9482-436E-9974-452FA8C0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3F32D-85F2-44AA-81B0-6B60F5AE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A3A79-53E7-4E9B-A70E-77106E56C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D5672-F891-4ED6-8D9F-0B8771B5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373F-1C5D-4856-863E-55B4619AF862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72739-2C05-4A24-88F6-82BBE08F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5969-E211-4DE2-B886-5934860C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5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7BCD-8167-44E1-825E-012B6637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72A2AE-5BB8-4C31-9C94-6EDE7D578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1A6C8-B63C-47F8-8C8C-4DB028D4B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56164-D348-4A71-AE1D-E22897D3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F6ED-7AC7-494C-88C7-A4505C8782D5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6AADB-3A05-424C-9F43-41572E84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28A14-221B-4635-AA55-72AC789D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8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1A85-F374-4F3F-BA0C-52075B07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497C3-0A16-4208-BEB3-607737FDD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D635-7E11-4664-8FBC-36FEBFF2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F9C4-009A-4DB4-A317-7BB1B9415B8A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9DE0C-6D6F-4D42-817A-BBD09369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3EC4-334C-45C4-A174-AFF5497F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3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97DE0-D863-4430-924C-3EB271CE8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8BD85-A68E-409D-B87F-BAD203419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AA6CF-52A1-4471-AFF7-79B37FEF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48F2E-A0AF-4465-A0F8-0F03CDDC70F9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4AF83-3843-42EB-A5A1-2BDCD43F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Gabriele Carcassi - University of Michigan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68DFD-8437-42AF-BA50-3290D8CD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94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AE79D-67AF-4A6E-B20E-A13E2603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55" y="84779"/>
            <a:ext cx="11984090" cy="897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F892-5903-470F-A479-331C3937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55" y="1075038"/>
            <a:ext cx="11984090" cy="5381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86424-CA87-4045-BC8B-6EDDC11B3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4759" y="6580246"/>
            <a:ext cx="2229706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FB41-6DBB-4DF5-895F-D5282C1D742B}" type="datetime1">
              <a:rPr lang="en-US" smtClean="0"/>
              <a:t>11/29/2025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D1E3F-305F-48EC-9661-A5555D6D9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9730" y="6565529"/>
            <a:ext cx="5967867" cy="235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Gabriele Carcassi - University of Michigan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D7172-52C7-47AA-A8CB-03E0DDB36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178" y="6572888"/>
            <a:ext cx="555908" cy="22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845EA-7733-40EE-B074-20032348B72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AA285D-1676-8476-E3FF-1782C3DC601F}"/>
              </a:ext>
            </a:extLst>
          </p:cNvPr>
          <p:cNvSpPr/>
          <p:nvPr userDrawn="1"/>
        </p:nvSpPr>
        <p:spPr>
          <a:xfrm>
            <a:off x="9442580" y="4170784"/>
            <a:ext cx="2674054" cy="26685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0152C-5722-D560-A1D1-83330A0E1841}"/>
              </a:ext>
            </a:extLst>
          </p:cNvPr>
          <p:cNvSpPr txBox="1"/>
          <p:nvPr userDrawn="1"/>
        </p:nvSpPr>
        <p:spPr>
          <a:xfrm>
            <a:off x="9723330" y="5954370"/>
            <a:ext cx="21515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dirty="0"/>
              <a:t>https://assumptionsofphysics.org/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EABDBC-29F5-54A5-0B74-DE652EDCED6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201" y="5161572"/>
            <a:ext cx="755811" cy="6869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0CDCAE5-166F-5A8D-47B6-2316E82EF1E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150" y="6274104"/>
            <a:ext cx="1313865" cy="44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776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  <p:bldP spid="7" grpId="8" animBg="1"/>
      <p:bldP spid="7" grpId="9" animBg="1"/>
      <p:bldP spid="7" grpId="10" animBg="1"/>
      <p:bldP spid="7" grpId="11" animBg="1"/>
      <p:bldP spid="7" grpId="12" animBg="1"/>
      <p:bldP spid="7" grpId="13" animBg="1"/>
      <p:bldP spid="7" grpId="14" animBg="1"/>
      <p:bldP spid="7" grpId="15" animBg="1"/>
      <p:bldP spid="7" grpId="16" animBg="1"/>
      <p:bldP spid="7" grpId="17" animBg="1"/>
      <p:bldP spid="7" grpId="18" animBg="1"/>
      <p:bldP spid="7" grpId="19" animBg="1"/>
      <p:bldP spid="7" grpId="20" animBg="1"/>
      <p:bldP spid="7" grpId="21" animBg="1"/>
      <p:bldP spid="7" grpId="22" animBg="1"/>
      <p:bldP spid="7" grpId="23" animBg="1"/>
      <p:bldP spid="7" grpId="30" animBg="1"/>
      <p:bldP spid="7" grpId="31" animBg="1"/>
      <p:bldP spid="7" grpId="40" animBg="1"/>
      <p:bldP spid="7" grpId="41" animBg="1"/>
      <p:bldP spid="7" grpId="44" animBg="1"/>
      <p:bldP spid="7" grpId="45" animBg="1"/>
      <p:bldP spid="7" grpId="46" animBg="1"/>
      <p:bldP spid="7" grpId="47" animBg="1"/>
      <p:bldP spid="7" grpId="50" animBg="1"/>
      <p:bldP spid="7" grpId="51" animBg="1"/>
      <p:bldP spid="7" grpId="52" animBg="1"/>
      <p:bldP spid="7" grpId="53" animBg="1"/>
      <p:bldP spid="7" grpId="54" animBg="1"/>
      <p:bldP spid="7" grpId="55" animBg="1"/>
      <p:bldP spid="7" grpId="56" animBg="1"/>
      <p:bldP spid="7" grpId="57" animBg="1"/>
      <p:bldP spid="7" grpId="60" animBg="1"/>
      <p:bldP spid="7" grpId="61" animBg="1"/>
      <p:bldP spid="7" grpId="62" animBg="1"/>
      <p:bldP spid="7" grpId="63" animBg="1"/>
      <p:bldP spid="7" grpId="64" animBg="1"/>
      <p:bldP spid="7" grpId="65" animBg="1"/>
      <p:bldP spid="7" grpId="66" animBg="1"/>
      <p:bldP spid="7" grpId="67" animBg="1"/>
      <p:bldP spid="7" grpId="68" animBg="1"/>
      <p:bldP spid="7" grpId="69" animBg="1"/>
      <p:bldP spid="7" grpId="70" animBg="1"/>
      <p:bldP spid="7" grpId="71" animBg="1"/>
      <p:bldP spid="7" grpId="72" animBg="1"/>
      <p:bldP spid="7" grpId="73" animBg="1"/>
      <p:bldP spid="7" grpId="74" animBg="1"/>
      <p:bldP spid="7" grpId="75" animBg="1"/>
      <p:bldP spid="7" grpId="76" animBg="1"/>
      <p:bldP spid="7" grpId="77" animBg="1"/>
      <p:bldP spid="7" grpId="78" animBg="1"/>
      <p:bldP spid="7" grpId="79" animBg="1"/>
      <p:bldP spid="7" grpId="80" animBg="1"/>
      <p:bldP spid="7" grpId="81" animBg="1"/>
      <p:bldP spid="7" grpId="82" animBg="1"/>
      <p:bldP spid="7" grpId="83" animBg="1"/>
      <p:bldP spid="7" grpId="84" animBg="1"/>
      <p:bldP spid="7" grpId="85" animBg="1"/>
    </p:bldLst>
  </p:timing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3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10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image" Target="../media/image44.png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2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26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45.png"/><Relationship Id="rId7" Type="http://schemas.openxmlformats.org/officeDocument/2006/relationships/image" Target="../media/image280.png"/><Relationship Id="rId2" Type="http://schemas.openxmlformats.org/officeDocument/2006/relationships/image" Target="../media/image23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10" Type="http://schemas.openxmlformats.org/officeDocument/2006/relationships/image" Target="../media/image310.png"/><Relationship Id="rId4" Type="http://schemas.openxmlformats.org/officeDocument/2006/relationships/image" Target="../media/image48.png"/><Relationship Id="rId9" Type="http://schemas.openxmlformats.org/officeDocument/2006/relationships/image" Target="../media/image30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png"/><Relationship Id="rId13" Type="http://schemas.openxmlformats.org/officeDocument/2006/relationships/image" Target="../media/image52.png"/><Relationship Id="rId18" Type="http://schemas.openxmlformats.org/officeDocument/2006/relationships/image" Target="../media/image61.png"/><Relationship Id="rId3" Type="http://schemas.openxmlformats.org/officeDocument/2006/relationships/image" Target="../media/image57.png"/><Relationship Id="rId21" Type="http://schemas.openxmlformats.org/officeDocument/2006/relationships/image" Target="../media/image58.png"/><Relationship Id="rId7" Type="http://schemas.openxmlformats.org/officeDocument/2006/relationships/image" Target="../media/image65.png"/><Relationship Id="rId12" Type="http://schemas.openxmlformats.org/officeDocument/2006/relationships/image" Target="../media/image51.png"/><Relationship Id="rId17" Type="http://schemas.openxmlformats.org/officeDocument/2006/relationships/image" Target="../media/image55.png"/><Relationship Id="rId2" Type="http://schemas.openxmlformats.org/officeDocument/2006/relationships/image" Target="../media/image62.png"/><Relationship Id="rId16" Type="http://schemas.openxmlformats.org/officeDocument/2006/relationships/image" Target="../media/image54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66.png"/><Relationship Id="rId5" Type="http://schemas.openxmlformats.org/officeDocument/2006/relationships/image" Target="../media/image46.png"/><Relationship Id="rId15" Type="http://schemas.openxmlformats.org/officeDocument/2006/relationships/image" Target="../media/image60.png"/><Relationship Id="rId10" Type="http://schemas.openxmlformats.org/officeDocument/2006/relationships/image" Target="../media/image50.png"/><Relationship Id="rId19" Type="http://schemas.openxmlformats.org/officeDocument/2006/relationships/image" Target="../media/image56.png"/><Relationship Id="rId4" Type="http://schemas.openxmlformats.org/officeDocument/2006/relationships/image" Target="../media/image64.png"/><Relationship Id="rId9" Type="http://schemas.openxmlformats.org/officeDocument/2006/relationships/image" Target="../media/image49.png"/><Relationship Id="rId14" Type="http://schemas.openxmlformats.org/officeDocument/2006/relationships/image" Target="../media/image53.png"/><Relationship Id="rId22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0.png"/><Relationship Id="rId11" Type="http://schemas.openxmlformats.org/officeDocument/2006/relationships/image" Target="../media/image72.png"/><Relationship Id="rId5" Type="http://schemas.openxmlformats.org/officeDocument/2006/relationships/image" Target="../media/image580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570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3.png"/><Relationship Id="rId7" Type="http://schemas.openxmlformats.org/officeDocument/2006/relationships/image" Target="../media/image104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0.png"/><Relationship Id="rId5" Type="http://schemas.openxmlformats.org/officeDocument/2006/relationships/image" Target="../media/image580.png"/><Relationship Id="rId10" Type="http://schemas.openxmlformats.org/officeDocument/2006/relationships/image" Target="../media/image63.png"/><Relationship Id="rId4" Type="http://schemas.openxmlformats.org/officeDocument/2006/relationships/image" Target="../media/image570.png"/><Relationship Id="rId9" Type="http://schemas.openxmlformats.org/officeDocument/2006/relationships/image" Target="../media/image10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08.png"/><Relationship Id="rId3" Type="http://schemas.openxmlformats.org/officeDocument/2006/relationships/image" Target="../media/image620.png"/><Relationship Id="rId7" Type="http://schemas.openxmlformats.org/officeDocument/2006/relationships/image" Target="../media/image109.png"/><Relationship Id="rId12" Type="http://schemas.openxmlformats.org/officeDocument/2006/relationships/image" Target="../media/image64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0.png"/><Relationship Id="rId11" Type="http://schemas.openxmlformats.org/officeDocument/2006/relationships/image" Target="../media/image630.png"/><Relationship Id="rId5" Type="http://schemas.openxmlformats.org/officeDocument/2006/relationships/image" Target="../media/image580.png"/><Relationship Id="rId10" Type="http://schemas.openxmlformats.org/officeDocument/2006/relationships/image" Target="../media/image610.png"/><Relationship Id="rId4" Type="http://schemas.openxmlformats.org/officeDocument/2006/relationships/image" Target="../media/image570.png"/><Relationship Id="rId9" Type="http://schemas.openxmlformats.org/officeDocument/2006/relationships/image" Target="../media/image111.png"/><Relationship Id="rId14" Type="http://schemas.openxmlformats.org/officeDocument/2006/relationships/image" Target="../media/image10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11" Type="http://schemas.openxmlformats.org/officeDocument/2006/relationships/image" Target="../media/image112.png"/><Relationship Id="rId5" Type="http://schemas.openxmlformats.org/officeDocument/2006/relationships/image" Target="../media/image11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24.png"/><Relationship Id="rId3" Type="http://schemas.openxmlformats.org/officeDocument/2006/relationships/image" Target="../media/image620.png"/><Relationship Id="rId7" Type="http://schemas.openxmlformats.org/officeDocument/2006/relationships/image" Target="../media/image122.png"/><Relationship Id="rId12" Type="http://schemas.openxmlformats.org/officeDocument/2006/relationships/image" Target="../media/image640.png"/><Relationship Id="rId2" Type="http://schemas.openxmlformats.org/officeDocument/2006/relationships/image" Target="../media/image12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0.png"/><Relationship Id="rId11" Type="http://schemas.openxmlformats.org/officeDocument/2006/relationships/image" Target="../media/image630.png"/><Relationship Id="rId5" Type="http://schemas.openxmlformats.org/officeDocument/2006/relationships/image" Target="../media/image580.png"/><Relationship Id="rId10" Type="http://schemas.openxmlformats.org/officeDocument/2006/relationships/image" Target="../media/image610.png"/><Relationship Id="rId4" Type="http://schemas.openxmlformats.org/officeDocument/2006/relationships/image" Target="../media/image570.png"/><Relationship Id="rId9" Type="http://schemas.openxmlformats.org/officeDocument/2006/relationships/image" Target="../media/image126.png"/><Relationship Id="rId14" Type="http://schemas.openxmlformats.org/officeDocument/2006/relationships/image" Target="../media/image1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127.png"/><Relationship Id="rId9" Type="http://schemas.openxmlformats.org/officeDocument/2006/relationships/image" Target="../media/image14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47.png"/><Relationship Id="rId7" Type="http://schemas.openxmlformats.org/officeDocument/2006/relationships/image" Target="../media/image143.png"/><Relationship Id="rId12" Type="http://schemas.openxmlformats.org/officeDocument/2006/relationships/image" Target="../media/image156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5.png"/><Relationship Id="rId3" Type="http://schemas.openxmlformats.org/officeDocument/2006/relationships/image" Target="../media/image158.png"/><Relationship Id="rId7" Type="http://schemas.openxmlformats.org/officeDocument/2006/relationships/image" Target="../media/image155.png"/><Relationship Id="rId12" Type="http://schemas.openxmlformats.org/officeDocument/2006/relationships/image" Target="../media/image164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4.png"/><Relationship Id="rId11" Type="http://schemas.openxmlformats.org/officeDocument/2006/relationships/image" Target="../media/image163.png"/><Relationship Id="rId5" Type="http://schemas.openxmlformats.org/officeDocument/2006/relationships/image" Target="../media/image160.png"/><Relationship Id="rId10" Type="http://schemas.openxmlformats.org/officeDocument/2006/relationships/image" Target="../media/image162.png"/><Relationship Id="rId4" Type="http://schemas.openxmlformats.org/officeDocument/2006/relationships/image" Target="../media/image159.png"/><Relationship Id="rId9" Type="http://schemas.openxmlformats.org/officeDocument/2006/relationships/image" Target="../media/image161.png"/><Relationship Id="rId14" Type="http://schemas.openxmlformats.org/officeDocument/2006/relationships/image" Target="../media/image16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970.png"/><Relationship Id="rId3" Type="http://schemas.openxmlformats.org/officeDocument/2006/relationships/image" Target="../media/image860.png"/><Relationship Id="rId7" Type="http://schemas.openxmlformats.org/officeDocument/2006/relationships/image" Target="../media/image94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11" Type="http://schemas.openxmlformats.org/officeDocument/2006/relationships/image" Target="../media/image168.png"/><Relationship Id="rId5" Type="http://schemas.openxmlformats.org/officeDocument/2006/relationships/image" Target="../media/image920.png"/><Relationship Id="rId10" Type="http://schemas.openxmlformats.org/officeDocument/2006/relationships/image" Target="../media/image840.png"/><Relationship Id="rId4" Type="http://schemas.openxmlformats.org/officeDocument/2006/relationships/image" Target="../media/image911.png"/><Relationship Id="rId14" Type="http://schemas.openxmlformats.org/officeDocument/2006/relationships/image" Target="../media/image16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5.png"/><Relationship Id="rId3" Type="http://schemas.openxmlformats.org/officeDocument/2006/relationships/image" Target="../media/image800.png"/><Relationship Id="rId7" Type="http://schemas.openxmlformats.org/officeDocument/2006/relationships/image" Target="../media/image940.png"/><Relationship Id="rId12" Type="http://schemas.openxmlformats.org/officeDocument/2006/relationships/image" Target="../media/image97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0.png"/><Relationship Id="rId11" Type="http://schemas.openxmlformats.org/officeDocument/2006/relationships/image" Target="../media/image174.png"/><Relationship Id="rId5" Type="http://schemas.openxmlformats.org/officeDocument/2006/relationships/image" Target="../media/image911.png"/><Relationship Id="rId10" Type="http://schemas.openxmlformats.org/officeDocument/2006/relationships/image" Target="../media/image173.png"/><Relationship Id="rId4" Type="http://schemas.openxmlformats.org/officeDocument/2006/relationships/image" Target="../media/image860.png"/><Relationship Id="rId9" Type="http://schemas.openxmlformats.org/officeDocument/2006/relationships/image" Target="../media/image172.png"/><Relationship Id="rId14" Type="http://schemas.openxmlformats.org/officeDocument/2006/relationships/image" Target="../media/image17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0.png"/><Relationship Id="rId3" Type="http://schemas.openxmlformats.org/officeDocument/2006/relationships/image" Target="../media/image800.png"/><Relationship Id="rId7" Type="http://schemas.openxmlformats.org/officeDocument/2006/relationships/image" Target="../media/image940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0.png"/><Relationship Id="rId11" Type="http://schemas.openxmlformats.org/officeDocument/2006/relationships/image" Target="../media/image180.png"/><Relationship Id="rId5" Type="http://schemas.openxmlformats.org/officeDocument/2006/relationships/image" Target="../media/image911.png"/><Relationship Id="rId10" Type="http://schemas.openxmlformats.org/officeDocument/2006/relationships/image" Target="../media/image179.png"/><Relationship Id="rId4" Type="http://schemas.openxmlformats.org/officeDocument/2006/relationships/image" Target="../media/image860.png"/><Relationship Id="rId9" Type="http://schemas.openxmlformats.org/officeDocument/2006/relationships/image" Target="../media/image17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1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2.png"/><Relationship Id="rId18" Type="http://schemas.openxmlformats.org/officeDocument/2006/relationships/image" Target="../media/image151.png"/><Relationship Id="rId21" Type="http://schemas.openxmlformats.org/officeDocument/2006/relationships/image" Target="../media/image186.png"/><Relationship Id="rId12" Type="http://schemas.openxmlformats.org/officeDocument/2006/relationships/image" Target="../media/image181.png"/><Relationship Id="rId17" Type="http://schemas.openxmlformats.org/officeDocument/2006/relationships/image" Target="../media/image156.png"/><Relationship Id="rId2" Type="http://schemas.openxmlformats.org/officeDocument/2006/relationships/image" Target="../media/image1050.png"/><Relationship Id="rId16" Type="http://schemas.openxmlformats.org/officeDocument/2006/relationships/image" Target="../media/image155.png"/><Relationship Id="rId20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0.png"/><Relationship Id="rId15" Type="http://schemas.openxmlformats.org/officeDocument/2006/relationships/image" Target="../media/image154.png"/><Relationship Id="rId19" Type="http://schemas.openxmlformats.org/officeDocument/2006/relationships/image" Target="../media/image184.png"/><Relationship Id="rId14" Type="http://schemas.openxmlformats.org/officeDocument/2006/relationships/image" Target="../media/image183.png"/><Relationship Id="rId22" Type="http://schemas.openxmlformats.org/officeDocument/2006/relationships/image" Target="../media/image187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50.png"/><Relationship Id="rId8" Type="http://schemas.openxmlformats.org/officeDocument/2006/relationships/image" Target="../media/image1110.png"/><Relationship Id="rId7" Type="http://schemas.openxmlformats.org/officeDocument/2006/relationships/image" Target="../media/image1170.png"/><Relationship Id="rId17" Type="http://schemas.openxmlformats.org/officeDocument/2006/relationships/image" Target="../media/image1200.png"/><Relationship Id="rId16" Type="http://schemas.openxmlformats.org/officeDocument/2006/relationships/image" Target="../media/image1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0.png"/><Relationship Id="rId11" Type="http://schemas.openxmlformats.org/officeDocument/2006/relationships/image" Target="../media/image1180.png"/><Relationship Id="rId15" Type="http://schemas.openxmlformats.org/officeDocument/2006/relationships/image" Target="../media/image1870.png"/><Relationship Id="rId10" Type="http://schemas.openxmlformats.org/officeDocument/2006/relationships/image" Target="../media/image1130.png"/><Relationship Id="rId4" Type="http://schemas.openxmlformats.org/officeDocument/2006/relationships/image" Target="../media/image1050.png"/><Relationship Id="rId14" Type="http://schemas.openxmlformats.org/officeDocument/2006/relationships/image" Target="../media/image1860.png"/><Relationship Id="rId9" Type="http://schemas.openxmlformats.org/officeDocument/2006/relationships/image" Target="../media/image11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13" Type="http://schemas.openxmlformats.org/officeDocument/2006/relationships/image" Target="../media/image1200.png"/><Relationship Id="rId18" Type="http://schemas.openxmlformats.org/officeDocument/2006/relationships/image" Target="../media/image192.png"/><Relationship Id="rId7" Type="http://schemas.openxmlformats.org/officeDocument/2006/relationships/image" Target="../media/image1170.png"/><Relationship Id="rId17" Type="http://schemas.openxmlformats.org/officeDocument/2006/relationships/image" Target="../media/image191.png"/><Relationship Id="rId2" Type="http://schemas.openxmlformats.org/officeDocument/2006/relationships/image" Target="../media/image1880.png"/><Relationship Id="rId16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180.png"/><Relationship Id="rId15" Type="http://schemas.openxmlformats.org/officeDocument/2006/relationships/image" Target="../media/image189.png"/><Relationship Id="rId10" Type="http://schemas.openxmlformats.org/officeDocument/2006/relationships/image" Target="../media/image1130.png"/><Relationship Id="rId19" Type="http://schemas.openxmlformats.org/officeDocument/2006/relationships/image" Target="../media/image194.png"/><Relationship Id="rId9" Type="http://schemas.openxmlformats.org/officeDocument/2006/relationships/image" Target="../media/image1120.png"/><Relationship Id="rId14" Type="http://schemas.openxmlformats.org/officeDocument/2006/relationships/image" Target="../media/image19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13" Type="http://schemas.openxmlformats.org/officeDocument/2006/relationships/image" Target="../media/image1200.png"/><Relationship Id="rId3" Type="http://schemas.openxmlformats.org/officeDocument/2006/relationships/image" Target="../media/image196.png"/><Relationship Id="rId7" Type="http://schemas.openxmlformats.org/officeDocument/2006/relationships/image" Target="../media/image1170.png"/><Relationship Id="rId12" Type="http://schemas.openxmlformats.org/officeDocument/2006/relationships/image" Target="../media/image188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180.png"/><Relationship Id="rId5" Type="http://schemas.openxmlformats.org/officeDocument/2006/relationships/image" Target="../media/image198.png"/><Relationship Id="rId10" Type="http://schemas.openxmlformats.org/officeDocument/2006/relationships/image" Target="../media/image1130.png"/><Relationship Id="rId4" Type="http://schemas.openxmlformats.org/officeDocument/2006/relationships/image" Target="../media/image197.png"/><Relationship Id="rId9" Type="http://schemas.openxmlformats.org/officeDocument/2006/relationships/image" Target="../media/image1120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7.png"/><Relationship Id="rId18" Type="http://schemas.openxmlformats.org/officeDocument/2006/relationships/image" Target="../media/image210.png"/><Relationship Id="rId21" Type="http://schemas.openxmlformats.org/officeDocument/2006/relationships/image" Target="../media/image184.png"/><Relationship Id="rId12" Type="http://schemas.openxmlformats.org/officeDocument/2006/relationships/image" Target="../media/image206.png"/><Relationship Id="rId17" Type="http://schemas.openxmlformats.org/officeDocument/2006/relationships/image" Target="../media/image156.png"/><Relationship Id="rId16" Type="http://schemas.openxmlformats.org/officeDocument/2006/relationships/image" Target="../media/image155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187.png"/><Relationship Id="rId15" Type="http://schemas.openxmlformats.org/officeDocument/2006/relationships/image" Target="../media/image209.png"/><Relationship Id="rId23" Type="http://schemas.openxmlformats.org/officeDocument/2006/relationships/image" Target="../media/image186.png"/><Relationship Id="rId19" Type="http://schemas.openxmlformats.org/officeDocument/2006/relationships/image" Target="../media/image211.png"/><Relationship Id="rId14" Type="http://schemas.openxmlformats.org/officeDocument/2006/relationships/image" Target="../media/image208.png"/><Relationship Id="rId22" Type="http://schemas.openxmlformats.org/officeDocument/2006/relationships/image" Target="../media/image18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13" Type="http://schemas.openxmlformats.org/officeDocument/2006/relationships/image" Target="../media/image1200.png"/><Relationship Id="rId3" Type="http://schemas.openxmlformats.org/officeDocument/2006/relationships/image" Target="../media/image213.png"/><Relationship Id="rId7" Type="http://schemas.openxmlformats.org/officeDocument/2006/relationships/image" Target="../media/image1170.png"/><Relationship Id="rId12" Type="http://schemas.openxmlformats.org/officeDocument/2006/relationships/image" Target="../media/image215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1.png"/><Relationship Id="rId11" Type="http://schemas.openxmlformats.org/officeDocument/2006/relationships/image" Target="../media/image1180.png"/><Relationship Id="rId5" Type="http://schemas.openxmlformats.org/officeDocument/2006/relationships/image" Target="../media/image210.png"/><Relationship Id="rId10" Type="http://schemas.openxmlformats.org/officeDocument/2006/relationships/image" Target="../media/image1130.png"/><Relationship Id="rId4" Type="http://schemas.openxmlformats.org/officeDocument/2006/relationships/image" Target="../media/image1991.png"/><Relationship Id="rId9" Type="http://schemas.openxmlformats.org/officeDocument/2006/relationships/image" Target="../media/image11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13" Type="http://schemas.openxmlformats.org/officeDocument/2006/relationships/image" Target="../media/image1200.png"/><Relationship Id="rId18" Type="http://schemas.openxmlformats.org/officeDocument/2006/relationships/image" Target="../media/image221.png"/><Relationship Id="rId7" Type="http://schemas.openxmlformats.org/officeDocument/2006/relationships/image" Target="../media/image1170.png"/><Relationship Id="rId12" Type="http://schemas.openxmlformats.org/officeDocument/2006/relationships/image" Target="../media/image215.png"/><Relationship Id="rId17" Type="http://schemas.openxmlformats.org/officeDocument/2006/relationships/image" Target="../media/image220.png"/><Relationship Id="rId2" Type="http://schemas.openxmlformats.org/officeDocument/2006/relationships/image" Target="../media/image216.png"/><Relationship Id="rId16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180.png"/><Relationship Id="rId15" Type="http://schemas.openxmlformats.org/officeDocument/2006/relationships/image" Target="../media/image218.png"/><Relationship Id="rId10" Type="http://schemas.openxmlformats.org/officeDocument/2006/relationships/image" Target="../media/image1130.png"/><Relationship Id="rId19" Type="http://schemas.openxmlformats.org/officeDocument/2006/relationships/image" Target="../media/image222.png"/><Relationship Id="rId9" Type="http://schemas.openxmlformats.org/officeDocument/2006/relationships/image" Target="../media/image1120.png"/><Relationship Id="rId14" Type="http://schemas.openxmlformats.org/officeDocument/2006/relationships/image" Target="../media/image21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13" Type="http://schemas.openxmlformats.org/officeDocument/2006/relationships/image" Target="../media/image1200.png"/><Relationship Id="rId3" Type="http://schemas.openxmlformats.org/officeDocument/2006/relationships/image" Target="../media/image224.png"/><Relationship Id="rId7" Type="http://schemas.openxmlformats.org/officeDocument/2006/relationships/image" Target="../media/image1170.png"/><Relationship Id="rId12" Type="http://schemas.openxmlformats.org/officeDocument/2006/relationships/image" Target="../media/image215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180.png"/><Relationship Id="rId5" Type="http://schemas.openxmlformats.org/officeDocument/2006/relationships/image" Target="../media/image226.png"/><Relationship Id="rId15" Type="http://schemas.openxmlformats.org/officeDocument/2006/relationships/image" Target="../media/image228.png"/><Relationship Id="rId10" Type="http://schemas.openxmlformats.org/officeDocument/2006/relationships/image" Target="../media/image1130.png"/><Relationship Id="rId4" Type="http://schemas.openxmlformats.org/officeDocument/2006/relationships/image" Target="../media/image225.png"/><Relationship Id="rId9" Type="http://schemas.openxmlformats.org/officeDocument/2006/relationships/image" Target="../media/image1120.png"/><Relationship Id="rId14" Type="http://schemas.openxmlformats.org/officeDocument/2006/relationships/image" Target="../media/image20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0.png"/><Relationship Id="rId3" Type="http://schemas.openxmlformats.org/officeDocument/2006/relationships/image" Target="../media/image1340.png"/><Relationship Id="rId7" Type="http://schemas.openxmlformats.org/officeDocument/2006/relationships/image" Target="../media/image1130.png"/><Relationship Id="rId2" Type="http://schemas.openxmlformats.org/officeDocument/2006/relationships/image" Target="../media/image10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0.png"/><Relationship Id="rId11" Type="http://schemas.openxmlformats.org/officeDocument/2006/relationships/image" Target="../media/image1330.png"/><Relationship Id="rId5" Type="http://schemas.openxmlformats.org/officeDocument/2006/relationships/image" Target="../media/image1110.png"/><Relationship Id="rId10" Type="http://schemas.openxmlformats.org/officeDocument/2006/relationships/image" Target="../media/image1320.png"/><Relationship Id="rId4" Type="http://schemas.openxmlformats.org/officeDocument/2006/relationships/image" Target="../media/image1170.png"/><Relationship Id="rId9" Type="http://schemas.openxmlformats.org/officeDocument/2006/relationships/image" Target="../media/image119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0.png"/><Relationship Id="rId3" Type="http://schemas.openxmlformats.org/officeDocument/2006/relationships/image" Target="../media/image1710.png"/><Relationship Id="rId7" Type="http://schemas.openxmlformats.org/officeDocument/2006/relationships/image" Target="../media/image2110.png"/><Relationship Id="rId2" Type="http://schemas.openxmlformats.org/officeDocument/2006/relationships/image" Target="../media/image16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10.png"/><Relationship Id="rId5" Type="http://schemas.openxmlformats.org/officeDocument/2006/relationships/image" Target="../media/image1910.png"/><Relationship Id="rId4" Type="http://schemas.openxmlformats.org/officeDocument/2006/relationships/image" Target="../media/image181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320.png"/><Relationship Id="rId7" Type="http://schemas.openxmlformats.org/officeDocument/2006/relationships/image" Target="../media/image340.png"/><Relationship Id="rId2" Type="http://schemas.openxmlformats.org/officeDocument/2006/relationships/image" Target="../media/image16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0.png"/><Relationship Id="rId5" Type="http://schemas.openxmlformats.org/officeDocument/2006/relationships/image" Target="../media/image1910.png"/><Relationship Id="rId4" Type="http://schemas.openxmlformats.org/officeDocument/2006/relationships/image" Target="../media/image2060.png"/><Relationship Id="rId9" Type="http://schemas.openxmlformats.org/officeDocument/2006/relationships/image" Target="../media/image36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0.png"/><Relationship Id="rId13" Type="http://schemas.openxmlformats.org/officeDocument/2006/relationships/image" Target="../media/image2180.png"/><Relationship Id="rId18" Type="http://schemas.openxmlformats.org/officeDocument/2006/relationships/image" Target="../media/image2230.png"/><Relationship Id="rId3" Type="http://schemas.openxmlformats.org/officeDocument/2006/relationships/image" Target="../media/image2080.png"/><Relationship Id="rId7" Type="http://schemas.openxmlformats.org/officeDocument/2006/relationships/image" Target="../media/image2120.png"/><Relationship Id="rId12" Type="http://schemas.openxmlformats.org/officeDocument/2006/relationships/image" Target="../media/image2170.png"/><Relationship Id="rId17" Type="http://schemas.openxmlformats.org/officeDocument/2006/relationships/image" Target="../media/image2220.png"/><Relationship Id="rId2" Type="http://schemas.openxmlformats.org/officeDocument/2006/relationships/image" Target="../media/image2070.png"/><Relationship Id="rId16" Type="http://schemas.openxmlformats.org/officeDocument/2006/relationships/image" Target="../media/image22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11.png"/><Relationship Id="rId11" Type="http://schemas.openxmlformats.org/officeDocument/2006/relationships/image" Target="../media/image2160.png"/><Relationship Id="rId5" Type="http://schemas.openxmlformats.org/officeDocument/2006/relationships/image" Target="../media/image2100.png"/><Relationship Id="rId15" Type="http://schemas.openxmlformats.org/officeDocument/2006/relationships/image" Target="../media/image2200.png"/><Relationship Id="rId10" Type="http://schemas.openxmlformats.org/officeDocument/2006/relationships/image" Target="../media/image2150.png"/><Relationship Id="rId19" Type="http://schemas.openxmlformats.org/officeDocument/2006/relationships/image" Target="../media/image2240.png"/><Relationship Id="rId4" Type="http://schemas.openxmlformats.org/officeDocument/2006/relationships/image" Target="../media/image2090.png"/><Relationship Id="rId9" Type="http://schemas.openxmlformats.org/officeDocument/2006/relationships/image" Target="../media/image2140.png"/><Relationship Id="rId14" Type="http://schemas.openxmlformats.org/officeDocument/2006/relationships/image" Target="../media/image219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0.png"/><Relationship Id="rId3" Type="http://schemas.openxmlformats.org/officeDocument/2006/relationships/image" Target="../media/image620.png"/><Relationship Id="rId7" Type="http://schemas.openxmlformats.org/officeDocument/2006/relationships/image" Target="../media/image66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0.png"/><Relationship Id="rId5" Type="http://schemas.openxmlformats.org/officeDocument/2006/relationships/image" Target="../media/image640.png"/><Relationship Id="rId4" Type="http://schemas.openxmlformats.org/officeDocument/2006/relationships/image" Target="../media/image63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0.png"/><Relationship Id="rId3" Type="http://schemas.openxmlformats.org/officeDocument/2006/relationships/image" Target="../media/image720.png"/><Relationship Id="rId7" Type="http://schemas.openxmlformats.org/officeDocument/2006/relationships/image" Target="../media/image76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4" Type="http://schemas.openxmlformats.org/officeDocument/2006/relationships/image" Target="../media/image730.png"/><Relationship Id="rId9" Type="http://schemas.openxmlformats.org/officeDocument/2006/relationships/image" Target="../media/image78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.png"/><Relationship Id="rId3" Type="http://schemas.openxmlformats.org/officeDocument/2006/relationships/image" Target="../media/image620.png"/><Relationship Id="rId7" Type="http://schemas.openxmlformats.org/officeDocument/2006/relationships/image" Target="../media/image55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0.png"/><Relationship Id="rId5" Type="http://schemas.openxmlformats.org/officeDocument/2006/relationships/image" Target="../media/image640.png"/><Relationship Id="rId4" Type="http://schemas.openxmlformats.org/officeDocument/2006/relationships/image" Target="../media/image630.png"/><Relationship Id="rId9" Type="http://schemas.openxmlformats.org/officeDocument/2006/relationships/image" Target="../media/image70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0.png"/><Relationship Id="rId2" Type="http://schemas.openxmlformats.org/officeDocument/2006/relationships/image" Target="../media/image22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7" Type="http://schemas.openxmlformats.org/officeDocument/2006/relationships/image" Target="../media/image148.png"/><Relationship Id="rId12" Type="http://schemas.openxmlformats.org/officeDocument/2006/relationships/image" Target="../media/image890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11" Type="http://schemas.openxmlformats.org/officeDocument/2006/relationships/image" Target="../media/image880.png"/><Relationship Id="rId5" Type="http://schemas.openxmlformats.org/officeDocument/2006/relationships/image" Target="../media/image229.png"/><Relationship Id="rId10" Type="http://schemas.openxmlformats.org/officeDocument/2006/relationships/image" Target="../media/image870.png"/><Relationship Id="rId4" Type="http://schemas.openxmlformats.org/officeDocument/2006/relationships/image" Target="../media/image228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3" Type="http://schemas.openxmlformats.org/officeDocument/2006/relationships/image" Target="../media/image1060.png"/><Relationship Id="rId7" Type="http://schemas.openxmlformats.org/officeDocument/2006/relationships/image" Target="../media/image1100.png"/><Relationship Id="rId2" Type="http://schemas.openxmlformats.org/officeDocument/2006/relationships/image" Target="../media/image10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0.png"/><Relationship Id="rId11" Type="http://schemas.openxmlformats.org/officeDocument/2006/relationships/image" Target="../media/image1140.png"/><Relationship Id="rId5" Type="http://schemas.openxmlformats.org/officeDocument/2006/relationships/image" Target="../media/image1080.png"/><Relationship Id="rId10" Type="http://schemas.openxmlformats.org/officeDocument/2006/relationships/image" Target="../media/image1130.png"/><Relationship Id="rId4" Type="http://schemas.openxmlformats.org/officeDocument/2006/relationships/image" Target="../media/image1070.png"/><Relationship Id="rId9" Type="http://schemas.openxmlformats.org/officeDocument/2006/relationships/image" Target="../media/image1120.png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1.png"/><Relationship Id="rId7" Type="http://schemas.openxmlformats.org/officeDocument/2006/relationships/image" Target="../media/image840.png"/><Relationship Id="rId12" Type="http://schemas.openxmlformats.org/officeDocument/2006/relationships/image" Target="../media/image890.png"/><Relationship Id="rId17" Type="http://schemas.openxmlformats.org/officeDocument/2006/relationships/image" Target="../media/image165.png"/><Relationship Id="rId2" Type="http://schemas.openxmlformats.org/officeDocument/2006/relationships/image" Target="../media/image157.png"/><Relationship Id="rId16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0.png"/><Relationship Id="rId11" Type="http://schemas.openxmlformats.org/officeDocument/2006/relationships/image" Target="../media/image880.png"/><Relationship Id="rId5" Type="http://schemas.openxmlformats.org/officeDocument/2006/relationships/image" Target="../media/image820.png"/><Relationship Id="rId15" Type="http://schemas.openxmlformats.org/officeDocument/2006/relationships/image" Target="../media/image163.png"/><Relationship Id="rId10" Type="http://schemas.openxmlformats.org/officeDocument/2006/relationships/image" Target="../media/image870.png"/><Relationship Id="rId14" Type="http://schemas.openxmlformats.org/officeDocument/2006/relationships/image" Target="../media/image16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13" Type="http://schemas.openxmlformats.org/officeDocument/2006/relationships/image" Target="../media/image241.png"/><Relationship Id="rId3" Type="http://schemas.openxmlformats.org/officeDocument/2006/relationships/image" Target="../media/image231.png"/><Relationship Id="rId7" Type="http://schemas.openxmlformats.org/officeDocument/2006/relationships/image" Target="../media/image235.png"/><Relationship Id="rId12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4.png"/><Relationship Id="rId11" Type="http://schemas.openxmlformats.org/officeDocument/2006/relationships/image" Target="../media/image239.png"/><Relationship Id="rId5" Type="http://schemas.openxmlformats.org/officeDocument/2006/relationships/image" Target="../media/image233.png"/><Relationship Id="rId10" Type="http://schemas.openxmlformats.org/officeDocument/2006/relationships/image" Target="../media/image238.png"/><Relationship Id="rId4" Type="http://schemas.openxmlformats.org/officeDocument/2006/relationships/image" Target="../media/image232.png"/><Relationship Id="rId9" Type="http://schemas.openxmlformats.org/officeDocument/2006/relationships/image" Target="../media/image237.png"/><Relationship Id="rId14" Type="http://schemas.openxmlformats.org/officeDocument/2006/relationships/image" Target="../media/image24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0.png"/><Relationship Id="rId13" Type="http://schemas.openxmlformats.org/officeDocument/2006/relationships/image" Target="../media/image1190.png"/><Relationship Id="rId3" Type="http://schemas.openxmlformats.org/officeDocument/2006/relationships/image" Target="../media/image1270.png"/><Relationship Id="rId7" Type="http://schemas.openxmlformats.org/officeDocument/2006/relationships/image" Target="../media/image1310.png"/><Relationship Id="rId12" Type="http://schemas.openxmlformats.org/officeDocument/2006/relationships/image" Target="../media/image1180.png"/><Relationship Id="rId2" Type="http://schemas.openxmlformats.org/officeDocument/2006/relationships/image" Target="../media/image12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0.png"/><Relationship Id="rId11" Type="http://schemas.openxmlformats.org/officeDocument/2006/relationships/image" Target="../media/image1130.png"/><Relationship Id="rId5" Type="http://schemas.openxmlformats.org/officeDocument/2006/relationships/image" Target="../media/image1290.png"/><Relationship Id="rId15" Type="http://schemas.openxmlformats.org/officeDocument/2006/relationships/image" Target="../media/image1330.png"/><Relationship Id="rId10" Type="http://schemas.openxmlformats.org/officeDocument/2006/relationships/image" Target="../media/image1120.png"/><Relationship Id="rId4" Type="http://schemas.openxmlformats.org/officeDocument/2006/relationships/image" Target="../media/image1280.png"/><Relationship Id="rId9" Type="http://schemas.openxmlformats.org/officeDocument/2006/relationships/image" Target="../media/image1110.png"/><Relationship Id="rId14" Type="http://schemas.openxmlformats.org/officeDocument/2006/relationships/image" Target="../media/image132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13" Type="http://schemas.openxmlformats.org/officeDocument/2006/relationships/image" Target="../media/image900.png"/><Relationship Id="rId3" Type="http://schemas.openxmlformats.org/officeDocument/2006/relationships/image" Target="../media/image800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11.png"/><Relationship Id="rId11" Type="http://schemas.openxmlformats.org/officeDocument/2006/relationships/image" Target="../media/image203.png"/><Relationship Id="rId5" Type="http://schemas.openxmlformats.org/officeDocument/2006/relationships/image" Target="../media/image201.png"/><Relationship Id="rId15" Type="http://schemas.openxmlformats.org/officeDocument/2006/relationships/image" Target="../media/image205.png"/><Relationship Id="rId10" Type="http://schemas.openxmlformats.org/officeDocument/2006/relationships/image" Target="../media/image202.png"/><Relationship Id="rId4" Type="http://schemas.openxmlformats.org/officeDocument/2006/relationships/image" Target="../media/image1990.png"/><Relationship Id="rId9" Type="http://schemas.openxmlformats.org/officeDocument/2006/relationships/image" Target="../media/image860.png"/><Relationship Id="rId14" Type="http://schemas.openxmlformats.org/officeDocument/2006/relationships/image" Target="../media/image2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ECAB-F8A1-4D91-9779-D29F8617F8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Vector potentials and gauges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9FC8D-3EB4-47A4-BE3E-3183805AE8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Gabriele Carcassi</a:t>
            </a:r>
          </a:p>
        </p:txBody>
      </p:sp>
    </p:spTree>
    <p:extLst>
      <p:ext uri="{BB962C8B-B14F-4D97-AF65-F5344CB8AC3E}">
        <p14:creationId xmlns:p14="http://schemas.microsoft.com/office/powerpoint/2010/main" val="1639624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79383-1C45-B6BB-AC7B-4680E56F3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51308D2-8027-4669-338C-CB6877DCA062}"/>
              </a:ext>
            </a:extLst>
          </p:cNvPr>
          <p:cNvGrpSpPr/>
          <p:nvPr/>
        </p:nvGrpSpPr>
        <p:grpSpPr>
          <a:xfrm>
            <a:off x="468716" y="1083179"/>
            <a:ext cx="3948431" cy="3875694"/>
            <a:chOff x="7537708" y="528483"/>
            <a:chExt cx="3948431" cy="387569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44892A3F-791A-DB32-C857-5657D10B5573}"/>
                </a:ext>
              </a:extLst>
            </p:cNvPr>
            <p:cNvCxnSpPr>
              <a:cxnSpLocks/>
            </p:cNvCxnSpPr>
            <p:nvPr/>
          </p:nvCxnSpPr>
          <p:spPr>
            <a:xfrm>
              <a:off x="8175625" y="1984375"/>
              <a:ext cx="1597025" cy="1989487"/>
            </a:xfrm>
            <a:prstGeom prst="line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2E0EDF9-C2F9-6FDC-C13C-F64651707C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2650" y="1142999"/>
              <a:ext cx="1611630" cy="2830863"/>
            </a:xfrm>
            <a:prstGeom prst="line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81B7C11-DD8D-15A1-EB61-64AAC62D55AA}"/>
                    </a:ext>
                  </a:extLst>
                </p:cNvPr>
                <p:cNvSpPr txBox="1"/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81B7C11-DD8D-15A1-EB61-64AAC62D55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D5FE76E-F32B-922D-06EE-79557219E7EC}"/>
                    </a:ext>
                  </a:extLst>
                </p:cNvPr>
                <p:cNvSpPr txBox="1"/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D5FE76E-F32B-922D-06EE-79557219E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8F311E9-EEBC-8FDF-E474-C77922D67450}"/>
                    </a:ext>
                  </a:extLst>
                </p:cNvPr>
                <p:cNvSpPr txBox="1"/>
                <p:nvPr/>
              </p:nvSpPr>
              <p:spPr>
                <a:xfrm>
                  <a:off x="10660528" y="2182010"/>
                  <a:ext cx="82561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𝐵𝑂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8F311E9-EEBC-8FDF-E474-C77922D674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0528" y="2182010"/>
                  <a:ext cx="825611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042D0FC-BFB6-2037-01B2-0853E00AE876}"/>
                    </a:ext>
                  </a:extLst>
                </p:cNvPr>
                <p:cNvSpPr txBox="1"/>
                <p:nvPr/>
              </p:nvSpPr>
              <p:spPr>
                <a:xfrm>
                  <a:off x="7921815" y="2360918"/>
                  <a:ext cx="8029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𝐴𝑂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042D0FC-BFB6-2037-01B2-0853E00AE8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1815" y="2360918"/>
                  <a:ext cx="80291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ABB0C568-8FD4-2440-3E10-C7D6F584AC49}"/>
                </a:ext>
              </a:extLst>
            </p:cNvPr>
            <p:cNvSpPr/>
            <p:nvPr/>
          </p:nvSpPr>
          <p:spPr>
            <a:xfrm rot="1876746">
              <a:off x="10489043" y="2478419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CE01726A-79FC-EE3E-76C1-0ACE643A5F70}"/>
                </a:ext>
              </a:extLst>
            </p:cNvPr>
            <p:cNvSpPr/>
            <p:nvPr/>
          </p:nvSpPr>
          <p:spPr>
            <a:xfrm rot="19137032">
              <a:off x="8686237" y="2658051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2B85EAD-E8FA-3B7D-B15E-E69167F2E031}"/>
                </a:ext>
              </a:extLst>
            </p:cNvPr>
            <p:cNvSpPr/>
            <p:nvPr/>
          </p:nvSpPr>
          <p:spPr>
            <a:xfrm>
              <a:off x="8161020" y="1142999"/>
              <a:ext cx="3223260" cy="861137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2240" h="662940">
                  <a:moveTo>
                    <a:pt x="0" y="662940"/>
                  </a:moveTo>
                  <a:cubicBezTo>
                    <a:pt x="252730" y="497840"/>
                    <a:pt x="442931" y="185270"/>
                    <a:pt x="783023" y="98334"/>
                  </a:cubicBezTo>
                  <a:cubicBezTo>
                    <a:pt x="1123115" y="11398"/>
                    <a:pt x="1726656" y="113714"/>
                    <a:pt x="2040551" y="141322"/>
                  </a:cubicBezTo>
                  <a:cubicBezTo>
                    <a:pt x="2354446" y="168930"/>
                    <a:pt x="2470785" y="133350"/>
                    <a:pt x="2682240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9B98ED1-0CF0-1075-4411-54FE08BE3A21}"/>
                </a:ext>
              </a:extLst>
            </p:cNvPr>
            <p:cNvSpPr/>
            <p:nvPr/>
          </p:nvSpPr>
          <p:spPr>
            <a:xfrm rot="5868436">
              <a:off x="9635153" y="1139782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446BF0A-0C53-2DBD-3AB1-D4E755C8B928}"/>
                    </a:ext>
                  </a:extLst>
                </p:cNvPr>
                <p:cNvSpPr txBox="1"/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446BF0A-0C53-2DBD-3AB1-D4E755C8B9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2E3ABFB-9B4B-5536-C034-4FB1EA268C83}"/>
                    </a:ext>
                  </a:extLst>
                </p:cNvPr>
                <p:cNvSpPr txBox="1"/>
                <p:nvPr/>
              </p:nvSpPr>
              <p:spPr>
                <a:xfrm>
                  <a:off x="9663232" y="3880957"/>
                  <a:ext cx="65466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2E3ABFB-9B4B-5536-C034-4FB1EA268C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3232" y="3880957"/>
                  <a:ext cx="654666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582954-3BBB-7AFA-4F5C-09A6793C944A}"/>
              </a:ext>
            </a:extLst>
          </p:cNvPr>
          <p:cNvGrpSpPr/>
          <p:nvPr/>
        </p:nvGrpSpPr>
        <p:grpSpPr>
          <a:xfrm>
            <a:off x="6603593" y="896280"/>
            <a:ext cx="3673978" cy="4401535"/>
            <a:chOff x="7492546" y="207002"/>
            <a:chExt cx="3673978" cy="440153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0080AED-41E1-9713-ED8B-1BB78A477F33}"/>
                </a:ext>
              </a:extLst>
            </p:cNvPr>
            <p:cNvGrpSpPr/>
            <p:nvPr/>
          </p:nvGrpSpPr>
          <p:grpSpPr>
            <a:xfrm>
              <a:off x="7492546" y="207002"/>
              <a:ext cx="3673978" cy="4401535"/>
              <a:chOff x="1221579" y="1260711"/>
              <a:chExt cx="3673978" cy="4401535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DA1AEC6-4D76-06FF-A058-C7857E331BAD}"/>
                  </a:ext>
                </a:extLst>
              </p:cNvPr>
              <p:cNvGrpSpPr/>
              <p:nvPr/>
            </p:nvGrpSpPr>
            <p:grpSpPr>
              <a:xfrm>
                <a:off x="1221579" y="1447610"/>
                <a:ext cx="3673978" cy="4214636"/>
                <a:chOff x="1390391" y="1651592"/>
                <a:chExt cx="2399570" cy="3136308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F001C1D6-1C25-1BD7-5962-E7EE9CD6F434}"/>
                    </a:ext>
                  </a:extLst>
                </p:cNvPr>
                <p:cNvSpPr/>
                <p:nvPr/>
              </p:nvSpPr>
              <p:spPr>
                <a:xfrm>
                  <a:off x="1390724" y="2701572"/>
                  <a:ext cx="1260926" cy="506587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60926"/>
                    <a:gd name="connsiteY0" fmla="*/ 0 h 506437"/>
                    <a:gd name="connsiteX1" fmla="*/ 295421 w 1260926"/>
                    <a:gd name="connsiteY1" fmla="*/ 393896 h 506437"/>
                    <a:gd name="connsiteX2" fmla="*/ 1260926 w 1260926"/>
                    <a:gd name="connsiteY2" fmla="*/ 506437 h 506437"/>
                    <a:gd name="connsiteX0" fmla="*/ 0 w 1260926"/>
                    <a:gd name="connsiteY0" fmla="*/ 0 h 506587"/>
                    <a:gd name="connsiteX1" fmla="*/ 295421 w 1260926"/>
                    <a:gd name="connsiteY1" fmla="*/ 393896 h 506587"/>
                    <a:gd name="connsiteX2" fmla="*/ 1260926 w 1260926"/>
                    <a:gd name="connsiteY2" fmla="*/ 506437 h 506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0926" h="506587">
                      <a:moveTo>
                        <a:pt x="0" y="0"/>
                      </a:moveTo>
                      <a:cubicBezTo>
                        <a:pt x="365" y="178558"/>
                        <a:pt x="105507" y="309490"/>
                        <a:pt x="295421" y="393896"/>
                      </a:cubicBezTo>
                      <a:cubicBezTo>
                        <a:pt x="485335" y="478302"/>
                        <a:pt x="924327" y="509037"/>
                        <a:pt x="1260926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B39D0295-EF79-B01D-1C6A-DBBF9229E829}"/>
                    </a:ext>
                  </a:extLst>
                </p:cNvPr>
                <p:cNvSpPr/>
                <p:nvPr/>
              </p:nvSpPr>
              <p:spPr>
                <a:xfrm flipH="1">
                  <a:off x="2649270" y="2700479"/>
                  <a:ext cx="1139510" cy="507382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7382"/>
                    <a:gd name="connsiteX1" fmla="*/ 295421 w 1139483"/>
                    <a:gd name="connsiteY1" fmla="*/ 393896 h 507382"/>
                    <a:gd name="connsiteX2" fmla="*/ 1139483 w 1139483"/>
                    <a:gd name="connsiteY2" fmla="*/ 506437 h 507382"/>
                    <a:gd name="connsiteX0" fmla="*/ 27 w 1139510"/>
                    <a:gd name="connsiteY0" fmla="*/ 0 h 507382"/>
                    <a:gd name="connsiteX1" fmla="*/ 295448 w 1139510"/>
                    <a:gd name="connsiteY1" fmla="*/ 393896 h 507382"/>
                    <a:gd name="connsiteX2" fmla="*/ 1139510 w 1139510"/>
                    <a:gd name="connsiteY2" fmla="*/ 506437 h 507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39510" h="507382">
                      <a:moveTo>
                        <a:pt x="27" y="0"/>
                      </a:moveTo>
                      <a:cubicBezTo>
                        <a:pt x="-1989" y="195227"/>
                        <a:pt x="105534" y="309490"/>
                        <a:pt x="295448" y="393896"/>
                      </a:cubicBezTo>
                      <a:cubicBezTo>
                        <a:pt x="485362" y="478302"/>
                        <a:pt x="812436" y="513801"/>
                        <a:pt x="1139510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73A02543-09C1-E049-A9EB-98BBE32099FF}"/>
                    </a:ext>
                  </a:extLst>
                </p:cNvPr>
                <p:cNvSpPr/>
                <p:nvPr/>
              </p:nvSpPr>
              <p:spPr>
                <a:xfrm flipV="1">
                  <a:off x="1390723" y="2297475"/>
                  <a:ext cx="982320" cy="404098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994226"/>
                    <a:gd name="connsiteY0" fmla="*/ 0 h 465956"/>
                    <a:gd name="connsiteX1" fmla="*/ 295421 w 994226"/>
                    <a:gd name="connsiteY1" fmla="*/ 393896 h 465956"/>
                    <a:gd name="connsiteX2" fmla="*/ 994226 w 994226"/>
                    <a:gd name="connsiteY2" fmla="*/ 465956 h 465956"/>
                    <a:gd name="connsiteX0" fmla="*/ 0 w 994226"/>
                    <a:gd name="connsiteY0" fmla="*/ 0 h 465956"/>
                    <a:gd name="connsiteX1" fmla="*/ 321615 w 994226"/>
                    <a:gd name="connsiteY1" fmla="*/ 358178 h 465956"/>
                    <a:gd name="connsiteX2" fmla="*/ 994226 w 994226"/>
                    <a:gd name="connsiteY2" fmla="*/ 465956 h 465956"/>
                    <a:gd name="connsiteX0" fmla="*/ 0 w 982320"/>
                    <a:gd name="connsiteY0" fmla="*/ 0 h 396466"/>
                    <a:gd name="connsiteX1" fmla="*/ 321615 w 982320"/>
                    <a:gd name="connsiteY1" fmla="*/ 358178 h 396466"/>
                    <a:gd name="connsiteX2" fmla="*/ 982320 w 982320"/>
                    <a:gd name="connsiteY2" fmla="*/ 373087 h 396466"/>
                    <a:gd name="connsiteX0" fmla="*/ 0 w 982320"/>
                    <a:gd name="connsiteY0" fmla="*/ 0 h 404098"/>
                    <a:gd name="connsiteX1" fmla="*/ 321615 w 982320"/>
                    <a:gd name="connsiteY1" fmla="*/ 358178 h 404098"/>
                    <a:gd name="connsiteX2" fmla="*/ 982320 w 982320"/>
                    <a:gd name="connsiteY2" fmla="*/ 373087 h 404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82320" h="404098">
                      <a:moveTo>
                        <a:pt x="0" y="0"/>
                      </a:moveTo>
                      <a:cubicBezTo>
                        <a:pt x="2747" y="169032"/>
                        <a:pt x="131701" y="273772"/>
                        <a:pt x="321615" y="358178"/>
                      </a:cubicBezTo>
                      <a:cubicBezTo>
                        <a:pt x="511529" y="442584"/>
                        <a:pt x="648102" y="387594"/>
                        <a:pt x="982320" y="37308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72B0182A-6735-27D5-B5B5-DFAFB1534AFA}"/>
                    </a:ext>
                  </a:extLst>
                </p:cNvPr>
                <p:cNvSpPr/>
                <p:nvPr/>
              </p:nvSpPr>
              <p:spPr>
                <a:xfrm flipH="1" flipV="1">
                  <a:off x="2464740" y="2297853"/>
                  <a:ext cx="1325221" cy="410203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3087"/>
                    <a:gd name="connsiteX1" fmla="*/ 366859 w 1210921"/>
                    <a:gd name="connsiteY1" fmla="*/ 260546 h 373087"/>
                    <a:gd name="connsiteX2" fmla="*/ 1210921 w 1210921"/>
                    <a:gd name="connsiteY2" fmla="*/ 373087 h 373087"/>
                    <a:gd name="connsiteX0" fmla="*/ 0 w 1087096"/>
                    <a:gd name="connsiteY0" fmla="*/ 0 h 365944"/>
                    <a:gd name="connsiteX1" fmla="*/ 243034 w 1087096"/>
                    <a:gd name="connsiteY1" fmla="*/ 253403 h 365944"/>
                    <a:gd name="connsiteX2" fmla="*/ 1087096 w 1087096"/>
                    <a:gd name="connsiteY2" fmla="*/ 365944 h 365944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10921"/>
                    <a:gd name="connsiteY0" fmla="*/ 0 h 368325"/>
                    <a:gd name="connsiteX1" fmla="*/ 366859 w 1210921"/>
                    <a:gd name="connsiteY1" fmla="*/ 255784 h 368325"/>
                    <a:gd name="connsiteX2" fmla="*/ 1210921 w 1210921"/>
                    <a:gd name="connsiteY2" fmla="*/ 368325 h 368325"/>
                    <a:gd name="connsiteX0" fmla="*/ 0 w 1208540"/>
                    <a:gd name="connsiteY0" fmla="*/ 0 h 373087"/>
                    <a:gd name="connsiteX1" fmla="*/ 364478 w 1208540"/>
                    <a:gd name="connsiteY1" fmla="*/ 260546 h 373087"/>
                    <a:gd name="connsiteX2" fmla="*/ 1208540 w 1208540"/>
                    <a:gd name="connsiteY2" fmla="*/ 373087 h 373087"/>
                    <a:gd name="connsiteX0" fmla="*/ 0 w 1363321"/>
                    <a:gd name="connsiteY0" fmla="*/ 0 h 380231"/>
                    <a:gd name="connsiteX1" fmla="*/ 364478 w 1363321"/>
                    <a:gd name="connsiteY1" fmla="*/ 260546 h 380231"/>
                    <a:gd name="connsiteX2" fmla="*/ 1363321 w 1363321"/>
                    <a:gd name="connsiteY2" fmla="*/ 380231 h 380231"/>
                    <a:gd name="connsiteX0" fmla="*/ 0 w 1325221"/>
                    <a:gd name="connsiteY0" fmla="*/ 0 h 377850"/>
                    <a:gd name="connsiteX1" fmla="*/ 364478 w 1325221"/>
                    <a:gd name="connsiteY1" fmla="*/ 260546 h 377850"/>
                    <a:gd name="connsiteX2" fmla="*/ 1325221 w 1325221"/>
                    <a:gd name="connsiteY2" fmla="*/ 377850 h 377850"/>
                    <a:gd name="connsiteX0" fmla="*/ 0 w 1325221"/>
                    <a:gd name="connsiteY0" fmla="*/ 0 h 377982"/>
                    <a:gd name="connsiteX1" fmla="*/ 364478 w 1325221"/>
                    <a:gd name="connsiteY1" fmla="*/ 260546 h 377982"/>
                    <a:gd name="connsiteX2" fmla="*/ 1325221 w 1325221"/>
                    <a:gd name="connsiteY2" fmla="*/ 377850 h 377982"/>
                    <a:gd name="connsiteX0" fmla="*/ 0 w 1325221"/>
                    <a:gd name="connsiteY0" fmla="*/ 0 h 378132"/>
                    <a:gd name="connsiteX1" fmla="*/ 219222 w 1325221"/>
                    <a:gd name="connsiteY1" fmla="*/ 281977 h 378132"/>
                    <a:gd name="connsiteX2" fmla="*/ 1325221 w 1325221"/>
                    <a:gd name="connsiteY2" fmla="*/ 377850 h 37813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407062"/>
                    <a:gd name="connsiteX1" fmla="*/ 433534 w 1325221"/>
                    <a:gd name="connsiteY1" fmla="*/ 365320 h 407062"/>
                    <a:gd name="connsiteX2" fmla="*/ 1325221 w 1325221"/>
                    <a:gd name="connsiteY2" fmla="*/ 377850 h 407062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5221" h="410203">
                      <a:moveTo>
                        <a:pt x="0" y="0"/>
                      </a:moveTo>
                      <a:cubicBezTo>
                        <a:pt x="7510" y="116645"/>
                        <a:pt x="243620" y="273770"/>
                        <a:pt x="433534" y="365320"/>
                      </a:cubicBezTo>
                      <a:cubicBezTo>
                        <a:pt x="623448" y="456870"/>
                        <a:pt x="1000529" y="380450"/>
                        <a:pt x="1325221" y="377850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1E3F4ADE-BE4E-6FED-850F-67CD4B9FF4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9225" y="2863850"/>
                  <a:ext cx="953818" cy="19240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8372E297-E0F7-EAA6-8070-D2BE7B34AF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3043" y="2901293"/>
                  <a:ext cx="1371265" cy="1886607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36243CF-83E0-3DFF-FFD0-0DE5374D4E32}"/>
                    </a:ext>
                  </a:extLst>
                </p:cNvPr>
                <p:cNvCxnSpPr>
                  <a:stCxn id="30" idx="2"/>
                </p:cNvCxnSpPr>
                <p:nvPr/>
              </p:nvCxnSpPr>
              <p:spPr>
                <a:xfrm flipH="1">
                  <a:off x="2373043" y="3206916"/>
                  <a:ext cx="276227" cy="1580984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0413AF3-7355-86E2-24E7-B687A17D68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3043" y="2343150"/>
                  <a:ext cx="0" cy="24447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5CFDF366-7B2F-47D1-7E81-04514EA9350F}"/>
                    </a:ext>
                  </a:extLst>
                </p:cNvPr>
                <p:cNvSpPr/>
                <p:nvPr/>
              </p:nvSpPr>
              <p:spPr>
                <a:xfrm>
                  <a:off x="1390391" y="1651592"/>
                  <a:ext cx="2397188" cy="1060211"/>
                </a:xfrm>
                <a:custGeom>
                  <a:avLst/>
                  <a:gdLst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330291"/>
                    <a:gd name="connsiteY0" fmla="*/ 1288023 h 1288023"/>
                    <a:gd name="connsiteX1" fmla="*/ 663269 w 2330291"/>
                    <a:gd name="connsiteY1" fmla="*/ 178837 h 1288023"/>
                    <a:gd name="connsiteX2" fmla="*/ 1598771 w 2330291"/>
                    <a:gd name="connsiteY2" fmla="*/ 73330 h 1288023"/>
                    <a:gd name="connsiteX3" fmla="*/ 2330291 w 2330291"/>
                    <a:gd name="connsiteY3" fmla="*/ 903323 h 1288023"/>
                    <a:gd name="connsiteX0" fmla="*/ 165 w 2330456"/>
                    <a:gd name="connsiteY0" fmla="*/ 1288023 h 1288023"/>
                    <a:gd name="connsiteX1" fmla="*/ 663434 w 2330456"/>
                    <a:gd name="connsiteY1" fmla="*/ 178837 h 1288023"/>
                    <a:gd name="connsiteX2" fmla="*/ 1598936 w 2330456"/>
                    <a:gd name="connsiteY2" fmla="*/ 73330 h 1288023"/>
                    <a:gd name="connsiteX3" fmla="*/ 2330456 w 2330456"/>
                    <a:gd name="connsiteY3" fmla="*/ 903323 h 1288023"/>
                    <a:gd name="connsiteX0" fmla="*/ 165 w 2330456"/>
                    <a:gd name="connsiteY0" fmla="*/ 1273056 h 1273056"/>
                    <a:gd name="connsiteX1" fmla="*/ 663434 w 2330456"/>
                    <a:gd name="connsiteY1" fmla="*/ 178158 h 1273056"/>
                    <a:gd name="connsiteX2" fmla="*/ 1598936 w 2330456"/>
                    <a:gd name="connsiteY2" fmla="*/ 72651 h 1273056"/>
                    <a:gd name="connsiteX3" fmla="*/ 2330456 w 2330456"/>
                    <a:gd name="connsiteY3" fmla="*/ 902644 h 1273056"/>
                    <a:gd name="connsiteX0" fmla="*/ 211 w 2330502"/>
                    <a:gd name="connsiteY0" fmla="*/ 1242225 h 1242225"/>
                    <a:gd name="connsiteX1" fmla="*/ 572992 w 2330502"/>
                    <a:gd name="connsiteY1" fmla="*/ 280677 h 1242225"/>
                    <a:gd name="connsiteX2" fmla="*/ 1598982 w 2330502"/>
                    <a:gd name="connsiteY2" fmla="*/ 41820 h 1242225"/>
                    <a:gd name="connsiteX3" fmla="*/ 2330502 w 2330502"/>
                    <a:gd name="connsiteY3" fmla="*/ 871813 h 1242225"/>
                    <a:gd name="connsiteX0" fmla="*/ 222 w 2330513"/>
                    <a:gd name="connsiteY0" fmla="*/ 1032955 h 1032955"/>
                    <a:gd name="connsiteX1" fmla="*/ 573003 w 2330513"/>
                    <a:gd name="connsiteY1" fmla="*/ 71407 h 1032955"/>
                    <a:gd name="connsiteX2" fmla="*/ 1689481 w 2330513"/>
                    <a:gd name="connsiteY2" fmla="*/ 151638 h 1032955"/>
                    <a:gd name="connsiteX3" fmla="*/ 2330513 w 2330513"/>
                    <a:gd name="connsiteY3" fmla="*/ 662543 h 1032955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7188" h="1060211">
                      <a:moveTo>
                        <a:pt x="222" y="1032955"/>
                      </a:moveTo>
                      <a:cubicBezTo>
                        <a:pt x="-9340" y="677636"/>
                        <a:pt x="291460" y="218293"/>
                        <a:pt x="573003" y="71407"/>
                      </a:cubicBezTo>
                      <a:cubicBezTo>
                        <a:pt x="854546" y="-75479"/>
                        <a:pt x="1411644" y="30890"/>
                        <a:pt x="1689481" y="151638"/>
                      </a:cubicBezTo>
                      <a:cubicBezTo>
                        <a:pt x="1967318" y="272386"/>
                        <a:pt x="2386234" y="705588"/>
                        <a:pt x="2397188" y="1060211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119BD0A1-4391-5E8F-FE27-F04711DA90C0}"/>
                      </a:ext>
                    </a:extLst>
                  </p:cNvPr>
                  <p:cNvSpPr txBox="1"/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119BD0A1-4391-5E8F-FE27-F04711DA90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AC6C6D18-591D-CD33-6EB2-B4AA511DC580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AC6C6D18-591D-CD33-6EB2-B4AA511DC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81C9719E-DD5F-816C-FC75-CE63173C88A7}"/>
                      </a:ext>
                    </a:extLst>
                  </p:cNvPr>
                  <p:cNvSpPr txBox="1"/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81C9719E-DD5F-816C-FC75-CE63173C88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4B9338E-9E54-BE82-988F-950C6B2D8C2D}"/>
                      </a:ext>
                    </a:extLst>
                  </p:cNvPr>
                  <p:cNvSpPr txBox="1"/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4B9338E-9E54-BE82-988F-950C6B2D8C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DC4A7514-0D4E-B85E-B7AA-234987002CB2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DC4A7514-0D4E-B85E-B7AA-234987002C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81E62212-4ADE-E266-557D-9A0A0B0A6CF3}"/>
                      </a:ext>
                    </a:extLst>
                  </p:cNvPr>
                  <p:cNvSpPr txBox="1"/>
                  <p:nvPr/>
                </p:nvSpPr>
                <p:spPr>
                  <a:xfrm>
                    <a:off x="2134469" y="3672178"/>
                    <a:ext cx="647677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81E62212-4ADE-E266-557D-9A0A0B0A6C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4469" y="3672178"/>
                    <a:ext cx="647677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9D8EDF8D-55AF-BFE4-2F14-8229D17D6A48}"/>
                </a:ext>
              </a:extLst>
            </p:cNvPr>
            <p:cNvSpPr/>
            <p:nvPr/>
          </p:nvSpPr>
          <p:spPr>
            <a:xfrm rot="4940850">
              <a:off x="10116513" y="2365006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1FC8E89C-2470-B0B7-040D-4600924267D2}"/>
                </a:ext>
              </a:extLst>
            </p:cNvPr>
            <p:cNvSpPr/>
            <p:nvPr/>
          </p:nvSpPr>
          <p:spPr>
            <a:xfrm rot="17040372">
              <a:off x="8417053" y="2377577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49E619E9-E4A6-E637-6D84-E881C6E3603D}"/>
                </a:ext>
              </a:extLst>
            </p:cNvPr>
            <p:cNvSpPr/>
            <p:nvPr/>
          </p:nvSpPr>
          <p:spPr>
            <a:xfrm rot="684613">
              <a:off x="9157674" y="3274844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CA08F4C-7139-CD84-CADC-656390114A6E}"/>
                </a:ext>
              </a:extLst>
            </p:cNvPr>
            <p:cNvSpPr/>
            <p:nvPr/>
          </p:nvSpPr>
          <p:spPr>
            <a:xfrm rot="10800000">
              <a:off x="8911333" y="3234473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079FF23-6933-AD92-2C21-D42E6402FE3B}"/>
              </a:ext>
            </a:extLst>
          </p:cNvPr>
          <p:cNvSpPr txBox="1"/>
          <p:nvPr/>
        </p:nvSpPr>
        <p:spPr>
          <a:xfrm>
            <a:off x="986813" y="114473"/>
            <a:ext cx="32148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Lines and points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433E13-BB84-63F7-C5BF-1B6F837474B7}"/>
              </a:ext>
            </a:extLst>
          </p:cNvPr>
          <p:cNvSpPr txBox="1"/>
          <p:nvPr/>
        </p:nvSpPr>
        <p:spPr>
          <a:xfrm>
            <a:off x="6672932" y="113547"/>
            <a:ext cx="3535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Surfaces and lines</a:t>
            </a:r>
          </a:p>
        </p:txBody>
      </p:sp>
    </p:spTree>
    <p:extLst>
      <p:ext uri="{BB962C8B-B14F-4D97-AF65-F5344CB8AC3E}">
        <p14:creationId xmlns:p14="http://schemas.microsoft.com/office/powerpoint/2010/main" val="3505235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79AD8-C0B1-E27B-88D4-8F75B7DE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Functionals and forms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7969F-0C58-63E3-3697-F04E99DBF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12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FE721-FB14-AD5F-F194-3B0AB62AF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9F9211-5461-0D0C-C21D-B171F17B6E65}"/>
                  </a:ext>
                </a:extLst>
              </p:cNvPr>
              <p:cNvSpPr txBox="1"/>
              <p:nvPr/>
            </p:nvSpPr>
            <p:spPr>
              <a:xfrm>
                <a:off x="1098909" y="1445263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9F9211-5461-0D0C-C21D-B171F17B6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909" y="1445263"/>
                <a:ext cx="74411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98A86FB-8180-4F1C-1C65-717D3440F4F8}"/>
                  </a:ext>
                </a:extLst>
              </p:cNvPr>
              <p:cNvSpPr txBox="1"/>
              <p:nvPr/>
            </p:nvSpPr>
            <p:spPr>
              <a:xfrm>
                <a:off x="1098909" y="2642499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98A86FB-8180-4F1C-1C65-717D3440F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909" y="2642499"/>
                <a:ext cx="74411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0FAA5DA-B29C-87B0-38F0-3027DE840BBA}"/>
                  </a:ext>
                </a:extLst>
              </p:cNvPr>
              <p:cNvSpPr txBox="1"/>
              <p:nvPr/>
            </p:nvSpPr>
            <p:spPr>
              <a:xfrm>
                <a:off x="1098909" y="3812069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0FAA5DA-B29C-87B0-38F0-3027DE840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909" y="3812069"/>
                <a:ext cx="74411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99EC3C-0F4E-6671-30B2-D79E4D8031C3}"/>
                  </a:ext>
                </a:extLst>
              </p:cNvPr>
              <p:cNvSpPr txBox="1"/>
              <p:nvPr/>
            </p:nvSpPr>
            <p:spPr>
              <a:xfrm>
                <a:off x="4096458" y="1445263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99EC3C-0F4E-6671-30B2-D79E4D803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458" y="1445263"/>
                <a:ext cx="744114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3E327C-8015-8DB1-C874-E131C6A3C1C8}"/>
                  </a:ext>
                </a:extLst>
              </p:cNvPr>
              <p:cNvSpPr txBox="1"/>
              <p:nvPr/>
            </p:nvSpPr>
            <p:spPr>
              <a:xfrm>
                <a:off x="4096458" y="2642499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3E327C-8015-8DB1-C874-E131C6A3C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458" y="2642499"/>
                <a:ext cx="744114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FDE5DAA-8DB9-5C25-FA7E-444817E1FC3B}"/>
                  </a:ext>
                </a:extLst>
              </p:cNvPr>
              <p:cNvSpPr txBox="1"/>
              <p:nvPr/>
            </p:nvSpPr>
            <p:spPr>
              <a:xfrm>
                <a:off x="4096458" y="3812069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FDE5DAA-8DB9-5C25-FA7E-444817E1F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458" y="3812069"/>
                <a:ext cx="744114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7BCDEA-FC11-EAC0-DA70-029C58B34DC1}"/>
                  </a:ext>
                </a:extLst>
              </p:cNvPr>
              <p:cNvSpPr txBox="1"/>
              <p:nvPr/>
            </p:nvSpPr>
            <p:spPr>
              <a:xfrm>
                <a:off x="309809" y="1476874"/>
                <a:ext cx="543739" cy="644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7BCDEA-FC11-EAC0-DA70-029C58B34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09" y="1476874"/>
                <a:ext cx="543739" cy="6446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743AA2-2831-5B28-0290-95209A368715}"/>
                  </a:ext>
                </a:extLst>
              </p:cNvPr>
              <p:cNvSpPr txBox="1"/>
              <p:nvPr/>
            </p:nvSpPr>
            <p:spPr>
              <a:xfrm>
                <a:off x="302692" y="2674110"/>
                <a:ext cx="557973" cy="644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743AA2-2831-5B28-0290-95209A368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92" y="2674110"/>
                <a:ext cx="557973" cy="6446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4A1926-E441-1FD7-7014-16F4AD3FA95C}"/>
                  </a:ext>
                </a:extLst>
              </p:cNvPr>
              <p:cNvSpPr txBox="1"/>
              <p:nvPr/>
            </p:nvSpPr>
            <p:spPr>
              <a:xfrm>
                <a:off x="324140" y="3873625"/>
                <a:ext cx="51507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4A1926-E441-1FD7-7014-16F4AD3FA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40" y="3873625"/>
                <a:ext cx="515076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1997F2-513A-08F6-A9F5-5A43F9CCA8AB}"/>
                  </a:ext>
                </a:extLst>
              </p:cNvPr>
              <p:cNvSpPr txBox="1"/>
              <p:nvPr/>
            </p:nvSpPr>
            <p:spPr>
              <a:xfrm>
                <a:off x="2091570" y="1290862"/>
                <a:ext cx="1671932" cy="1157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B1997F2-513A-08F6-A9F5-5A43F9CCA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570" y="1290862"/>
                <a:ext cx="1671932" cy="11573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748B2B-C906-8BFF-84D9-71B0E5FC487A}"/>
                  </a:ext>
                </a:extLst>
              </p:cNvPr>
              <p:cNvSpPr txBox="1"/>
              <p:nvPr/>
            </p:nvSpPr>
            <p:spPr>
              <a:xfrm>
                <a:off x="1917067" y="2510111"/>
                <a:ext cx="1843005" cy="1099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8748B2B-C906-8BFF-84D9-71B0E5FC4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067" y="2510111"/>
                <a:ext cx="1843005" cy="10992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34E72C-9EFE-AF93-D2F0-4BBADAEE7244}"/>
                  </a:ext>
                </a:extLst>
              </p:cNvPr>
              <p:cNvSpPr txBox="1"/>
              <p:nvPr/>
            </p:nvSpPr>
            <p:spPr>
              <a:xfrm>
                <a:off x="2060165" y="3657200"/>
                <a:ext cx="1727396" cy="11020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34E72C-9EFE-AF93-D2F0-4BBADAEE7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165" y="3657200"/>
                <a:ext cx="1727396" cy="110203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BB781BAD-6AD0-9FAA-F83D-DA20EAA701D2}"/>
              </a:ext>
            </a:extLst>
          </p:cNvPr>
          <p:cNvGrpSpPr/>
          <p:nvPr/>
        </p:nvGrpSpPr>
        <p:grpSpPr>
          <a:xfrm>
            <a:off x="7335276" y="205931"/>
            <a:ext cx="3218498" cy="1472531"/>
            <a:chOff x="7995489" y="194365"/>
            <a:chExt cx="3218498" cy="1472531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EEBA62C-81CC-A32F-35F5-8A2FEEF5B1F2}"/>
                </a:ext>
              </a:extLst>
            </p:cNvPr>
            <p:cNvSpPr/>
            <p:nvPr/>
          </p:nvSpPr>
          <p:spPr>
            <a:xfrm>
              <a:off x="7995489" y="889533"/>
              <a:ext cx="1609782" cy="777363"/>
            </a:xfrm>
            <a:custGeom>
              <a:avLst/>
              <a:gdLst>
                <a:gd name="connsiteX0" fmla="*/ 1296455 w 1609782"/>
                <a:gd name="connsiteY0" fmla="*/ 631 h 777994"/>
                <a:gd name="connsiteX1" fmla="*/ 1499249 w 1609782"/>
                <a:gd name="connsiteY1" fmla="*/ 3176 h 777994"/>
                <a:gd name="connsiteX2" fmla="*/ 1609782 w 1609782"/>
                <a:gd name="connsiteY2" fmla="*/ 10332 h 777994"/>
                <a:gd name="connsiteX3" fmla="*/ 1609782 w 1609782"/>
                <a:gd name="connsiteY3" fmla="*/ 347919 h 777994"/>
                <a:gd name="connsiteX4" fmla="*/ 0 w 1609782"/>
                <a:gd name="connsiteY4" fmla="*/ 777994 h 777994"/>
                <a:gd name="connsiteX5" fmla="*/ 940962 w 1609782"/>
                <a:gd name="connsiteY5" fmla="*/ 44590 h 777994"/>
                <a:gd name="connsiteX6" fmla="*/ 1296455 w 1609782"/>
                <a:gd name="connsiteY6" fmla="*/ 631 h 777994"/>
                <a:gd name="connsiteX0" fmla="*/ 1609782 w 1701222"/>
                <a:gd name="connsiteY0" fmla="*/ 347288 h 777363"/>
                <a:gd name="connsiteX1" fmla="*/ 0 w 1701222"/>
                <a:gd name="connsiteY1" fmla="*/ 777363 h 777363"/>
                <a:gd name="connsiteX2" fmla="*/ 940962 w 1701222"/>
                <a:gd name="connsiteY2" fmla="*/ 43959 h 777363"/>
                <a:gd name="connsiteX3" fmla="*/ 1296455 w 1701222"/>
                <a:gd name="connsiteY3" fmla="*/ 0 h 777363"/>
                <a:gd name="connsiteX4" fmla="*/ 1499249 w 1701222"/>
                <a:gd name="connsiteY4" fmla="*/ 2545 h 777363"/>
                <a:gd name="connsiteX5" fmla="*/ 1609782 w 1701222"/>
                <a:gd name="connsiteY5" fmla="*/ 9701 h 777363"/>
                <a:gd name="connsiteX6" fmla="*/ 1701222 w 1701222"/>
                <a:gd name="connsiteY6" fmla="*/ 438728 h 777363"/>
                <a:gd name="connsiteX0" fmla="*/ 1609782 w 1609782"/>
                <a:gd name="connsiteY0" fmla="*/ 347288 h 777363"/>
                <a:gd name="connsiteX1" fmla="*/ 0 w 1609782"/>
                <a:gd name="connsiteY1" fmla="*/ 777363 h 777363"/>
                <a:gd name="connsiteX2" fmla="*/ 940962 w 1609782"/>
                <a:gd name="connsiteY2" fmla="*/ 43959 h 777363"/>
                <a:gd name="connsiteX3" fmla="*/ 1296455 w 1609782"/>
                <a:gd name="connsiteY3" fmla="*/ 0 h 777363"/>
                <a:gd name="connsiteX4" fmla="*/ 1499249 w 1609782"/>
                <a:gd name="connsiteY4" fmla="*/ 2545 h 777363"/>
                <a:gd name="connsiteX5" fmla="*/ 1609782 w 1609782"/>
                <a:gd name="connsiteY5" fmla="*/ 9701 h 777363"/>
                <a:gd name="connsiteX0" fmla="*/ 0 w 1609782"/>
                <a:gd name="connsiteY0" fmla="*/ 777363 h 777363"/>
                <a:gd name="connsiteX1" fmla="*/ 940962 w 1609782"/>
                <a:gd name="connsiteY1" fmla="*/ 43959 h 777363"/>
                <a:gd name="connsiteX2" fmla="*/ 1296455 w 1609782"/>
                <a:gd name="connsiteY2" fmla="*/ 0 h 777363"/>
                <a:gd name="connsiteX3" fmla="*/ 1499249 w 1609782"/>
                <a:gd name="connsiteY3" fmla="*/ 2545 h 777363"/>
                <a:gd name="connsiteX4" fmla="*/ 1609782 w 1609782"/>
                <a:gd name="connsiteY4" fmla="*/ 9701 h 777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782" h="777363">
                  <a:moveTo>
                    <a:pt x="0" y="777363"/>
                  </a:moveTo>
                  <a:cubicBezTo>
                    <a:pt x="303707" y="562904"/>
                    <a:pt x="532272" y="156886"/>
                    <a:pt x="940962" y="43959"/>
                  </a:cubicBezTo>
                  <a:cubicBezTo>
                    <a:pt x="1043135" y="15727"/>
                    <a:pt x="1165094" y="2860"/>
                    <a:pt x="1296455" y="0"/>
                  </a:cubicBezTo>
                  <a:lnTo>
                    <a:pt x="1499249" y="2545"/>
                  </a:lnTo>
                  <a:lnTo>
                    <a:pt x="1609782" y="9701"/>
                  </a:ln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1AAF3F8-EC17-015A-099B-23C1194EF58C}"/>
                </a:ext>
              </a:extLst>
            </p:cNvPr>
            <p:cNvSpPr/>
            <p:nvPr/>
          </p:nvSpPr>
          <p:spPr>
            <a:xfrm>
              <a:off x="9600142" y="806479"/>
              <a:ext cx="1613845" cy="194893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339277 w 2682240"/>
                <a:gd name="connsiteY2" fmla="*/ 71059 h 662940"/>
                <a:gd name="connsiteX3" fmla="*/ 2040551 w 2682240"/>
                <a:gd name="connsiteY3" fmla="*/ 141322 h 662940"/>
                <a:gd name="connsiteX4" fmla="*/ 2682240 w 2682240"/>
                <a:gd name="connsiteY4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339277 w 2682240"/>
                <a:gd name="connsiteY2" fmla="*/ 71059 h 662940"/>
                <a:gd name="connsiteX3" fmla="*/ 2040551 w 2682240"/>
                <a:gd name="connsiteY3" fmla="*/ 141322 h 662940"/>
                <a:gd name="connsiteX4" fmla="*/ 2682240 w 2682240"/>
                <a:gd name="connsiteY4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339277 w 2682240"/>
                <a:gd name="connsiteY2" fmla="*/ 71059 h 662940"/>
                <a:gd name="connsiteX3" fmla="*/ 2040551 w 2682240"/>
                <a:gd name="connsiteY3" fmla="*/ 141322 h 662940"/>
                <a:gd name="connsiteX4" fmla="*/ 2682240 w 2682240"/>
                <a:gd name="connsiteY4" fmla="*/ 0 h 662940"/>
                <a:gd name="connsiteX0" fmla="*/ 0 w 1899217"/>
                <a:gd name="connsiteY0" fmla="*/ 98334 h 150037"/>
                <a:gd name="connsiteX1" fmla="*/ 556254 w 1899217"/>
                <a:gd name="connsiteY1" fmla="*/ 71059 h 150037"/>
                <a:gd name="connsiteX2" fmla="*/ 1257528 w 1899217"/>
                <a:gd name="connsiteY2" fmla="*/ 141322 h 150037"/>
                <a:gd name="connsiteX3" fmla="*/ 1899217 w 1899217"/>
                <a:gd name="connsiteY3" fmla="*/ 0 h 150037"/>
                <a:gd name="connsiteX0" fmla="*/ 0 w 1342963"/>
                <a:gd name="connsiteY0" fmla="*/ 71059 h 150037"/>
                <a:gd name="connsiteX1" fmla="*/ 701274 w 1342963"/>
                <a:gd name="connsiteY1" fmla="*/ 141322 h 150037"/>
                <a:gd name="connsiteX2" fmla="*/ 1342963 w 1342963"/>
                <a:gd name="connsiteY2" fmla="*/ 0 h 15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2963" h="150037">
                  <a:moveTo>
                    <a:pt x="0" y="71059"/>
                  </a:moveTo>
                  <a:lnTo>
                    <a:pt x="701274" y="141322"/>
                  </a:lnTo>
                  <a:cubicBezTo>
                    <a:pt x="1015169" y="168930"/>
                    <a:pt x="1131508" y="133350"/>
                    <a:pt x="1342963" y="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DFD0A4F-0642-5A8E-B3C8-E8BBBEC3F24B}"/>
                    </a:ext>
                  </a:extLst>
                </p:cNvPr>
                <p:cNvSpPr txBox="1"/>
                <p:nvPr/>
              </p:nvSpPr>
              <p:spPr>
                <a:xfrm>
                  <a:off x="9292028" y="1001780"/>
                  <a:ext cx="50507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DFD0A4F-0642-5A8E-B3C8-E8BBBEC3F2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2028" y="1001780"/>
                  <a:ext cx="505075" cy="58477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B3666DD-BB42-31BF-EAB0-3D4B5CD58DDC}"/>
                    </a:ext>
                  </a:extLst>
                </p:cNvPr>
                <p:cNvSpPr txBox="1"/>
                <p:nvPr/>
              </p:nvSpPr>
              <p:spPr>
                <a:xfrm>
                  <a:off x="8214252" y="304758"/>
                  <a:ext cx="67877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B3666DD-BB42-31BF-EAB0-3D4B5CD58D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4252" y="304758"/>
                  <a:ext cx="678776" cy="58477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34775D2-A8FB-1689-A280-971E855C18D8}"/>
                    </a:ext>
                  </a:extLst>
                </p:cNvPr>
                <p:cNvSpPr txBox="1"/>
                <p:nvPr/>
              </p:nvSpPr>
              <p:spPr>
                <a:xfrm>
                  <a:off x="10142416" y="194365"/>
                  <a:ext cx="70910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34775D2-A8FB-1689-A280-971E855C18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2416" y="194365"/>
                  <a:ext cx="709104" cy="58477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01558212-E5D4-2725-DA22-782A6CFF560A}"/>
                </a:ext>
              </a:extLst>
            </p:cNvPr>
            <p:cNvSpPr/>
            <p:nvPr/>
          </p:nvSpPr>
          <p:spPr>
            <a:xfrm rot="5868436">
              <a:off x="10144411" y="880608"/>
              <a:ext cx="178842" cy="160020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AD6A6278-C53B-67A0-35C3-2CCB6EA6B92E}"/>
                </a:ext>
              </a:extLst>
            </p:cNvPr>
            <p:cNvSpPr/>
            <p:nvPr/>
          </p:nvSpPr>
          <p:spPr>
            <a:xfrm rot="3116008">
              <a:off x="8516741" y="1024707"/>
              <a:ext cx="178842" cy="160020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DE0F04C-2633-7655-39F0-26B751C67C1D}"/>
                  </a:ext>
                </a:extLst>
              </p:cNvPr>
              <p:cNvSpPr txBox="1"/>
              <p:nvPr/>
            </p:nvSpPr>
            <p:spPr>
              <a:xfrm>
                <a:off x="7904707" y="1620186"/>
                <a:ext cx="29423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DE0F04C-2633-7655-39F0-26B751C6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707" y="1620186"/>
                <a:ext cx="2942344" cy="400110"/>
              </a:xfrm>
              <a:prstGeom prst="rect">
                <a:avLst/>
              </a:prstGeom>
              <a:blipFill>
                <a:blip r:embed="rId17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0DB29F50-AC78-4DD6-B4B2-5D2C6DF49EFC}"/>
              </a:ext>
            </a:extLst>
          </p:cNvPr>
          <p:cNvGrpSpPr/>
          <p:nvPr/>
        </p:nvGrpSpPr>
        <p:grpSpPr>
          <a:xfrm>
            <a:off x="9087952" y="2069564"/>
            <a:ext cx="2523202" cy="1537383"/>
            <a:chOff x="8282969" y="2405967"/>
            <a:chExt cx="2523202" cy="1537383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87FBB71-B6DA-55E6-DC6B-9A023FAC4E11}"/>
                </a:ext>
              </a:extLst>
            </p:cNvPr>
            <p:cNvSpPr/>
            <p:nvPr/>
          </p:nvSpPr>
          <p:spPr>
            <a:xfrm>
              <a:off x="8283304" y="3522357"/>
              <a:ext cx="1325900" cy="415174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60926"/>
                <a:gd name="connsiteY0" fmla="*/ 0 h 506437"/>
                <a:gd name="connsiteX1" fmla="*/ 295421 w 1260926"/>
                <a:gd name="connsiteY1" fmla="*/ 393896 h 506437"/>
                <a:gd name="connsiteX2" fmla="*/ 1260926 w 1260926"/>
                <a:gd name="connsiteY2" fmla="*/ 506437 h 506437"/>
                <a:gd name="connsiteX0" fmla="*/ 0 w 1260926"/>
                <a:gd name="connsiteY0" fmla="*/ 0 h 506587"/>
                <a:gd name="connsiteX1" fmla="*/ 295421 w 1260926"/>
                <a:gd name="connsiteY1" fmla="*/ 393896 h 506587"/>
                <a:gd name="connsiteX2" fmla="*/ 1260926 w 1260926"/>
                <a:gd name="connsiteY2" fmla="*/ 506437 h 50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0926" h="506587">
                  <a:moveTo>
                    <a:pt x="0" y="0"/>
                  </a:moveTo>
                  <a:cubicBezTo>
                    <a:pt x="365" y="178558"/>
                    <a:pt x="105507" y="309490"/>
                    <a:pt x="295421" y="393896"/>
                  </a:cubicBezTo>
                  <a:cubicBezTo>
                    <a:pt x="485335" y="478302"/>
                    <a:pt x="924327" y="509037"/>
                    <a:pt x="1260926" y="506437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046143E-5EC4-3914-1AAE-EE82A03A245C}"/>
                </a:ext>
              </a:extLst>
            </p:cNvPr>
            <p:cNvSpPr/>
            <p:nvPr/>
          </p:nvSpPr>
          <p:spPr>
            <a:xfrm flipH="1">
              <a:off x="9606702" y="3521461"/>
              <a:ext cx="1198228" cy="415826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7382"/>
                <a:gd name="connsiteX1" fmla="*/ 295421 w 1139483"/>
                <a:gd name="connsiteY1" fmla="*/ 393896 h 507382"/>
                <a:gd name="connsiteX2" fmla="*/ 1139483 w 1139483"/>
                <a:gd name="connsiteY2" fmla="*/ 506437 h 507382"/>
                <a:gd name="connsiteX0" fmla="*/ 27 w 1139510"/>
                <a:gd name="connsiteY0" fmla="*/ 0 h 507382"/>
                <a:gd name="connsiteX1" fmla="*/ 295448 w 1139510"/>
                <a:gd name="connsiteY1" fmla="*/ 393896 h 507382"/>
                <a:gd name="connsiteX2" fmla="*/ 1139510 w 1139510"/>
                <a:gd name="connsiteY2" fmla="*/ 506437 h 50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9510" h="507382">
                  <a:moveTo>
                    <a:pt x="27" y="0"/>
                  </a:moveTo>
                  <a:cubicBezTo>
                    <a:pt x="-1989" y="195227"/>
                    <a:pt x="105534" y="309490"/>
                    <a:pt x="295448" y="393896"/>
                  </a:cubicBezTo>
                  <a:cubicBezTo>
                    <a:pt x="485362" y="478302"/>
                    <a:pt x="812436" y="513801"/>
                    <a:pt x="1139510" y="506437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1D09427-1496-6DFD-54AA-7001FBCBB909}"/>
                </a:ext>
              </a:extLst>
            </p:cNvPr>
            <p:cNvSpPr/>
            <p:nvPr/>
          </p:nvSpPr>
          <p:spPr>
            <a:xfrm flipV="1">
              <a:off x="8283303" y="3191178"/>
              <a:ext cx="1032938" cy="331179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994226"/>
                <a:gd name="connsiteY0" fmla="*/ 0 h 465956"/>
                <a:gd name="connsiteX1" fmla="*/ 295421 w 994226"/>
                <a:gd name="connsiteY1" fmla="*/ 393896 h 465956"/>
                <a:gd name="connsiteX2" fmla="*/ 994226 w 994226"/>
                <a:gd name="connsiteY2" fmla="*/ 465956 h 465956"/>
                <a:gd name="connsiteX0" fmla="*/ 0 w 994226"/>
                <a:gd name="connsiteY0" fmla="*/ 0 h 465956"/>
                <a:gd name="connsiteX1" fmla="*/ 321615 w 994226"/>
                <a:gd name="connsiteY1" fmla="*/ 358178 h 465956"/>
                <a:gd name="connsiteX2" fmla="*/ 994226 w 994226"/>
                <a:gd name="connsiteY2" fmla="*/ 465956 h 465956"/>
                <a:gd name="connsiteX0" fmla="*/ 0 w 982320"/>
                <a:gd name="connsiteY0" fmla="*/ 0 h 396466"/>
                <a:gd name="connsiteX1" fmla="*/ 321615 w 982320"/>
                <a:gd name="connsiteY1" fmla="*/ 358178 h 396466"/>
                <a:gd name="connsiteX2" fmla="*/ 982320 w 982320"/>
                <a:gd name="connsiteY2" fmla="*/ 373087 h 396466"/>
                <a:gd name="connsiteX0" fmla="*/ 0 w 982320"/>
                <a:gd name="connsiteY0" fmla="*/ 0 h 404098"/>
                <a:gd name="connsiteX1" fmla="*/ 321615 w 982320"/>
                <a:gd name="connsiteY1" fmla="*/ 358178 h 404098"/>
                <a:gd name="connsiteX2" fmla="*/ 982320 w 982320"/>
                <a:gd name="connsiteY2" fmla="*/ 373087 h 40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2320" h="404098">
                  <a:moveTo>
                    <a:pt x="0" y="0"/>
                  </a:moveTo>
                  <a:cubicBezTo>
                    <a:pt x="2747" y="169032"/>
                    <a:pt x="131701" y="273772"/>
                    <a:pt x="321615" y="358178"/>
                  </a:cubicBezTo>
                  <a:cubicBezTo>
                    <a:pt x="511529" y="442584"/>
                    <a:pt x="648102" y="387594"/>
                    <a:pt x="982320" y="373087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5B43A71-C226-1B92-8AA0-55D9A5A71C14}"/>
                </a:ext>
              </a:extLst>
            </p:cNvPr>
            <p:cNvSpPr/>
            <p:nvPr/>
          </p:nvSpPr>
          <p:spPr>
            <a:xfrm flipH="1" flipV="1">
              <a:off x="9412663" y="3191488"/>
              <a:ext cx="1393508" cy="336183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3087"/>
                <a:gd name="connsiteX1" fmla="*/ 366859 w 1210921"/>
                <a:gd name="connsiteY1" fmla="*/ 260546 h 373087"/>
                <a:gd name="connsiteX2" fmla="*/ 1210921 w 1210921"/>
                <a:gd name="connsiteY2" fmla="*/ 373087 h 373087"/>
                <a:gd name="connsiteX0" fmla="*/ 0 w 1087096"/>
                <a:gd name="connsiteY0" fmla="*/ 0 h 365944"/>
                <a:gd name="connsiteX1" fmla="*/ 243034 w 1087096"/>
                <a:gd name="connsiteY1" fmla="*/ 253403 h 365944"/>
                <a:gd name="connsiteX2" fmla="*/ 1087096 w 1087096"/>
                <a:gd name="connsiteY2" fmla="*/ 365944 h 365944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10921"/>
                <a:gd name="connsiteY0" fmla="*/ 0 h 368325"/>
                <a:gd name="connsiteX1" fmla="*/ 366859 w 1210921"/>
                <a:gd name="connsiteY1" fmla="*/ 255784 h 368325"/>
                <a:gd name="connsiteX2" fmla="*/ 1210921 w 1210921"/>
                <a:gd name="connsiteY2" fmla="*/ 368325 h 368325"/>
                <a:gd name="connsiteX0" fmla="*/ 0 w 1208540"/>
                <a:gd name="connsiteY0" fmla="*/ 0 h 373087"/>
                <a:gd name="connsiteX1" fmla="*/ 364478 w 1208540"/>
                <a:gd name="connsiteY1" fmla="*/ 260546 h 373087"/>
                <a:gd name="connsiteX2" fmla="*/ 1208540 w 1208540"/>
                <a:gd name="connsiteY2" fmla="*/ 373087 h 373087"/>
                <a:gd name="connsiteX0" fmla="*/ 0 w 1363321"/>
                <a:gd name="connsiteY0" fmla="*/ 0 h 380231"/>
                <a:gd name="connsiteX1" fmla="*/ 364478 w 1363321"/>
                <a:gd name="connsiteY1" fmla="*/ 260546 h 380231"/>
                <a:gd name="connsiteX2" fmla="*/ 1363321 w 1363321"/>
                <a:gd name="connsiteY2" fmla="*/ 380231 h 380231"/>
                <a:gd name="connsiteX0" fmla="*/ 0 w 1325221"/>
                <a:gd name="connsiteY0" fmla="*/ 0 h 377850"/>
                <a:gd name="connsiteX1" fmla="*/ 364478 w 1325221"/>
                <a:gd name="connsiteY1" fmla="*/ 260546 h 377850"/>
                <a:gd name="connsiteX2" fmla="*/ 1325221 w 1325221"/>
                <a:gd name="connsiteY2" fmla="*/ 377850 h 377850"/>
                <a:gd name="connsiteX0" fmla="*/ 0 w 1325221"/>
                <a:gd name="connsiteY0" fmla="*/ 0 h 377982"/>
                <a:gd name="connsiteX1" fmla="*/ 364478 w 1325221"/>
                <a:gd name="connsiteY1" fmla="*/ 260546 h 377982"/>
                <a:gd name="connsiteX2" fmla="*/ 1325221 w 1325221"/>
                <a:gd name="connsiteY2" fmla="*/ 377850 h 377982"/>
                <a:gd name="connsiteX0" fmla="*/ 0 w 1325221"/>
                <a:gd name="connsiteY0" fmla="*/ 0 h 378132"/>
                <a:gd name="connsiteX1" fmla="*/ 219222 w 1325221"/>
                <a:gd name="connsiteY1" fmla="*/ 281977 h 378132"/>
                <a:gd name="connsiteX2" fmla="*/ 1325221 w 1325221"/>
                <a:gd name="connsiteY2" fmla="*/ 377850 h 37813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407062"/>
                <a:gd name="connsiteX1" fmla="*/ 433534 w 1325221"/>
                <a:gd name="connsiteY1" fmla="*/ 365320 h 407062"/>
                <a:gd name="connsiteX2" fmla="*/ 1325221 w 1325221"/>
                <a:gd name="connsiteY2" fmla="*/ 377850 h 407062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5221" h="410203">
                  <a:moveTo>
                    <a:pt x="0" y="0"/>
                  </a:moveTo>
                  <a:cubicBezTo>
                    <a:pt x="7510" y="116645"/>
                    <a:pt x="243620" y="273770"/>
                    <a:pt x="433534" y="365320"/>
                  </a:cubicBezTo>
                  <a:cubicBezTo>
                    <a:pt x="623448" y="456870"/>
                    <a:pt x="1000529" y="380450"/>
                    <a:pt x="1325221" y="37785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D32C552-C1CD-B8CE-2781-C2A7E193E5DA}"/>
                </a:ext>
              </a:extLst>
            </p:cNvPr>
            <p:cNvSpPr/>
            <p:nvPr/>
          </p:nvSpPr>
          <p:spPr>
            <a:xfrm>
              <a:off x="8282969" y="2672891"/>
              <a:ext cx="2520696" cy="857849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61685 h 1088941"/>
                <a:gd name="connsiteX1" fmla="*/ 573003 w 2397188"/>
                <a:gd name="connsiteY1" fmla="*/ 100137 h 1088941"/>
                <a:gd name="connsiteX2" fmla="*/ 1141929 w 2397188"/>
                <a:gd name="connsiteY2" fmla="*/ 38897 h 1088941"/>
                <a:gd name="connsiteX3" fmla="*/ 1689481 w 2397188"/>
                <a:gd name="connsiteY3" fmla="*/ 180368 h 1088941"/>
                <a:gd name="connsiteX4" fmla="*/ 2397188 w 2397188"/>
                <a:gd name="connsiteY4" fmla="*/ 1088941 h 1088941"/>
                <a:gd name="connsiteX0" fmla="*/ 222 w 2397188"/>
                <a:gd name="connsiteY0" fmla="*/ 1061685 h 1088941"/>
                <a:gd name="connsiteX1" fmla="*/ 573003 w 2397188"/>
                <a:gd name="connsiteY1" fmla="*/ 100137 h 1088941"/>
                <a:gd name="connsiteX2" fmla="*/ 1141929 w 2397188"/>
                <a:gd name="connsiteY2" fmla="*/ 38897 h 1088941"/>
                <a:gd name="connsiteX3" fmla="*/ 1689481 w 2397188"/>
                <a:gd name="connsiteY3" fmla="*/ 180368 h 1088941"/>
                <a:gd name="connsiteX4" fmla="*/ 2397188 w 2397188"/>
                <a:gd name="connsiteY4" fmla="*/ 1088941 h 1088941"/>
                <a:gd name="connsiteX0" fmla="*/ 222 w 2397188"/>
                <a:gd name="connsiteY0" fmla="*/ 1061685 h 1088941"/>
                <a:gd name="connsiteX1" fmla="*/ 573003 w 2397188"/>
                <a:gd name="connsiteY1" fmla="*/ 100137 h 1088941"/>
                <a:gd name="connsiteX2" fmla="*/ 1141929 w 2397188"/>
                <a:gd name="connsiteY2" fmla="*/ 38897 h 1088941"/>
                <a:gd name="connsiteX3" fmla="*/ 1689481 w 2397188"/>
                <a:gd name="connsiteY3" fmla="*/ 180368 h 1088941"/>
                <a:gd name="connsiteX4" fmla="*/ 2397188 w 2397188"/>
                <a:gd name="connsiteY4" fmla="*/ 1088941 h 1088941"/>
                <a:gd name="connsiteX0" fmla="*/ 326 w 2397292"/>
                <a:gd name="connsiteY0" fmla="*/ 1026368 h 1053624"/>
                <a:gd name="connsiteX1" fmla="*/ 473466 w 2397292"/>
                <a:gd name="connsiteY1" fmla="*/ 138428 h 1053624"/>
                <a:gd name="connsiteX2" fmla="*/ 1142033 w 2397292"/>
                <a:gd name="connsiteY2" fmla="*/ 3580 h 1053624"/>
                <a:gd name="connsiteX3" fmla="*/ 1689585 w 2397292"/>
                <a:gd name="connsiteY3" fmla="*/ 145051 h 1053624"/>
                <a:gd name="connsiteX4" fmla="*/ 2397292 w 2397292"/>
                <a:gd name="connsiteY4" fmla="*/ 1053624 h 1053624"/>
                <a:gd name="connsiteX0" fmla="*/ 229 w 2397195"/>
                <a:gd name="connsiteY0" fmla="*/ 1026368 h 1053624"/>
                <a:gd name="connsiteX1" fmla="*/ 473369 w 2397195"/>
                <a:gd name="connsiteY1" fmla="*/ 138428 h 1053624"/>
                <a:gd name="connsiteX2" fmla="*/ 1141936 w 2397195"/>
                <a:gd name="connsiteY2" fmla="*/ 3580 h 1053624"/>
                <a:gd name="connsiteX3" fmla="*/ 1689488 w 2397195"/>
                <a:gd name="connsiteY3" fmla="*/ 145051 h 1053624"/>
                <a:gd name="connsiteX4" fmla="*/ 2397195 w 2397195"/>
                <a:gd name="connsiteY4" fmla="*/ 1053624 h 1053624"/>
                <a:gd name="connsiteX0" fmla="*/ 214 w 2397180"/>
                <a:gd name="connsiteY0" fmla="*/ 1025324 h 1052580"/>
                <a:gd name="connsiteX1" fmla="*/ 494490 w 2397180"/>
                <a:gd name="connsiteY1" fmla="*/ 141258 h 1052580"/>
                <a:gd name="connsiteX2" fmla="*/ 1141921 w 2397180"/>
                <a:gd name="connsiteY2" fmla="*/ 2536 h 1052580"/>
                <a:gd name="connsiteX3" fmla="*/ 1689473 w 2397180"/>
                <a:gd name="connsiteY3" fmla="*/ 144007 h 1052580"/>
                <a:gd name="connsiteX4" fmla="*/ 2397180 w 2397180"/>
                <a:gd name="connsiteY4" fmla="*/ 1052580 h 1052580"/>
                <a:gd name="connsiteX0" fmla="*/ 214 w 2397180"/>
                <a:gd name="connsiteY0" fmla="*/ 1025324 h 1052580"/>
                <a:gd name="connsiteX1" fmla="*/ 494490 w 2397180"/>
                <a:gd name="connsiteY1" fmla="*/ 141258 h 1052580"/>
                <a:gd name="connsiteX2" fmla="*/ 1141921 w 2397180"/>
                <a:gd name="connsiteY2" fmla="*/ 2536 h 1052580"/>
                <a:gd name="connsiteX3" fmla="*/ 1689473 w 2397180"/>
                <a:gd name="connsiteY3" fmla="*/ 144007 h 1052580"/>
                <a:gd name="connsiteX4" fmla="*/ 2397180 w 2397180"/>
                <a:gd name="connsiteY4" fmla="*/ 1052580 h 1052580"/>
                <a:gd name="connsiteX0" fmla="*/ 203 w 2397169"/>
                <a:gd name="connsiteY0" fmla="*/ 1022796 h 1050052"/>
                <a:gd name="connsiteX1" fmla="*/ 494479 w 2397169"/>
                <a:gd name="connsiteY1" fmla="*/ 138730 h 1050052"/>
                <a:gd name="connsiteX2" fmla="*/ 1141910 w 2397169"/>
                <a:gd name="connsiteY2" fmla="*/ 8 h 1050052"/>
                <a:gd name="connsiteX3" fmla="*/ 1689462 w 2397169"/>
                <a:gd name="connsiteY3" fmla="*/ 141479 h 1050052"/>
                <a:gd name="connsiteX4" fmla="*/ 2397169 w 2397169"/>
                <a:gd name="connsiteY4" fmla="*/ 1050052 h 1050052"/>
                <a:gd name="connsiteX0" fmla="*/ 230 w 2397196"/>
                <a:gd name="connsiteY0" fmla="*/ 1022892 h 1050148"/>
                <a:gd name="connsiteX1" fmla="*/ 494506 w 2397196"/>
                <a:gd name="connsiteY1" fmla="*/ 138826 h 1050148"/>
                <a:gd name="connsiteX2" fmla="*/ 1141937 w 2397196"/>
                <a:gd name="connsiteY2" fmla="*/ 104 h 1050148"/>
                <a:gd name="connsiteX3" fmla="*/ 1689489 w 2397196"/>
                <a:gd name="connsiteY3" fmla="*/ 141575 h 1050148"/>
                <a:gd name="connsiteX4" fmla="*/ 2397196 w 2397196"/>
                <a:gd name="connsiteY4" fmla="*/ 1050148 h 1050148"/>
                <a:gd name="connsiteX0" fmla="*/ 230 w 2397196"/>
                <a:gd name="connsiteY0" fmla="*/ 1023786 h 1051042"/>
                <a:gd name="connsiteX1" fmla="*/ 494506 w 2397196"/>
                <a:gd name="connsiteY1" fmla="*/ 139720 h 1051042"/>
                <a:gd name="connsiteX2" fmla="*/ 1141937 w 2397196"/>
                <a:gd name="connsiteY2" fmla="*/ 998 h 1051042"/>
                <a:gd name="connsiteX3" fmla="*/ 1731761 w 2397196"/>
                <a:gd name="connsiteY3" fmla="*/ 161839 h 1051042"/>
                <a:gd name="connsiteX4" fmla="*/ 2397196 w 2397196"/>
                <a:gd name="connsiteY4" fmla="*/ 1051042 h 1051042"/>
                <a:gd name="connsiteX0" fmla="*/ 230 w 2397196"/>
                <a:gd name="connsiteY0" fmla="*/ 1023786 h 1051042"/>
                <a:gd name="connsiteX1" fmla="*/ 494506 w 2397196"/>
                <a:gd name="connsiteY1" fmla="*/ 139720 h 1051042"/>
                <a:gd name="connsiteX2" fmla="*/ 1141937 w 2397196"/>
                <a:gd name="connsiteY2" fmla="*/ 998 h 1051042"/>
                <a:gd name="connsiteX3" fmla="*/ 1731761 w 2397196"/>
                <a:gd name="connsiteY3" fmla="*/ 161839 h 1051042"/>
                <a:gd name="connsiteX4" fmla="*/ 2397196 w 2397196"/>
                <a:gd name="connsiteY4" fmla="*/ 1051042 h 1051042"/>
                <a:gd name="connsiteX0" fmla="*/ 205 w 2397171"/>
                <a:gd name="connsiteY0" fmla="*/ 1023511 h 1050767"/>
                <a:gd name="connsiteX1" fmla="*/ 494481 w 2397171"/>
                <a:gd name="connsiteY1" fmla="*/ 139445 h 1050767"/>
                <a:gd name="connsiteX2" fmla="*/ 1057369 w 2397171"/>
                <a:gd name="connsiteY2" fmla="*/ 4597 h 1050767"/>
                <a:gd name="connsiteX3" fmla="*/ 1731736 w 2397171"/>
                <a:gd name="connsiteY3" fmla="*/ 161564 h 1050767"/>
                <a:gd name="connsiteX4" fmla="*/ 2397171 w 2397171"/>
                <a:gd name="connsiteY4" fmla="*/ 1050767 h 1050767"/>
                <a:gd name="connsiteX0" fmla="*/ 208 w 2397174"/>
                <a:gd name="connsiteY0" fmla="*/ 1019472 h 1046728"/>
                <a:gd name="connsiteX1" fmla="*/ 494484 w 2397174"/>
                <a:gd name="connsiteY1" fmla="*/ 135406 h 1046728"/>
                <a:gd name="connsiteX2" fmla="*/ 1057372 w 2397174"/>
                <a:gd name="connsiteY2" fmla="*/ 558 h 1046728"/>
                <a:gd name="connsiteX3" fmla="*/ 1731739 w 2397174"/>
                <a:gd name="connsiteY3" fmla="*/ 157525 h 1046728"/>
                <a:gd name="connsiteX4" fmla="*/ 2397174 w 2397174"/>
                <a:gd name="connsiteY4" fmla="*/ 1046728 h 1046728"/>
                <a:gd name="connsiteX0" fmla="*/ 208 w 2397174"/>
                <a:gd name="connsiteY0" fmla="*/ 1019472 h 1046728"/>
                <a:gd name="connsiteX1" fmla="*/ 494484 w 2397174"/>
                <a:gd name="connsiteY1" fmla="*/ 135406 h 1046728"/>
                <a:gd name="connsiteX2" fmla="*/ 1057372 w 2397174"/>
                <a:gd name="connsiteY2" fmla="*/ 558 h 1046728"/>
                <a:gd name="connsiteX3" fmla="*/ 1731739 w 2397174"/>
                <a:gd name="connsiteY3" fmla="*/ 157525 h 1046728"/>
                <a:gd name="connsiteX4" fmla="*/ 2397174 w 2397174"/>
                <a:gd name="connsiteY4" fmla="*/ 1046728 h 1046728"/>
                <a:gd name="connsiteX0" fmla="*/ 208 w 2397174"/>
                <a:gd name="connsiteY0" fmla="*/ 1019472 h 1046728"/>
                <a:gd name="connsiteX1" fmla="*/ 494484 w 2397174"/>
                <a:gd name="connsiteY1" fmla="*/ 135406 h 1046728"/>
                <a:gd name="connsiteX2" fmla="*/ 1057372 w 2397174"/>
                <a:gd name="connsiteY2" fmla="*/ 558 h 1046728"/>
                <a:gd name="connsiteX3" fmla="*/ 1731739 w 2397174"/>
                <a:gd name="connsiteY3" fmla="*/ 157525 h 1046728"/>
                <a:gd name="connsiteX4" fmla="*/ 2397174 w 2397174"/>
                <a:gd name="connsiteY4" fmla="*/ 1046728 h 104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7174" h="1046728">
                  <a:moveTo>
                    <a:pt x="208" y="1019472"/>
                  </a:moveTo>
                  <a:cubicBezTo>
                    <a:pt x="-9354" y="664153"/>
                    <a:pt x="312251" y="262610"/>
                    <a:pt x="494484" y="135406"/>
                  </a:cubicBezTo>
                  <a:cubicBezTo>
                    <a:pt x="676717" y="8202"/>
                    <a:pt x="878338" y="-3128"/>
                    <a:pt x="1057372" y="558"/>
                  </a:cubicBezTo>
                  <a:cubicBezTo>
                    <a:pt x="1236406" y="4244"/>
                    <a:pt x="1514478" y="25777"/>
                    <a:pt x="1731739" y="157525"/>
                  </a:cubicBezTo>
                  <a:cubicBezTo>
                    <a:pt x="1949000" y="289273"/>
                    <a:pt x="2386220" y="692105"/>
                    <a:pt x="2397174" y="1046728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9BB2BBF-9733-5820-0A3F-2496CEC15374}"/>
                    </a:ext>
                  </a:extLst>
                </p:cNvPr>
                <p:cNvSpPr txBox="1"/>
                <p:nvPr/>
              </p:nvSpPr>
              <p:spPr>
                <a:xfrm>
                  <a:off x="10287047" y="2405967"/>
                  <a:ext cx="50206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3200" b="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9BB2BBF-9733-5820-0A3F-2496CEC153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7047" y="2405967"/>
                  <a:ext cx="502061" cy="58477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9DE1516-F70C-F31A-2365-B3077822DF8D}"/>
                    </a:ext>
                  </a:extLst>
                </p:cNvPr>
                <p:cNvSpPr txBox="1"/>
                <p:nvPr/>
              </p:nvSpPr>
              <p:spPr>
                <a:xfrm>
                  <a:off x="8622839" y="3229522"/>
                  <a:ext cx="70038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3200" b="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9DE1516-F70C-F31A-2365-B3077822DF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2839" y="3229522"/>
                  <a:ext cx="700385" cy="58477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761B95B9-E09C-C27B-8C2A-C8DEB0828D82}"/>
                    </a:ext>
                  </a:extLst>
                </p:cNvPr>
                <p:cNvSpPr txBox="1"/>
                <p:nvPr/>
              </p:nvSpPr>
              <p:spPr>
                <a:xfrm>
                  <a:off x="9807416" y="3144599"/>
                  <a:ext cx="73071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3200" b="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761B95B9-E09C-C27B-8C2A-C8DEB0828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7416" y="3144599"/>
                  <a:ext cx="730713" cy="58477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F09C3F6-F605-5563-FA83-13F7DC861148}"/>
                </a:ext>
              </a:extLst>
            </p:cNvPr>
            <p:cNvSpPr/>
            <p:nvPr/>
          </p:nvSpPr>
          <p:spPr>
            <a:xfrm>
              <a:off x="8282969" y="2672891"/>
              <a:ext cx="1111856" cy="835511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61685 h 1088941"/>
                <a:gd name="connsiteX1" fmla="*/ 573003 w 2397188"/>
                <a:gd name="connsiteY1" fmla="*/ 100137 h 1088941"/>
                <a:gd name="connsiteX2" fmla="*/ 1141929 w 2397188"/>
                <a:gd name="connsiteY2" fmla="*/ 38897 h 1088941"/>
                <a:gd name="connsiteX3" fmla="*/ 1689481 w 2397188"/>
                <a:gd name="connsiteY3" fmla="*/ 180368 h 1088941"/>
                <a:gd name="connsiteX4" fmla="*/ 2397188 w 2397188"/>
                <a:gd name="connsiteY4" fmla="*/ 1088941 h 1088941"/>
                <a:gd name="connsiteX0" fmla="*/ 222 w 2397188"/>
                <a:gd name="connsiteY0" fmla="*/ 1061685 h 1088941"/>
                <a:gd name="connsiteX1" fmla="*/ 573003 w 2397188"/>
                <a:gd name="connsiteY1" fmla="*/ 100137 h 1088941"/>
                <a:gd name="connsiteX2" fmla="*/ 1141929 w 2397188"/>
                <a:gd name="connsiteY2" fmla="*/ 38897 h 1088941"/>
                <a:gd name="connsiteX3" fmla="*/ 1689481 w 2397188"/>
                <a:gd name="connsiteY3" fmla="*/ 180368 h 1088941"/>
                <a:gd name="connsiteX4" fmla="*/ 2397188 w 2397188"/>
                <a:gd name="connsiteY4" fmla="*/ 1088941 h 1088941"/>
                <a:gd name="connsiteX0" fmla="*/ 222 w 2397188"/>
                <a:gd name="connsiteY0" fmla="*/ 1061685 h 1088941"/>
                <a:gd name="connsiteX1" fmla="*/ 573003 w 2397188"/>
                <a:gd name="connsiteY1" fmla="*/ 100137 h 1088941"/>
                <a:gd name="connsiteX2" fmla="*/ 1141929 w 2397188"/>
                <a:gd name="connsiteY2" fmla="*/ 38897 h 1088941"/>
                <a:gd name="connsiteX3" fmla="*/ 1689481 w 2397188"/>
                <a:gd name="connsiteY3" fmla="*/ 180368 h 1088941"/>
                <a:gd name="connsiteX4" fmla="*/ 2397188 w 2397188"/>
                <a:gd name="connsiteY4" fmla="*/ 1088941 h 1088941"/>
                <a:gd name="connsiteX0" fmla="*/ 326 w 2397292"/>
                <a:gd name="connsiteY0" fmla="*/ 1026368 h 1053624"/>
                <a:gd name="connsiteX1" fmla="*/ 473466 w 2397292"/>
                <a:gd name="connsiteY1" fmla="*/ 138428 h 1053624"/>
                <a:gd name="connsiteX2" fmla="*/ 1142033 w 2397292"/>
                <a:gd name="connsiteY2" fmla="*/ 3580 h 1053624"/>
                <a:gd name="connsiteX3" fmla="*/ 1689585 w 2397292"/>
                <a:gd name="connsiteY3" fmla="*/ 145051 h 1053624"/>
                <a:gd name="connsiteX4" fmla="*/ 2397292 w 2397292"/>
                <a:gd name="connsiteY4" fmla="*/ 1053624 h 1053624"/>
                <a:gd name="connsiteX0" fmla="*/ 229 w 2397195"/>
                <a:gd name="connsiteY0" fmla="*/ 1026368 h 1053624"/>
                <a:gd name="connsiteX1" fmla="*/ 473369 w 2397195"/>
                <a:gd name="connsiteY1" fmla="*/ 138428 h 1053624"/>
                <a:gd name="connsiteX2" fmla="*/ 1141936 w 2397195"/>
                <a:gd name="connsiteY2" fmla="*/ 3580 h 1053624"/>
                <a:gd name="connsiteX3" fmla="*/ 1689488 w 2397195"/>
                <a:gd name="connsiteY3" fmla="*/ 145051 h 1053624"/>
                <a:gd name="connsiteX4" fmla="*/ 2397195 w 2397195"/>
                <a:gd name="connsiteY4" fmla="*/ 1053624 h 1053624"/>
                <a:gd name="connsiteX0" fmla="*/ 214 w 2397180"/>
                <a:gd name="connsiteY0" fmla="*/ 1025324 h 1052580"/>
                <a:gd name="connsiteX1" fmla="*/ 494490 w 2397180"/>
                <a:gd name="connsiteY1" fmla="*/ 141258 h 1052580"/>
                <a:gd name="connsiteX2" fmla="*/ 1141921 w 2397180"/>
                <a:gd name="connsiteY2" fmla="*/ 2536 h 1052580"/>
                <a:gd name="connsiteX3" fmla="*/ 1689473 w 2397180"/>
                <a:gd name="connsiteY3" fmla="*/ 144007 h 1052580"/>
                <a:gd name="connsiteX4" fmla="*/ 2397180 w 2397180"/>
                <a:gd name="connsiteY4" fmla="*/ 1052580 h 1052580"/>
                <a:gd name="connsiteX0" fmla="*/ 214 w 2397180"/>
                <a:gd name="connsiteY0" fmla="*/ 1025324 h 1052580"/>
                <a:gd name="connsiteX1" fmla="*/ 494490 w 2397180"/>
                <a:gd name="connsiteY1" fmla="*/ 141258 h 1052580"/>
                <a:gd name="connsiteX2" fmla="*/ 1141921 w 2397180"/>
                <a:gd name="connsiteY2" fmla="*/ 2536 h 1052580"/>
                <a:gd name="connsiteX3" fmla="*/ 1689473 w 2397180"/>
                <a:gd name="connsiteY3" fmla="*/ 144007 h 1052580"/>
                <a:gd name="connsiteX4" fmla="*/ 2397180 w 2397180"/>
                <a:gd name="connsiteY4" fmla="*/ 1052580 h 1052580"/>
                <a:gd name="connsiteX0" fmla="*/ 203 w 2397169"/>
                <a:gd name="connsiteY0" fmla="*/ 1022796 h 1050052"/>
                <a:gd name="connsiteX1" fmla="*/ 494479 w 2397169"/>
                <a:gd name="connsiteY1" fmla="*/ 138730 h 1050052"/>
                <a:gd name="connsiteX2" fmla="*/ 1141910 w 2397169"/>
                <a:gd name="connsiteY2" fmla="*/ 8 h 1050052"/>
                <a:gd name="connsiteX3" fmla="*/ 1689462 w 2397169"/>
                <a:gd name="connsiteY3" fmla="*/ 141479 h 1050052"/>
                <a:gd name="connsiteX4" fmla="*/ 2397169 w 2397169"/>
                <a:gd name="connsiteY4" fmla="*/ 1050052 h 1050052"/>
                <a:gd name="connsiteX0" fmla="*/ 230 w 2397196"/>
                <a:gd name="connsiteY0" fmla="*/ 1022892 h 1050148"/>
                <a:gd name="connsiteX1" fmla="*/ 494506 w 2397196"/>
                <a:gd name="connsiteY1" fmla="*/ 138826 h 1050148"/>
                <a:gd name="connsiteX2" fmla="*/ 1141937 w 2397196"/>
                <a:gd name="connsiteY2" fmla="*/ 104 h 1050148"/>
                <a:gd name="connsiteX3" fmla="*/ 1689489 w 2397196"/>
                <a:gd name="connsiteY3" fmla="*/ 141575 h 1050148"/>
                <a:gd name="connsiteX4" fmla="*/ 2397196 w 2397196"/>
                <a:gd name="connsiteY4" fmla="*/ 1050148 h 1050148"/>
                <a:gd name="connsiteX0" fmla="*/ 230 w 2397196"/>
                <a:gd name="connsiteY0" fmla="*/ 1023786 h 1051042"/>
                <a:gd name="connsiteX1" fmla="*/ 494506 w 2397196"/>
                <a:gd name="connsiteY1" fmla="*/ 139720 h 1051042"/>
                <a:gd name="connsiteX2" fmla="*/ 1141937 w 2397196"/>
                <a:gd name="connsiteY2" fmla="*/ 998 h 1051042"/>
                <a:gd name="connsiteX3" fmla="*/ 1731761 w 2397196"/>
                <a:gd name="connsiteY3" fmla="*/ 161839 h 1051042"/>
                <a:gd name="connsiteX4" fmla="*/ 2397196 w 2397196"/>
                <a:gd name="connsiteY4" fmla="*/ 1051042 h 1051042"/>
                <a:gd name="connsiteX0" fmla="*/ 230 w 2397196"/>
                <a:gd name="connsiteY0" fmla="*/ 1023786 h 1051042"/>
                <a:gd name="connsiteX1" fmla="*/ 494506 w 2397196"/>
                <a:gd name="connsiteY1" fmla="*/ 139720 h 1051042"/>
                <a:gd name="connsiteX2" fmla="*/ 1141937 w 2397196"/>
                <a:gd name="connsiteY2" fmla="*/ 998 h 1051042"/>
                <a:gd name="connsiteX3" fmla="*/ 1731761 w 2397196"/>
                <a:gd name="connsiteY3" fmla="*/ 161839 h 1051042"/>
                <a:gd name="connsiteX4" fmla="*/ 2397196 w 2397196"/>
                <a:gd name="connsiteY4" fmla="*/ 1051042 h 1051042"/>
                <a:gd name="connsiteX0" fmla="*/ 205 w 2397171"/>
                <a:gd name="connsiteY0" fmla="*/ 1023511 h 1050767"/>
                <a:gd name="connsiteX1" fmla="*/ 494481 w 2397171"/>
                <a:gd name="connsiteY1" fmla="*/ 139445 h 1050767"/>
                <a:gd name="connsiteX2" fmla="*/ 1057369 w 2397171"/>
                <a:gd name="connsiteY2" fmla="*/ 4597 h 1050767"/>
                <a:gd name="connsiteX3" fmla="*/ 1731736 w 2397171"/>
                <a:gd name="connsiteY3" fmla="*/ 161564 h 1050767"/>
                <a:gd name="connsiteX4" fmla="*/ 2397171 w 2397171"/>
                <a:gd name="connsiteY4" fmla="*/ 1050767 h 1050767"/>
                <a:gd name="connsiteX0" fmla="*/ 208 w 2397174"/>
                <a:gd name="connsiteY0" fmla="*/ 1019472 h 1046728"/>
                <a:gd name="connsiteX1" fmla="*/ 494484 w 2397174"/>
                <a:gd name="connsiteY1" fmla="*/ 135406 h 1046728"/>
                <a:gd name="connsiteX2" fmla="*/ 1057372 w 2397174"/>
                <a:gd name="connsiteY2" fmla="*/ 558 h 1046728"/>
                <a:gd name="connsiteX3" fmla="*/ 1731739 w 2397174"/>
                <a:gd name="connsiteY3" fmla="*/ 157525 h 1046728"/>
                <a:gd name="connsiteX4" fmla="*/ 2397174 w 2397174"/>
                <a:gd name="connsiteY4" fmla="*/ 1046728 h 1046728"/>
                <a:gd name="connsiteX0" fmla="*/ 208 w 2397174"/>
                <a:gd name="connsiteY0" fmla="*/ 1019472 h 1046728"/>
                <a:gd name="connsiteX1" fmla="*/ 494484 w 2397174"/>
                <a:gd name="connsiteY1" fmla="*/ 135406 h 1046728"/>
                <a:gd name="connsiteX2" fmla="*/ 1057372 w 2397174"/>
                <a:gd name="connsiteY2" fmla="*/ 558 h 1046728"/>
                <a:gd name="connsiteX3" fmla="*/ 1731739 w 2397174"/>
                <a:gd name="connsiteY3" fmla="*/ 157525 h 1046728"/>
                <a:gd name="connsiteX4" fmla="*/ 2397174 w 2397174"/>
                <a:gd name="connsiteY4" fmla="*/ 1046728 h 1046728"/>
                <a:gd name="connsiteX0" fmla="*/ 208 w 2397174"/>
                <a:gd name="connsiteY0" fmla="*/ 1019472 h 1046728"/>
                <a:gd name="connsiteX1" fmla="*/ 494484 w 2397174"/>
                <a:gd name="connsiteY1" fmla="*/ 135406 h 1046728"/>
                <a:gd name="connsiteX2" fmla="*/ 1057372 w 2397174"/>
                <a:gd name="connsiteY2" fmla="*/ 558 h 1046728"/>
                <a:gd name="connsiteX3" fmla="*/ 1731739 w 2397174"/>
                <a:gd name="connsiteY3" fmla="*/ 157525 h 1046728"/>
                <a:gd name="connsiteX4" fmla="*/ 2397174 w 2397174"/>
                <a:gd name="connsiteY4" fmla="*/ 1046728 h 1046728"/>
                <a:gd name="connsiteX0" fmla="*/ 208 w 1731739"/>
                <a:gd name="connsiteY0" fmla="*/ 1019472 h 1019472"/>
                <a:gd name="connsiteX1" fmla="*/ 494484 w 1731739"/>
                <a:gd name="connsiteY1" fmla="*/ 135406 h 1019472"/>
                <a:gd name="connsiteX2" fmla="*/ 1057372 w 1731739"/>
                <a:gd name="connsiteY2" fmla="*/ 558 h 1019472"/>
                <a:gd name="connsiteX3" fmla="*/ 1731739 w 1731739"/>
                <a:gd name="connsiteY3" fmla="*/ 157525 h 1019472"/>
                <a:gd name="connsiteX0" fmla="*/ 208 w 1057372"/>
                <a:gd name="connsiteY0" fmla="*/ 1019472 h 1019472"/>
                <a:gd name="connsiteX1" fmla="*/ 494484 w 1057372"/>
                <a:gd name="connsiteY1" fmla="*/ 135406 h 1019472"/>
                <a:gd name="connsiteX2" fmla="*/ 1057372 w 1057372"/>
                <a:gd name="connsiteY2" fmla="*/ 558 h 101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7372" h="1019472">
                  <a:moveTo>
                    <a:pt x="208" y="1019472"/>
                  </a:moveTo>
                  <a:cubicBezTo>
                    <a:pt x="-9354" y="664153"/>
                    <a:pt x="312251" y="262610"/>
                    <a:pt x="494484" y="135406"/>
                  </a:cubicBezTo>
                  <a:cubicBezTo>
                    <a:pt x="676717" y="8202"/>
                    <a:pt x="878338" y="-3128"/>
                    <a:pt x="1057372" y="558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B9C0E6-5460-A549-0D97-6C2181E28BA4}"/>
                </a:ext>
              </a:extLst>
            </p:cNvPr>
            <p:cNvSpPr/>
            <p:nvPr/>
          </p:nvSpPr>
          <p:spPr>
            <a:xfrm>
              <a:off x="9394826" y="2676524"/>
              <a:ext cx="1408839" cy="857392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61685 h 1088941"/>
                <a:gd name="connsiteX1" fmla="*/ 573003 w 2397188"/>
                <a:gd name="connsiteY1" fmla="*/ 100137 h 1088941"/>
                <a:gd name="connsiteX2" fmla="*/ 1141929 w 2397188"/>
                <a:gd name="connsiteY2" fmla="*/ 38897 h 1088941"/>
                <a:gd name="connsiteX3" fmla="*/ 1689481 w 2397188"/>
                <a:gd name="connsiteY3" fmla="*/ 180368 h 1088941"/>
                <a:gd name="connsiteX4" fmla="*/ 2397188 w 2397188"/>
                <a:gd name="connsiteY4" fmla="*/ 1088941 h 1088941"/>
                <a:gd name="connsiteX0" fmla="*/ 222 w 2397188"/>
                <a:gd name="connsiteY0" fmla="*/ 1061685 h 1088941"/>
                <a:gd name="connsiteX1" fmla="*/ 573003 w 2397188"/>
                <a:gd name="connsiteY1" fmla="*/ 100137 h 1088941"/>
                <a:gd name="connsiteX2" fmla="*/ 1141929 w 2397188"/>
                <a:gd name="connsiteY2" fmla="*/ 38897 h 1088941"/>
                <a:gd name="connsiteX3" fmla="*/ 1689481 w 2397188"/>
                <a:gd name="connsiteY3" fmla="*/ 180368 h 1088941"/>
                <a:gd name="connsiteX4" fmla="*/ 2397188 w 2397188"/>
                <a:gd name="connsiteY4" fmla="*/ 1088941 h 1088941"/>
                <a:gd name="connsiteX0" fmla="*/ 222 w 2397188"/>
                <a:gd name="connsiteY0" fmla="*/ 1061685 h 1088941"/>
                <a:gd name="connsiteX1" fmla="*/ 573003 w 2397188"/>
                <a:gd name="connsiteY1" fmla="*/ 100137 h 1088941"/>
                <a:gd name="connsiteX2" fmla="*/ 1141929 w 2397188"/>
                <a:gd name="connsiteY2" fmla="*/ 38897 h 1088941"/>
                <a:gd name="connsiteX3" fmla="*/ 1689481 w 2397188"/>
                <a:gd name="connsiteY3" fmla="*/ 180368 h 1088941"/>
                <a:gd name="connsiteX4" fmla="*/ 2397188 w 2397188"/>
                <a:gd name="connsiteY4" fmla="*/ 1088941 h 1088941"/>
                <a:gd name="connsiteX0" fmla="*/ 326 w 2397292"/>
                <a:gd name="connsiteY0" fmla="*/ 1026368 h 1053624"/>
                <a:gd name="connsiteX1" fmla="*/ 473466 w 2397292"/>
                <a:gd name="connsiteY1" fmla="*/ 138428 h 1053624"/>
                <a:gd name="connsiteX2" fmla="*/ 1142033 w 2397292"/>
                <a:gd name="connsiteY2" fmla="*/ 3580 h 1053624"/>
                <a:gd name="connsiteX3" fmla="*/ 1689585 w 2397292"/>
                <a:gd name="connsiteY3" fmla="*/ 145051 h 1053624"/>
                <a:gd name="connsiteX4" fmla="*/ 2397292 w 2397292"/>
                <a:gd name="connsiteY4" fmla="*/ 1053624 h 1053624"/>
                <a:gd name="connsiteX0" fmla="*/ 229 w 2397195"/>
                <a:gd name="connsiteY0" fmla="*/ 1026368 h 1053624"/>
                <a:gd name="connsiteX1" fmla="*/ 473369 w 2397195"/>
                <a:gd name="connsiteY1" fmla="*/ 138428 h 1053624"/>
                <a:gd name="connsiteX2" fmla="*/ 1141936 w 2397195"/>
                <a:gd name="connsiteY2" fmla="*/ 3580 h 1053624"/>
                <a:gd name="connsiteX3" fmla="*/ 1689488 w 2397195"/>
                <a:gd name="connsiteY3" fmla="*/ 145051 h 1053624"/>
                <a:gd name="connsiteX4" fmla="*/ 2397195 w 2397195"/>
                <a:gd name="connsiteY4" fmla="*/ 1053624 h 1053624"/>
                <a:gd name="connsiteX0" fmla="*/ 214 w 2397180"/>
                <a:gd name="connsiteY0" fmla="*/ 1025324 h 1052580"/>
                <a:gd name="connsiteX1" fmla="*/ 494490 w 2397180"/>
                <a:gd name="connsiteY1" fmla="*/ 141258 h 1052580"/>
                <a:gd name="connsiteX2" fmla="*/ 1141921 w 2397180"/>
                <a:gd name="connsiteY2" fmla="*/ 2536 h 1052580"/>
                <a:gd name="connsiteX3" fmla="*/ 1689473 w 2397180"/>
                <a:gd name="connsiteY3" fmla="*/ 144007 h 1052580"/>
                <a:gd name="connsiteX4" fmla="*/ 2397180 w 2397180"/>
                <a:gd name="connsiteY4" fmla="*/ 1052580 h 1052580"/>
                <a:gd name="connsiteX0" fmla="*/ 214 w 2397180"/>
                <a:gd name="connsiteY0" fmla="*/ 1025324 h 1052580"/>
                <a:gd name="connsiteX1" fmla="*/ 494490 w 2397180"/>
                <a:gd name="connsiteY1" fmla="*/ 141258 h 1052580"/>
                <a:gd name="connsiteX2" fmla="*/ 1141921 w 2397180"/>
                <a:gd name="connsiteY2" fmla="*/ 2536 h 1052580"/>
                <a:gd name="connsiteX3" fmla="*/ 1689473 w 2397180"/>
                <a:gd name="connsiteY3" fmla="*/ 144007 h 1052580"/>
                <a:gd name="connsiteX4" fmla="*/ 2397180 w 2397180"/>
                <a:gd name="connsiteY4" fmla="*/ 1052580 h 1052580"/>
                <a:gd name="connsiteX0" fmla="*/ 203 w 2397169"/>
                <a:gd name="connsiteY0" fmla="*/ 1022796 h 1050052"/>
                <a:gd name="connsiteX1" fmla="*/ 494479 w 2397169"/>
                <a:gd name="connsiteY1" fmla="*/ 138730 h 1050052"/>
                <a:gd name="connsiteX2" fmla="*/ 1141910 w 2397169"/>
                <a:gd name="connsiteY2" fmla="*/ 8 h 1050052"/>
                <a:gd name="connsiteX3" fmla="*/ 1689462 w 2397169"/>
                <a:gd name="connsiteY3" fmla="*/ 141479 h 1050052"/>
                <a:gd name="connsiteX4" fmla="*/ 2397169 w 2397169"/>
                <a:gd name="connsiteY4" fmla="*/ 1050052 h 1050052"/>
                <a:gd name="connsiteX0" fmla="*/ 230 w 2397196"/>
                <a:gd name="connsiteY0" fmla="*/ 1022892 h 1050148"/>
                <a:gd name="connsiteX1" fmla="*/ 494506 w 2397196"/>
                <a:gd name="connsiteY1" fmla="*/ 138826 h 1050148"/>
                <a:gd name="connsiteX2" fmla="*/ 1141937 w 2397196"/>
                <a:gd name="connsiteY2" fmla="*/ 104 h 1050148"/>
                <a:gd name="connsiteX3" fmla="*/ 1689489 w 2397196"/>
                <a:gd name="connsiteY3" fmla="*/ 141575 h 1050148"/>
                <a:gd name="connsiteX4" fmla="*/ 2397196 w 2397196"/>
                <a:gd name="connsiteY4" fmla="*/ 1050148 h 1050148"/>
                <a:gd name="connsiteX0" fmla="*/ 230 w 2397196"/>
                <a:gd name="connsiteY0" fmla="*/ 1023786 h 1051042"/>
                <a:gd name="connsiteX1" fmla="*/ 494506 w 2397196"/>
                <a:gd name="connsiteY1" fmla="*/ 139720 h 1051042"/>
                <a:gd name="connsiteX2" fmla="*/ 1141937 w 2397196"/>
                <a:gd name="connsiteY2" fmla="*/ 998 h 1051042"/>
                <a:gd name="connsiteX3" fmla="*/ 1731761 w 2397196"/>
                <a:gd name="connsiteY3" fmla="*/ 161839 h 1051042"/>
                <a:gd name="connsiteX4" fmla="*/ 2397196 w 2397196"/>
                <a:gd name="connsiteY4" fmla="*/ 1051042 h 1051042"/>
                <a:gd name="connsiteX0" fmla="*/ 230 w 2397196"/>
                <a:gd name="connsiteY0" fmla="*/ 1023786 h 1051042"/>
                <a:gd name="connsiteX1" fmla="*/ 494506 w 2397196"/>
                <a:gd name="connsiteY1" fmla="*/ 139720 h 1051042"/>
                <a:gd name="connsiteX2" fmla="*/ 1141937 w 2397196"/>
                <a:gd name="connsiteY2" fmla="*/ 998 h 1051042"/>
                <a:gd name="connsiteX3" fmla="*/ 1731761 w 2397196"/>
                <a:gd name="connsiteY3" fmla="*/ 161839 h 1051042"/>
                <a:gd name="connsiteX4" fmla="*/ 2397196 w 2397196"/>
                <a:gd name="connsiteY4" fmla="*/ 1051042 h 1051042"/>
                <a:gd name="connsiteX0" fmla="*/ 205 w 2397171"/>
                <a:gd name="connsiteY0" fmla="*/ 1023511 h 1050767"/>
                <a:gd name="connsiteX1" fmla="*/ 494481 w 2397171"/>
                <a:gd name="connsiteY1" fmla="*/ 139445 h 1050767"/>
                <a:gd name="connsiteX2" fmla="*/ 1057369 w 2397171"/>
                <a:gd name="connsiteY2" fmla="*/ 4597 h 1050767"/>
                <a:gd name="connsiteX3" fmla="*/ 1731736 w 2397171"/>
                <a:gd name="connsiteY3" fmla="*/ 161564 h 1050767"/>
                <a:gd name="connsiteX4" fmla="*/ 2397171 w 2397171"/>
                <a:gd name="connsiteY4" fmla="*/ 1050767 h 1050767"/>
                <a:gd name="connsiteX0" fmla="*/ 208 w 2397174"/>
                <a:gd name="connsiteY0" fmla="*/ 1019472 h 1046728"/>
                <a:gd name="connsiteX1" fmla="*/ 494484 w 2397174"/>
                <a:gd name="connsiteY1" fmla="*/ 135406 h 1046728"/>
                <a:gd name="connsiteX2" fmla="*/ 1057372 w 2397174"/>
                <a:gd name="connsiteY2" fmla="*/ 558 h 1046728"/>
                <a:gd name="connsiteX3" fmla="*/ 1731739 w 2397174"/>
                <a:gd name="connsiteY3" fmla="*/ 157525 h 1046728"/>
                <a:gd name="connsiteX4" fmla="*/ 2397174 w 2397174"/>
                <a:gd name="connsiteY4" fmla="*/ 1046728 h 1046728"/>
                <a:gd name="connsiteX0" fmla="*/ 208 w 2397174"/>
                <a:gd name="connsiteY0" fmla="*/ 1019472 h 1046728"/>
                <a:gd name="connsiteX1" fmla="*/ 494484 w 2397174"/>
                <a:gd name="connsiteY1" fmla="*/ 135406 h 1046728"/>
                <a:gd name="connsiteX2" fmla="*/ 1057372 w 2397174"/>
                <a:gd name="connsiteY2" fmla="*/ 558 h 1046728"/>
                <a:gd name="connsiteX3" fmla="*/ 1731739 w 2397174"/>
                <a:gd name="connsiteY3" fmla="*/ 157525 h 1046728"/>
                <a:gd name="connsiteX4" fmla="*/ 2397174 w 2397174"/>
                <a:gd name="connsiteY4" fmla="*/ 1046728 h 1046728"/>
                <a:gd name="connsiteX0" fmla="*/ 208 w 2397174"/>
                <a:gd name="connsiteY0" fmla="*/ 1019472 h 1046728"/>
                <a:gd name="connsiteX1" fmla="*/ 494484 w 2397174"/>
                <a:gd name="connsiteY1" fmla="*/ 135406 h 1046728"/>
                <a:gd name="connsiteX2" fmla="*/ 1057372 w 2397174"/>
                <a:gd name="connsiteY2" fmla="*/ 558 h 1046728"/>
                <a:gd name="connsiteX3" fmla="*/ 1731739 w 2397174"/>
                <a:gd name="connsiteY3" fmla="*/ 157525 h 1046728"/>
                <a:gd name="connsiteX4" fmla="*/ 2397174 w 2397174"/>
                <a:gd name="connsiteY4" fmla="*/ 1046728 h 1046728"/>
                <a:gd name="connsiteX0" fmla="*/ 0 w 1902690"/>
                <a:gd name="connsiteY0" fmla="*/ 135406 h 1046728"/>
                <a:gd name="connsiteX1" fmla="*/ 562888 w 1902690"/>
                <a:gd name="connsiteY1" fmla="*/ 558 h 1046728"/>
                <a:gd name="connsiteX2" fmla="*/ 1237255 w 1902690"/>
                <a:gd name="connsiteY2" fmla="*/ 157525 h 1046728"/>
                <a:gd name="connsiteX3" fmla="*/ 1902690 w 1902690"/>
                <a:gd name="connsiteY3" fmla="*/ 1046728 h 1046728"/>
                <a:gd name="connsiteX0" fmla="*/ 0 w 1339802"/>
                <a:gd name="connsiteY0" fmla="*/ 0 h 1046170"/>
                <a:gd name="connsiteX1" fmla="*/ 674367 w 1339802"/>
                <a:gd name="connsiteY1" fmla="*/ 156967 h 1046170"/>
                <a:gd name="connsiteX2" fmla="*/ 1339802 w 1339802"/>
                <a:gd name="connsiteY2" fmla="*/ 1046170 h 1046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9802" h="1046170">
                  <a:moveTo>
                    <a:pt x="0" y="0"/>
                  </a:moveTo>
                  <a:cubicBezTo>
                    <a:pt x="179034" y="3686"/>
                    <a:pt x="457106" y="25219"/>
                    <a:pt x="674367" y="156967"/>
                  </a:cubicBezTo>
                  <a:cubicBezTo>
                    <a:pt x="891628" y="288715"/>
                    <a:pt x="1328848" y="691547"/>
                    <a:pt x="1339802" y="104617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C33AEE3-CC72-B6BF-6768-1825A391C674}"/>
                </a:ext>
              </a:extLst>
            </p:cNvPr>
            <p:cNvSpPr/>
            <p:nvPr/>
          </p:nvSpPr>
          <p:spPr>
            <a:xfrm>
              <a:off x="9337973" y="2672173"/>
              <a:ext cx="82252" cy="544101"/>
            </a:xfrm>
            <a:custGeom>
              <a:avLst/>
              <a:gdLst>
                <a:gd name="connsiteX0" fmla="*/ 0 w 282575"/>
                <a:gd name="connsiteY0" fmla="*/ 565352 h 1292427"/>
                <a:gd name="connsiteX1" fmla="*/ 60325 w 282575"/>
                <a:gd name="connsiteY1" fmla="*/ 25602 h 1292427"/>
                <a:gd name="connsiteX2" fmla="*/ 282575 w 282575"/>
                <a:gd name="connsiteY2" fmla="*/ 1292427 h 1292427"/>
                <a:gd name="connsiteX0" fmla="*/ 0 w 282575"/>
                <a:gd name="connsiteY0" fmla="*/ 565352 h 1292427"/>
                <a:gd name="connsiteX1" fmla="*/ 60325 w 282575"/>
                <a:gd name="connsiteY1" fmla="*/ 25602 h 1292427"/>
                <a:gd name="connsiteX2" fmla="*/ 282575 w 282575"/>
                <a:gd name="connsiteY2" fmla="*/ 1292427 h 1292427"/>
                <a:gd name="connsiteX0" fmla="*/ 35771 w 318346"/>
                <a:gd name="connsiteY0" fmla="*/ 547630 h 1274705"/>
                <a:gd name="connsiteX1" fmla="*/ 96096 w 318346"/>
                <a:gd name="connsiteY1" fmla="*/ 7880 h 1274705"/>
                <a:gd name="connsiteX2" fmla="*/ 318346 w 318346"/>
                <a:gd name="connsiteY2" fmla="*/ 1274705 h 1274705"/>
                <a:gd name="connsiteX0" fmla="*/ 17414 w 299989"/>
                <a:gd name="connsiteY0" fmla="*/ 557615 h 1284690"/>
                <a:gd name="connsiteX1" fmla="*/ 77739 w 299989"/>
                <a:gd name="connsiteY1" fmla="*/ 17865 h 1284690"/>
                <a:gd name="connsiteX2" fmla="*/ 299989 w 299989"/>
                <a:gd name="connsiteY2" fmla="*/ 1284690 h 1284690"/>
                <a:gd name="connsiteX0" fmla="*/ 8842 w 291417"/>
                <a:gd name="connsiteY0" fmla="*/ 550689 h 1277764"/>
                <a:gd name="connsiteX1" fmla="*/ 69167 w 291417"/>
                <a:gd name="connsiteY1" fmla="*/ 10939 h 1277764"/>
                <a:gd name="connsiteX2" fmla="*/ 291417 w 291417"/>
                <a:gd name="connsiteY2" fmla="*/ 1277764 h 1277764"/>
                <a:gd name="connsiteX0" fmla="*/ 16151 w 298726"/>
                <a:gd name="connsiteY0" fmla="*/ 546917 h 1273992"/>
                <a:gd name="connsiteX1" fmla="*/ 76476 w 298726"/>
                <a:gd name="connsiteY1" fmla="*/ 7167 h 1273992"/>
                <a:gd name="connsiteX2" fmla="*/ 298726 w 298726"/>
                <a:gd name="connsiteY2" fmla="*/ 1273992 h 1273992"/>
                <a:gd name="connsiteX0" fmla="*/ 21927 w 304502"/>
                <a:gd name="connsiteY0" fmla="*/ 544101 h 1271176"/>
                <a:gd name="connsiteX1" fmla="*/ 82252 w 304502"/>
                <a:gd name="connsiteY1" fmla="*/ 4351 h 1271176"/>
                <a:gd name="connsiteX2" fmla="*/ 304502 w 304502"/>
                <a:gd name="connsiteY2" fmla="*/ 1271176 h 1271176"/>
                <a:gd name="connsiteX0" fmla="*/ 21927 w 82252"/>
                <a:gd name="connsiteY0" fmla="*/ 544101 h 544101"/>
                <a:gd name="connsiteX1" fmla="*/ 82252 w 82252"/>
                <a:gd name="connsiteY1" fmla="*/ 4351 h 544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252" h="544101">
                  <a:moveTo>
                    <a:pt x="21927" y="544101"/>
                  </a:moveTo>
                  <a:cubicBezTo>
                    <a:pt x="12666" y="423186"/>
                    <a:pt x="-47394" y="-50153"/>
                    <a:pt x="82252" y="4351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682A812-59FB-2585-5F2A-C02F20F87E42}"/>
                </a:ext>
              </a:extLst>
            </p:cNvPr>
            <p:cNvSpPr/>
            <p:nvPr/>
          </p:nvSpPr>
          <p:spPr>
            <a:xfrm>
              <a:off x="9303048" y="2672173"/>
              <a:ext cx="82252" cy="544101"/>
            </a:xfrm>
            <a:custGeom>
              <a:avLst/>
              <a:gdLst>
                <a:gd name="connsiteX0" fmla="*/ 0 w 282575"/>
                <a:gd name="connsiteY0" fmla="*/ 565352 h 1292427"/>
                <a:gd name="connsiteX1" fmla="*/ 60325 w 282575"/>
                <a:gd name="connsiteY1" fmla="*/ 25602 h 1292427"/>
                <a:gd name="connsiteX2" fmla="*/ 282575 w 282575"/>
                <a:gd name="connsiteY2" fmla="*/ 1292427 h 1292427"/>
                <a:gd name="connsiteX0" fmla="*/ 0 w 282575"/>
                <a:gd name="connsiteY0" fmla="*/ 565352 h 1292427"/>
                <a:gd name="connsiteX1" fmla="*/ 60325 w 282575"/>
                <a:gd name="connsiteY1" fmla="*/ 25602 h 1292427"/>
                <a:gd name="connsiteX2" fmla="*/ 282575 w 282575"/>
                <a:gd name="connsiteY2" fmla="*/ 1292427 h 1292427"/>
                <a:gd name="connsiteX0" fmla="*/ 35771 w 318346"/>
                <a:gd name="connsiteY0" fmla="*/ 547630 h 1274705"/>
                <a:gd name="connsiteX1" fmla="*/ 96096 w 318346"/>
                <a:gd name="connsiteY1" fmla="*/ 7880 h 1274705"/>
                <a:gd name="connsiteX2" fmla="*/ 318346 w 318346"/>
                <a:gd name="connsiteY2" fmla="*/ 1274705 h 1274705"/>
                <a:gd name="connsiteX0" fmla="*/ 17414 w 299989"/>
                <a:gd name="connsiteY0" fmla="*/ 557615 h 1284690"/>
                <a:gd name="connsiteX1" fmla="*/ 77739 w 299989"/>
                <a:gd name="connsiteY1" fmla="*/ 17865 h 1284690"/>
                <a:gd name="connsiteX2" fmla="*/ 299989 w 299989"/>
                <a:gd name="connsiteY2" fmla="*/ 1284690 h 1284690"/>
                <a:gd name="connsiteX0" fmla="*/ 8842 w 291417"/>
                <a:gd name="connsiteY0" fmla="*/ 550689 h 1277764"/>
                <a:gd name="connsiteX1" fmla="*/ 69167 w 291417"/>
                <a:gd name="connsiteY1" fmla="*/ 10939 h 1277764"/>
                <a:gd name="connsiteX2" fmla="*/ 291417 w 291417"/>
                <a:gd name="connsiteY2" fmla="*/ 1277764 h 1277764"/>
                <a:gd name="connsiteX0" fmla="*/ 16151 w 298726"/>
                <a:gd name="connsiteY0" fmla="*/ 546917 h 1273992"/>
                <a:gd name="connsiteX1" fmla="*/ 76476 w 298726"/>
                <a:gd name="connsiteY1" fmla="*/ 7167 h 1273992"/>
                <a:gd name="connsiteX2" fmla="*/ 298726 w 298726"/>
                <a:gd name="connsiteY2" fmla="*/ 1273992 h 1273992"/>
                <a:gd name="connsiteX0" fmla="*/ 21927 w 304502"/>
                <a:gd name="connsiteY0" fmla="*/ 544101 h 1271176"/>
                <a:gd name="connsiteX1" fmla="*/ 82252 w 304502"/>
                <a:gd name="connsiteY1" fmla="*/ 4351 h 1271176"/>
                <a:gd name="connsiteX2" fmla="*/ 304502 w 304502"/>
                <a:gd name="connsiteY2" fmla="*/ 1271176 h 1271176"/>
                <a:gd name="connsiteX0" fmla="*/ 21927 w 82252"/>
                <a:gd name="connsiteY0" fmla="*/ 544101 h 544101"/>
                <a:gd name="connsiteX1" fmla="*/ 82252 w 82252"/>
                <a:gd name="connsiteY1" fmla="*/ 4351 h 544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252" h="544101">
                  <a:moveTo>
                    <a:pt x="21927" y="544101"/>
                  </a:moveTo>
                  <a:cubicBezTo>
                    <a:pt x="12666" y="423186"/>
                    <a:pt x="-47394" y="-50153"/>
                    <a:pt x="82252" y="4351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8210F3A-E43D-E979-0516-349797D3ABC2}"/>
                </a:ext>
              </a:extLst>
            </p:cNvPr>
            <p:cNvSpPr/>
            <p:nvPr/>
          </p:nvSpPr>
          <p:spPr>
            <a:xfrm>
              <a:off x="9423400" y="2676525"/>
              <a:ext cx="222250" cy="1266825"/>
            </a:xfrm>
            <a:custGeom>
              <a:avLst/>
              <a:gdLst>
                <a:gd name="connsiteX0" fmla="*/ 0 w 282575"/>
                <a:gd name="connsiteY0" fmla="*/ 565352 h 1292427"/>
                <a:gd name="connsiteX1" fmla="*/ 60325 w 282575"/>
                <a:gd name="connsiteY1" fmla="*/ 25602 h 1292427"/>
                <a:gd name="connsiteX2" fmla="*/ 282575 w 282575"/>
                <a:gd name="connsiteY2" fmla="*/ 1292427 h 1292427"/>
                <a:gd name="connsiteX0" fmla="*/ 0 w 282575"/>
                <a:gd name="connsiteY0" fmla="*/ 565352 h 1292427"/>
                <a:gd name="connsiteX1" fmla="*/ 60325 w 282575"/>
                <a:gd name="connsiteY1" fmla="*/ 25602 h 1292427"/>
                <a:gd name="connsiteX2" fmla="*/ 282575 w 282575"/>
                <a:gd name="connsiteY2" fmla="*/ 1292427 h 1292427"/>
                <a:gd name="connsiteX0" fmla="*/ 35771 w 318346"/>
                <a:gd name="connsiteY0" fmla="*/ 547630 h 1274705"/>
                <a:gd name="connsiteX1" fmla="*/ 96096 w 318346"/>
                <a:gd name="connsiteY1" fmla="*/ 7880 h 1274705"/>
                <a:gd name="connsiteX2" fmla="*/ 318346 w 318346"/>
                <a:gd name="connsiteY2" fmla="*/ 1274705 h 1274705"/>
                <a:gd name="connsiteX0" fmla="*/ 17414 w 299989"/>
                <a:gd name="connsiteY0" fmla="*/ 557615 h 1284690"/>
                <a:gd name="connsiteX1" fmla="*/ 77739 w 299989"/>
                <a:gd name="connsiteY1" fmla="*/ 17865 h 1284690"/>
                <a:gd name="connsiteX2" fmla="*/ 299989 w 299989"/>
                <a:gd name="connsiteY2" fmla="*/ 1284690 h 1284690"/>
                <a:gd name="connsiteX0" fmla="*/ 8842 w 291417"/>
                <a:gd name="connsiteY0" fmla="*/ 550689 h 1277764"/>
                <a:gd name="connsiteX1" fmla="*/ 69167 w 291417"/>
                <a:gd name="connsiteY1" fmla="*/ 10939 h 1277764"/>
                <a:gd name="connsiteX2" fmla="*/ 291417 w 291417"/>
                <a:gd name="connsiteY2" fmla="*/ 1277764 h 1277764"/>
                <a:gd name="connsiteX0" fmla="*/ 16151 w 298726"/>
                <a:gd name="connsiteY0" fmla="*/ 546917 h 1273992"/>
                <a:gd name="connsiteX1" fmla="*/ 76476 w 298726"/>
                <a:gd name="connsiteY1" fmla="*/ 7167 h 1273992"/>
                <a:gd name="connsiteX2" fmla="*/ 298726 w 298726"/>
                <a:gd name="connsiteY2" fmla="*/ 1273992 h 1273992"/>
                <a:gd name="connsiteX0" fmla="*/ 21927 w 304502"/>
                <a:gd name="connsiteY0" fmla="*/ 544101 h 1271176"/>
                <a:gd name="connsiteX1" fmla="*/ 82252 w 304502"/>
                <a:gd name="connsiteY1" fmla="*/ 4351 h 1271176"/>
                <a:gd name="connsiteX2" fmla="*/ 304502 w 304502"/>
                <a:gd name="connsiteY2" fmla="*/ 1271176 h 1271176"/>
                <a:gd name="connsiteX0" fmla="*/ 0 w 222250"/>
                <a:gd name="connsiteY0" fmla="*/ 0 h 1266825"/>
                <a:gd name="connsiteX1" fmla="*/ 222250 w 222250"/>
                <a:gd name="connsiteY1" fmla="*/ 1266825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2250" h="1266825">
                  <a:moveTo>
                    <a:pt x="0" y="0"/>
                  </a:moveTo>
                  <a:cubicBezTo>
                    <a:pt x="129646" y="54504"/>
                    <a:pt x="134673" y="694002"/>
                    <a:pt x="222250" y="1266825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D8CAA91B-EBE7-C907-1E73-C89D24A828F9}"/>
                </a:ext>
              </a:extLst>
            </p:cNvPr>
            <p:cNvSpPr/>
            <p:nvPr/>
          </p:nvSpPr>
          <p:spPr>
            <a:xfrm>
              <a:off x="9388475" y="2676525"/>
              <a:ext cx="222250" cy="1266825"/>
            </a:xfrm>
            <a:custGeom>
              <a:avLst/>
              <a:gdLst>
                <a:gd name="connsiteX0" fmla="*/ 0 w 282575"/>
                <a:gd name="connsiteY0" fmla="*/ 565352 h 1292427"/>
                <a:gd name="connsiteX1" fmla="*/ 60325 w 282575"/>
                <a:gd name="connsiteY1" fmla="*/ 25602 h 1292427"/>
                <a:gd name="connsiteX2" fmla="*/ 282575 w 282575"/>
                <a:gd name="connsiteY2" fmla="*/ 1292427 h 1292427"/>
                <a:gd name="connsiteX0" fmla="*/ 0 w 282575"/>
                <a:gd name="connsiteY0" fmla="*/ 565352 h 1292427"/>
                <a:gd name="connsiteX1" fmla="*/ 60325 w 282575"/>
                <a:gd name="connsiteY1" fmla="*/ 25602 h 1292427"/>
                <a:gd name="connsiteX2" fmla="*/ 282575 w 282575"/>
                <a:gd name="connsiteY2" fmla="*/ 1292427 h 1292427"/>
                <a:gd name="connsiteX0" fmla="*/ 35771 w 318346"/>
                <a:gd name="connsiteY0" fmla="*/ 547630 h 1274705"/>
                <a:gd name="connsiteX1" fmla="*/ 96096 w 318346"/>
                <a:gd name="connsiteY1" fmla="*/ 7880 h 1274705"/>
                <a:gd name="connsiteX2" fmla="*/ 318346 w 318346"/>
                <a:gd name="connsiteY2" fmla="*/ 1274705 h 1274705"/>
                <a:gd name="connsiteX0" fmla="*/ 17414 w 299989"/>
                <a:gd name="connsiteY0" fmla="*/ 557615 h 1284690"/>
                <a:gd name="connsiteX1" fmla="*/ 77739 w 299989"/>
                <a:gd name="connsiteY1" fmla="*/ 17865 h 1284690"/>
                <a:gd name="connsiteX2" fmla="*/ 299989 w 299989"/>
                <a:gd name="connsiteY2" fmla="*/ 1284690 h 1284690"/>
                <a:gd name="connsiteX0" fmla="*/ 8842 w 291417"/>
                <a:gd name="connsiteY0" fmla="*/ 550689 h 1277764"/>
                <a:gd name="connsiteX1" fmla="*/ 69167 w 291417"/>
                <a:gd name="connsiteY1" fmla="*/ 10939 h 1277764"/>
                <a:gd name="connsiteX2" fmla="*/ 291417 w 291417"/>
                <a:gd name="connsiteY2" fmla="*/ 1277764 h 1277764"/>
                <a:gd name="connsiteX0" fmla="*/ 16151 w 298726"/>
                <a:gd name="connsiteY0" fmla="*/ 546917 h 1273992"/>
                <a:gd name="connsiteX1" fmla="*/ 76476 w 298726"/>
                <a:gd name="connsiteY1" fmla="*/ 7167 h 1273992"/>
                <a:gd name="connsiteX2" fmla="*/ 298726 w 298726"/>
                <a:gd name="connsiteY2" fmla="*/ 1273992 h 1273992"/>
                <a:gd name="connsiteX0" fmla="*/ 21927 w 304502"/>
                <a:gd name="connsiteY0" fmla="*/ 544101 h 1271176"/>
                <a:gd name="connsiteX1" fmla="*/ 82252 w 304502"/>
                <a:gd name="connsiteY1" fmla="*/ 4351 h 1271176"/>
                <a:gd name="connsiteX2" fmla="*/ 304502 w 304502"/>
                <a:gd name="connsiteY2" fmla="*/ 1271176 h 1271176"/>
                <a:gd name="connsiteX0" fmla="*/ 0 w 222250"/>
                <a:gd name="connsiteY0" fmla="*/ 0 h 1266825"/>
                <a:gd name="connsiteX1" fmla="*/ 222250 w 222250"/>
                <a:gd name="connsiteY1" fmla="*/ 1266825 h 126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2250" h="1266825">
                  <a:moveTo>
                    <a:pt x="0" y="0"/>
                  </a:moveTo>
                  <a:cubicBezTo>
                    <a:pt x="129646" y="54504"/>
                    <a:pt x="134673" y="694002"/>
                    <a:pt x="222250" y="1266825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4166197-D670-C4AE-C6CE-11DF74AED9C8}"/>
                  </a:ext>
                </a:extLst>
              </p:cNvPr>
              <p:cNvSpPr txBox="1"/>
              <p:nvPr/>
            </p:nvSpPr>
            <p:spPr>
              <a:xfrm>
                <a:off x="8921652" y="3684577"/>
                <a:ext cx="28357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4166197-D670-C4AE-C6CE-11DF74AED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652" y="3684577"/>
                <a:ext cx="2835712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E4AB6C-17B8-1AC9-4D26-6567D3C40583}"/>
                  </a:ext>
                </a:extLst>
              </p:cNvPr>
              <p:cNvSpPr txBox="1"/>
              <p:nvPr/>
            </p:nvSpPr>
            <p:spPr>
              <a:xfrm>
                <a:off x="4994407" y="1506819"/>
                <a:ext cx="125124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E4AB6C-17B8-1AC9-4D26-6567D3C40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407" y="1506819"/>
                <a:ext cx="1251240" cy="58477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5481AF-1FAA-A0C5-E000-F16872205D87}"/>
                  </a:ext>
                </a:extLst>
              </p:cNvPr>
              <p:cNvSpPr txBox="1"/>
              <p:nvPr/>
            </p:nvSpPr>
            <p:spPr>
              <a:xfrm>
                <a:off x="5037592" y="2704055"/>
                <a:ext cx="1164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5481AF-1FAA-A0C5-E000-F16872205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592" y="2704055"/>
                <a:ext cx="1164871" cy="58477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2F4D54-D462-5682-E7D6-873D665FF056}"/>
                  </a:ext>
                </a:extLst>
              </p:cNvPr>
              <p:cNvSpPr txBox="1"/>
              <p:nvPr/>
            </p:nvSpPr>
            <p:spPr>
              <a:xfrm>
                <a:off x="5000339" y="3873625"/>
                <a:ext cx="12393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2F4D54-D462-5682-E7D6-873D665FF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39" y="3873625"/>
                <a:ext cx="1239377" cy="5847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97FC5B2-81D0-C4FF-D99C-2838E8B1C1AA}"/>
                  </a:ext>
                </a:extLst>
              </p:cNvPr>
              <p:cNvSpPr txBox="1"/>
              <p:nvPr/>
            </p:nvSpPr>
            <p:spPr>
              <a:xfrm>
                <a:off x="5052115" y="412084"/>
                <a:ext cx="11358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97FC5B2-81D0-C4FF-D99C-2838E8B1C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115" y="412084"/>
                <a:ext cx="1135824" cy="58477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5C5772B1-B065-6147-D763-3FB0C952F958}"/>
              </a:ext>
            </a:extLst>
          </p:cNvPr>
          <p:cNvGrpSpPr/>
          <p:nvPr/>
        </p:nvGrpSpPr>
        <p:grpSpPr>
          <a:xfrm>
            <a:off x="6592066" y="4649976"/>
            <a:ext cx="2407027" cy="1857768"/>
            <a:chOff x="4806752" y="4480912"/>
            <a:chExt cx="2407027" cy="1857768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FAB7FBF-EEDF-9A26-33A0-86E121EADF5C}"/>
                </a:ext>
              </a:extLst>
            </p:cNvPr>
            <p:cNvSpPr/>
            <p:nvPr/>
          </p:nvSpPr>
          <p:spPr>
            <a:xfrm rot="16476904">
              <a:off x="4815908" y="5232410"/>
              <a:ext cx="1649189" cy="472248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97239"/>
                <a:gd name="connsiteY0" fmla="*/ 1032955 h 1032955"/>
                <a:gd name="connsiteX1" fmla="*/ 573003 w 2497239"/>
                <a:gd name="connsiteY1" fmla="*/ 71407 h 1032955"/>
                <a:gd name="connsiteX2" fmla="*/ 1689481 w 2497239"/>
                <a:gd name="connsiteY2" fmla="*/ 151638 h 1032955"/>
                <a:gd name="connsiteX3" fmla="*/ 2497239 w 2497239"/>
                <a:gd name="connsiteY3" fmla="*/ 931196 h 1032955"/>
                <a:gd name="connsiteX0" fmla="*/ 237 w 2474503"/>
                <a:gd name="connsiteY0" fmla="*/ 1029940 h 1029941"/>
                <a:gd name="connsiteX1" fmla="*/ 550267 w 2474503"/>
                <a:gd name="connsiteY1" fmla="*/ 71199 h 1029941"/>
                <a:gd name="connsiteX2" fmla="*/ 1666745 w 2474503"/>
                <a:gd name="connsiteY2" fmla="*/ 151430 h 1029941"/>
                <a:gd name="connsiteX3" fmla="*/ 2474503 w 2474503"/>
                <a:gd name="connsiteY3" fmla="*/ 930988 h 1029941"/>
                <a:gd name="connsiteX0" fmla="*/ 249 w 2457440"/>
                <a:gd name="connsiteY0" fmla="*/ 1053781 h 1053781"/>
                <a:gd name="connsiteX1" fmla="*/ 533204 w 2457440"/>
                <a:gd name="connsiteY1" fmla="*/ 72841 h 1053781"/>
                <a:gd name="connsiteX2" fmla="*/ 1649682 w 2457440"/>
                <a:gd name="connsiteY2" fmla="*/ 153072 h 1053781"/>
                <a:gd name="connsiteX3" fmla="*/ 2457440 w 2457440"/>
                <a:gd name="connsiteY3" fmla="*/ 932630 h 105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7440" h="1053781">
                  <a:moveTo>
                    <a:pt x="249" y="1053781"/>
                  </a:moveTo>
                  <a:cubicBezTo>
                    <a:pt x="-9313" y="698462"/>
                    <a:pt x="258299" y="222959"/>
                    <a:pt x="533204" y="72841"/>
                  </a:cubicBezTo>
                  <a:cubicBezTo>
                    <a:pt x="808109" y="-77277"/>
                    <a:pt x="1371845" y="32324"/>
                    <a:pt x="1649682" y="153072"/>
                  </a:cubicBezTo>
                  <a:cubicBezTo>
                    <a:pt x="1927519" y="273820"/>
                    <a:pt x="2446486" y="578007"/>
                    <a:pt x="2457440" y="93263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D1635AC-1270-34C4-9DDA-AABCF2045763}"/>
                </a:ext>
              </a:extLst>
            </p:cNvPr>
            <p:cNvSpPr/>
            <p:nvPr/>
          </p:nvSpPr>
          <p:spPr>
            <a:xfrm>
              <a:off x="4885350" y="4662014"/>
              <a:ext cx="1066596" cy="1650661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14158"/>
                <a:gd name="connsiteY0" fmla="*/ 1035443 h 1062699"/>
                <a:gd name="connsiteX1" fmla="*/ 573003 w 2414158"/>
                <a:gd name="connsiteY1" fmla="*/ 73895 h 1062699"/>
                <a:gd name="connsiteX2" fmla="*/ 1689481 w 2414158"/>
                <a:gd name="connsiteY2" fmla="*/ 154126 h 1062699"/>
                <a:gd name="connsiteX3" fmla="*/ 2347696 w 2414158"/>
                <a:gd name="connsiteY3" fmla="*/ 860459 h 1062699"/>
                <a:gd name="connsiteX4" fmla="*/ 2397188 w 2414158"/>
                <a:gd name="connsiteY4" fmla="*/ 1062699 h 1062699"/>
                <a:gd name="connsiteX0" fmla="*/ 222 w 2414158"/>
                <a:gd name="connsiteY0" fmla="*/ 1026067 h 1053323"/>
                <a:gd name="connsiteX1" fmla="*/ 573003 w 2414158"/>
                <a:gd name="connsiteY1" fmla="*/ 64519 h 1053323"/>
                <a:gd name="connsiteX2" fmla="*/ 1689481 w 2414158"/>
                <a:gd name="connsiteY2" fmla="*/ 144750 h 1053323"/>
                <a:gd name="connsiteX3" fmla="*/ 2153599 w 2414158"/>
                <a:gd name="connsiteY3" fmla="*/ 601586 h 1053323"/>
                <a:gd name="connsiteX4" fmla="*/ 2347696 w 2414158"/>
                <a:gd name="connsiteY4" fmla="*/ 851083 h 1053323"/>
                <a:gd name="connsiteX5" fmla="*/ 2397188 w 2414158"/>
                <a:gd name="connsiteY5" fmla="*/ 1053323 h 1053323"/>
                <a:gd name="connsiteX0" fmla="*/ 25047 w 2438983"/>
                <a:gd name="connsiteY0" fmla="*/ 1010621 h 1037877"/>
                <a:gd name="connsiteX1" fmla="*/ 48346 w 2438983"/>
                <a:gd name="connsiteY1" fmla="*/ 801615 h 1037877"/>
                <a:gd name="connsiteX2" fmla="*/ 597828 w 2438983"/>
                <a:gd name="connsiteY2" fmla="*/ 49073 h 1037877"/>
                <a:gd name="connsiteX3" fmla="*/ 1714306 w 2438983"/>
                <a:gd name="connsiteY3" fmla="*/ 129304 h 1037877"/>
                <a:gd name="connsiteX4" fmla="*/ 2178424 w 2438983"/>
                <a:gd name="connsiteY4" fmla="*/ 586140 h 1037877"/>
                <a:gd name="connsiteX5" fmla="*/ 2372521 w 2438983"/>
                <a:gd name="connsiteY5" fmla="*/ 835637 h 1037877"/>
                <a:gd name="connsiteX6" fmla="*/ 2422013 w 2438983"/>
                <a:gd name="connsiteY6" fmla="*/ 1037877 h 1037877"/>
                <a:gd name="connsiteX0" fmla="*/ 25047 w 2438983"/>
                <a:gd name="connsiteY0" fmla="*/ 995141 h 1022397"/>
                <a:gd name="connsiteX1" fmla="*/ 48346 w 2438983"/>
                <a:gd name="connsiteY1" fmla="*/ 786135 h 1022397"/>
                <a:gd name="connsiteX2" fmla="*/ 152859 w 2438983"/>
                <a:gd name="connsiteY2" fmla="*/ 576329 h 1022397"/>
                <a:gd name="connsiteX3" fmla="*/ 597828 w 2438983"/>
                <a:gd name="connsiteY3" fmla="*/ 33593 h 1022397"/>
                <a:gd name="connsiteX4" fmla="*/ 1714306 w 2438983"/>
                <a:gd name="connsiteY4" fmla="*/ 113824 h 1022397"/>
                <a:gd name="connsiteX5" fmla="*/ 2178424 w 2438983"/>
                <a:gd name="connsiteY5" fmla="*/ 570660 h 1022397"/>
                <a:gd name="connsiteX6" fmla="*/ 2372521 w 2438983"/>
                <a:gd name="connsiteY6" fmla="*/ 820157 h 1022397"/>
                <a:gd name="connsiteX7" fmla="*/ 2422013 w 2438983"/>
                <a:gd name="connsiteY7" fmla="*/ 1022397 h 1022397"/>
                <a:gd name="connsiteX0" fmla="*/ 1166345 w 2395799"/>
                <a:gd name="connsiteY0" fmla="*/ 1879724 h 1879724"/>
                <a:gd name="connsiteX1" fmla="*/ 5162 w 2395799"/>
                <a:gd name="connsiteY1" fmla="*/ 786135 h 1879724"/>
                <a:gd name="connsiteX2" fmla="*/ 109675 w 2395799"/>
                <a:gd name="connsiteY2" fmla="*/ 576329 h 1879724"/>
                <a:gd name="connsiteX3" fmla="*/ 554644 w 2395799"/>
                <a:gd name="connsiteY3" fmla="*/ 33593 h 1879724"/>
                <a:gd name="connsiteX4" fmla="*/ 1671122 w 2395799"/>
                <a:gd name="connsiteY4" fmla="*/ 113824 h 1879724"/>
                <a:gd name="connsiteX5" fmla="*/ 2135240 w 2395799"/>
                <a:gd name="connsiteY5" fmla="*/ 570660 h 1879724"/>
                <a:gd name="connsiteX6" fmla="*/ 2329337 w 2395799"/>
                <a:gd name="connsiteY6" fmla="*/ 820157 h 1879724"/>
                <a:gd name="connsiteX7" fmla="*/ 2378829 w 2395799"/>
                <a:gd name="connsiteY7" fmla="*/ 1022397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8" fmla="*/ 1166345 w 2338027"/>
                <a:gd name="connsiteY8" fmla="*/ 1879724 h 1879724"/>
                <a:gd name="connsiteX0" fmla="*/ 1166345 w 2338507"/>
                <a:gd name="connsiteY0" fmla="*/ 1879724 h 1879724"/>
                <a:gd name="connsiteX1" fmla="*/ 5162 w 2338507"/>
                <a:gd name="connsiteY1" fmla="*/ 786135 h 1879724"/>
                <a:gd name="connsiteX2" fmla="*/ 109675 w 2338507"/>
                <a:gd name="connsiteY2" fmla="*/ 576329 h 1879724"/>
                <a:gd name="connsiteX3" fmla="*/ 554644 w 2338507"/>
                <a:gd name="connsiteY3" fmla="*/ 33593 h 1879724"/>
                <a:gd name="connsiteX4" fmla="*/ 1671122 w 2338507"/>
                <a:gd name="connsiteY4" fmla="*/ 113824 h 1879724"/>
                <a:gd name="connsiteX5" fmla="*/ 2135240 w 2338507"/>
                <a:gd name="connsiteY5" fmla="*/ 570660 h 1879724"/>
                <a:gd name="connsiteX6" fmla="*/ 2329337 w 2338507"/>
                <a:gd name="connsiteY6" fmla="*/ 820157 h 1879724"/>
                <a:gd name="connsiteX7" fmla="*/ 1333697 w 2338507"/>
                <a:gd name="connsiteY7" fmla="*/ 1804912 h 1879724"/>
                <a:gd name="connsiteX8" fmla="*/ 1166345 w 2338507"/>
                <a:gd name="connsiteY8" fmla="*/ 1879724 h 1879724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067167 w 2239329"/>
                <a:gd name="connsiteY0" fmla="*/ 1879724 h 1895998"/>
                <a:gd name="connsiteX1" fmla="*/ 119987 w 2239329"/>
                <a:gd name="connsiteY1" fmla="*/ 1466583 h 1895998"/>
                <a:gd name="connsiteX2" fmla="*/ 10497 w 2239329"/>
                <a:gd name="connsiteY2" fmla="*/ 576329 h 1895998"/>
                <a:gd name="connsiteX3" fmla="*/ 455466 w 2239329"/>
                <a:gd name="connsiteY3" fmla="*/ 33593 h 1895998"/>
                <a:gd name="connsiteX4" fmla="*/ 1571944 w 2239329"/>
                <a:gd name="connsiteY4" fmla="*/ 113824 h 1895998"/>
                <a:gd name="connsiteX5" fmla="*/ 2036062 w 2239329"/>
                <a:gd name="connsiteY5" fmla="*/ 570660 h 1895998"/>
                <a:gd name="connsiteX6" fmla="*/ 2230159 w 2239329"/>
                <a:gd name="connsiteY6" fmla="*/ 820157 h 1895998"/>
                <a:gd name="connsiteX7" fmla="*/ 1234519 w 2239329"/>
                <a:gd name="connsiteY7" fmla="*/ 1804912 h 1895998"/>
                <a:gd name="connsiteX8" fmla="*/ 1067167 w 2239329"/>
                <a:gd name="connsiteY8" fmla="*/ 1879724 h 1895998"/>
                <a:gd name="connsiteX0" fmla="*/ 870368 w 2258141"/>
                <a:gd name="connsiteY0" fmla="*/ 1726623 h 1865337"/>
                <a:gd name="connsiteX1" fmla="*/ 137191 w 2258141"/>
                <a:gd name="connsiteY1" fmla="*/ 1466583 h 1865337"/>
                <a:gd name="connsiteX2" fmla="*/ 27701 w 2258141"/>
                <a:gd name="connsiteY2" fmla="*/ 576329 h 1865337"/>
                <a:gd name="connsiteX3" fmla="*/ 472670 w 2258141"/>
                <a:gd name="connsiteY3" fmla="*/ 33593 h 1865337"/>
                <a:gd name="connsiteX4" fmla="*/ 1589148 w 2258141"/>
                <a:gd name="connsiteY4" fmla="*/ 113824 h 1865337"/>
                <a:gd name="connsiteX5" fmla="*/ 2053266 w 2258141"/>
                <a:gd name="connsiteY5" fmla="*/ 570660 h 1865337"/>
                <a:gd name="connsiteX6" fmla="*/ 2247363 w 2258141"/>
                <a:gd name="connsiteY6" fmla="*/ 820157 h 1865337"/>
                <a:gd name="connsiteX7" fmla="*/ 1251723 w 2258141"/>
                <a:gd name="connsiteY7" fmla="*/ 1804912 h 1865337"/>
                <a:gd name="connsiteX8" fmla="*/ 870368 w 2258141"/>
                <a:gd name="connsiteY8" fmla="*/ 1726623 h 1865337"/>
                <a:gd name="connsiteX0" fmla="*/ 870368 w 2251149"/>
                <a:gd name="connsiteY0" fmla="*/ 1726623 h 1752456"/>
                <a:gd name="connsiteX1" fmla="*/ 137191 w 2251149"/>
                <a:gd name="connsiteY1" fmla="*/ 1466583 h 1752456"/>
                <a:gd name="connsiteX2" fmla="*/ 27701 w 2251149"/>
                <a:gd name="connsiteY2" fmla="*/ 576329 h 1752456"/>
                <a:gd name="connsiteX3" fmla="*/ 472670 w 2251149"/>
                <a:gd name="connsiteY3" fmla="*/ 33593 h 1752456"/>
                <a:gd name="connsiteX4" fmla="*/ 1589148 w 2251149"/>
                <a:gd name="connsiteY4" fmla="*/ 113824 h 1752456"/>
                <a:gd name="connsiteX5" fmla="*/ 2053266 w 2251149"/>
                <a:gd name="connsiteY5" fmla="*/ 570660 h 1752456"/>
                <a:gd name="connsiteX6" fmla="*/ 2247363 w 2251149"/>
                <a:gd name="connsiteY6" fmla="*/ 820157 h 1752456"/>
                <a:gd name="connsiteX7" fmla="*/ 1898709 w 2251149"/>
                <a:gd name="connsiteY7" fmla="*/ 1640471 h 1752456"/>
                <a:gd name="connsiteX8" fmla="*/ 870368 w 2251149"/>
                <a:gd name="connsiteY8" fmla="*/ 1726623 h 1752456"/>
                <a:gd name="connsiteX0" fmla="*/ 870368 w 2080001"/>
                <a:gd name="connsiteY0" fmla="*/ 1726623 h 1766694"/>
                <a:gd name="connsiteX1" fmla="*/ 137191 w 2080001"/>
                <a:gd name="connsiteY1" fmla="*/ 1466583 h 1766694"/>
                <a:gd name="connsiteX2" fmla="*/ 27701 w 2080001"/>
                <a:gd name="connsiteY2" fmla="*/ 576329 h 1766694"/>
                <a:gd name="connsiteX3" fmla="*/ 472670 w 2080001"/>
                <a:gd name="connsiteY3" fmla="*/ 33593 h 1766694"/>
                <a:gd name="connsiteX4" fmla="*/ 1589148 w 2080001"/>
                <a:gd name="connsiteY4" fmla="*/ 113824 h 1766694"/>
                <a:gd name="connsiteX5" fmla="*/ 2053266 w 2080001"/>
                <a:gd name="connsiteY5" fmla="*/ 570660 h 1766694"/>
                <a:gd name="connsiteX6" fmla="*/ 1898709 w 2080001"/>
                <a:gd name="connsiteY6" fmla="*/ 1640471 h 1766694"/>
                <a:gd name="connsiteX7" fmla="*/ 870368 w 2080001"/>
                <a:gd name="connsiteY7" fmla="*/ 1726623 h 1766694"/>
                <a:gd name="connsiteX0" fmla="*/ 870368 w 2056137"/>
                <a:gd name="connsiteY0" fmla="*/ 1726623 h 1757803"/>
                <a:gd name="connsiteX1" fmla="*/ 137191 w 2056137"/>
                <a:gd name="connsiteY1" fmla="*/ 1466583 h 1757803"/>
                <a:gd name="connsiteX2" fmla="*/ 27701 w 2056137"/>
                <a:gd name="connsiteY2" fmla="*/ 576329 h 1757803"/>
                <a:gd name="connsiteX3" fmla="*/ 472670 w 2056137"/>
                <a:gd name="connsiteY3" fmla="*/ 33593 h 1757803"/>
                <a:gd name="connsiteX4" fmla="*/ 1589148 w 2056137"/>
                <a:gd name="connsiteY4" fmla="*/ 113824 h 1757803"/>
                <a:gd name="connsiteX5" fmla="*/ 2053266 w 2056137"/>
                <a:gd name="connsiteY5" fmla="*/ 570660 h 1757803"/>
                <a:gd name="connsiteX6" fmla="*/ 1739451 w 2056137"/>
                <a:gd name="connsiteY6" fmla="*/ 1623460 h 1757803"/>
                <a:gd name="connsiteX7" fmla="*/ 870368 w 2056137"/>
                <a:gd name="connsiteY7" fmla="*/ 1726623 h 1757803"/>
                <a:gd name="connsiteX0" fmla="*/ 906469 w 2057307"/>
                <a:gd name="connsiteY0" fmla="*/ 1851372 h 1858399"/>
                <a:gd name="connsiteX1" fmla="*/ 138454 w 2057307"/>
                <a:gd name="connsiteY1" fmla="*/ 1466583 h 1858399"/>
                <a:gd name="connsiteX2" fmla="*/ 28964 w 2057307"/>
                <a:gd name="connsiteY2" fmla="*/ 576329 h 1858399"/>
                <a:gd name="connsiteX3" fmla="*/ 473933 w 2057307"/>
                <a:gd name="connsiteY3" fmla="*/ 33593 h 1858399"/>
                <a:gd name="connsiteX4" fmla="*/ 1590411 w 2057307"/>
                <a:gd name="connsiteY4" fmla="*/ 113824 h 1858399"/>
                <a:gd name="connsiteX5" fmla="*/ 2054529 w 2057307"/>
                <a:gd name="connsiteY5" fmla="*/ 570660 h 1858399"/>
                <a:gd name="connsiteX6" fmla="*/ 1740714 w 2057307"/>
                <a:gd name="connsiteY6" fmla="*/ 1623460 h 1858399"/>
                <a:gd name="connsiteX7" fmla="*/ 906469 w 2057307"/>
                <a:gd name="connsiteY7" fmla="*/ 1851372 h 1858399"/>
                <a:gd name="connsiteX0" fmla="*/ 896667 w 2047505"/>
                <a:gd name="connsiteY0" fmla="*/ 1851372 h 1856760"/>
                <a:gd name="connsiteX1" fmla="*/ 163490 w 2047505"/>
                <a:gd name="connsiteY1" fmla="*/ 1494935 h 1856760"/>
                <a:gd name="connsiteX2" fmla="*/ 19162 w 2047505"/>
                <a:gd name="connsiteY2" fmla="*/ 576329 h 1856760"/>
                <a:gd name="connsiteX3" fmla="*/ 464131 w 2047505"/>
                <a:gd name="connsiteY3" fmla="*/ 33593 h 1856760"/>
                <a:gd name="connsiteX4" fmla="*/ 1580609 w 2047505"/>
                <a:gd name="connsiteY4" fmla="*/ 113824 h 1856760"/>
                <a:gd name="connsiteX5" fmla="*/ 2044727 w 2047505"/>
                <a:gd name="connsiteY5" fmla="*/ 570660 h 1856760"/>
                <a:gd name="connsiteX6" fmla="*/ 1730912 w 2047505"/>
                <a:gd name="connsiteY6" fmla="*/ 1623460 h 1856760"/>
                <a:gd name="connsiteX7" fmla="*/ 896667 w 2047505"/>
                <a:gd name="connsiteY7" fmla="*/ 1851372 h 1856760"/>
                <a:gd name="connsiteX0" fmla="*/ 896667 w 2003466"/>
                <a:gd name="connsiteY0" fmla="*/ 1851372 h 1856524"/>
                <a:gd name="connsiteX1" fmla="*/ 163490 w 2003466"/>
                <a:gd name="connsiteY1" fmla="*/ 1494935 h 1856524"/>
                <a:gd name="connsiteX2" fmla="*/ 19162 w 2003466"/>
                <a:gd name="connsiteY2" fmla="*/ 576329 h 1856524"/>
                <a:gd name="connsiteX3" fmla="*/ 464131 w 2003466"/>
                <a:gd name="connsiteY3" fmla="*/ 33593 h 1856524"/>
                <a:gd name="connsiteX4" fmla="*/ 1580609 w 2003466"/>
                <a:gd name="connsiteY4" fmla="*/ 113824 h 1856524"/>
                <a:gd name="connsiteX5" fmla="*/ 1999936 w 2003466"/>
                <a:gd name="connsiteY5" fmla="*/ 593341 h 1856524"/>
                <a:gd name="connsiteX6" fmla="*/ 1730912 w 2003466"/>
                <a:gd name="connsiteY6" fmla="*/ 1623460 h 1856524"/>
                <a:gd name="connsiteX7" fmla="*/ 896667 w 2003466"/>
                <a:gd name="connsiteY7" fmla="*/ 1851372 h 1856524"/>
                <a:gd name="connsiteX0" fmla="*/ 824838 w 1931637"/>
                <a:gd name="connsiteY0" fmla="*/ 1856001 h 1861153"/>
                <a:gd name="connsiteX1" fmla="*/ 91661 w 1931637"/>
                <a:gd name="connsiteY1" fmla="*/ 1499564 h 1861153"/>
                <a:gd name="connsiteX2" fmla="*/ 43807 w 1931637"/>
                <a:gd name="connsiteY2" fmla="*/ 643768 h 1861153"/>
                <a:gd name="connsiteX3" fmla="*/ 392302 w 1931637"/>
                <a:gd name="connsiteY3" fmla="*/ 38222 h 1861153"/>
                <a:gd name="connsiteX4" fmla="*/ 1508780 w 1931637"/>
                <a:gd name="connsiteY4" fmla="*/ 118453 h 1861153"/>
                <a:gd name="connsiteX5" fmla="*/ 1928107 w 1931637"/>
                <a:gd name="connsiteY5" fmla="*/ 597970 h 1861153"/>
                <a:gd name="connsiteX6" fmla="*/ 1659083 w 1931637"/>
                <a:gd name="connsiteY6" fmla="*/ 1628089 h 1861153"/>
                <a:gd name="connsiteX7" fmla="*/ 824838 w 1931637"/>
                <a:gd name="connsiteY7" fmla="*/ 1856001 h 1861153"/>
                <a:gd name="connsiteX0" fmla="*/ 824838 w 1931637"/>
                <a:gd name="connsiteY0" fmla="*/ 1874491 h 1879643"/>
                <a:gd name="connsiteX1" fmla="*/ 91661 w 1931637"/>
                <a:gd name="connsiteY1" fmla="*/ 1518054 h 1879643"/>
                <a:gd name="connsiteX2" fmla="*/ 43807 w 1931637"/>
                <a:gd name="connsiteY2" fmla="*/ 662258 h 1879643"/>
                <a:gd name="connsiteX3" fmla="*/ 392302 w 1931637"/>
                <a:gd name="connsiteY3" fmla="*/ 56712 h 1879643"/>
                <a:gd name="connsiteX4" fmla="*/ 953825 w 1931637"/>
                <a:gd name="connsiteY4" fmla="*/ 34971 h 1879643"/>
                <a:gd name="connsiteX5" fmla="*/ 1508780 w 1931637"/>
                <a:gd name="connsiteY5" fmla="*/ 136943 h 1879643"/>
                <a:gd name="connsiteX6" fmla="*/ 1928107 w 1931637"/>
                <a:gd name="connsiteY6" fmla="*/ 616460 h 1879643"/>
                <a:gd name="connsiteX7" fmla="*/ 1659083 w 1931637"/>
                <a:gd name="connsiteY7" fmla="*/ 1646579 h 1879643"/>
                <a:gd name="connsiteX8" fmla="*/ 824838 w 1931637"/>
                <a:gd name="connsiteY8" fmla="*/ 1874491 h 1879643"/>
                <a:gd name="connsiteX0" fmla="*/ 863762 w 1970561"/>
                <a:gd name="connsiteY0" fmla="*/ 1874551 h 1879703"/>
                <a:gd name="connsiteX1" fmla="*/ 130585 w 1970561"/>
                <a:gd name="connsiteY1" fmla="*/ 1518114 h 1879703"/>
                <a:gd name="connsiteX2" fmla="*/ 82731 w 1970561"/>
                <a:gd name="connsiteY2" fmla="*/ 662318 h 1879703"/>
                <a:gd name="connsiteX3" fmla="*/ 992749 w 1970561"/>
                <a:gd name="connsiteY3" fmla="*/ 35031 h 1879703"/>
                <a:gd name="connsiteX4" fmla="*/ 1547704 w 1970561"/>
                <a:gd name="connsiteY4" fmla="*/ 137003 h 1879703"/>
                <a:gd name="connsiteX5" fmla="*/ 1967031 w 1970561"/>
                <a:gd name="connsiteY5" fmla="*/ 616520 h 1879703"/>
                <a:gd name="connsiteX6" fmla="*/ 1698007 w 1970561"/>
                <a:gd name="connsiteY6" fmla="*/ 1646639 h 1879703"/>
                <a:gd name="connsiteX7" fmla="*/ 863762 w 1970561"/>
                <a:gd name="connsiteY7" fmla="*/ 1874551 h 1879703"/>
                <a:gd name="connsiteX0" fmla="*/ 863762 w 2001868"/>
                <a:gd name="connsiteY0" fmla="*/ 1839654 h 1844806"/>
                <a:gd name="connsiteX1" fmla="*/ 130585 w 2001868"/>
                <a:gd name="connsiteY1" fmla="*/ 1483217 h 1844806"/>
                <a:gd name="connsiteX2" fmla="*/ 82731 w 2001868"/>
                <a:gd name="connsiteY2" fmla="*/ 627421 h 1844806"/>
                <a:gd name="connsiteX3" fmla="*/ 992749 w 2001868"/>
                <a:gd name="connsiteY3" fmla="*/ 134 h 1844806"/>
                <a:gd name="connsiteX4" fmla="*/ 1967031 w 2001868"/>
                <a:gd name="connsiteY4" fmla="*/ 581623 h 1844806"/>
                <a:gd name="connsiteX5" fmla="*/ 1698007 w 2001868"/>
                <a:gd name="connsiteY5" fmla="*/ 1611742 h 1844806"/>
                <a:gd name="connsiteX6" fmla="*/ 863762 w 2001868"/>
                <a:gd name="connsiteY6" fmla="*/ 1839654 h 1844806"/>
                <a:gd name="connsiteX0" fmla="*/ 863762 w 2001868"/>
                <a:gd name="connsiteY0" fmla="*/ 1839520 h 1844672"/>
                <a:gd name="connsiteX1" fmla="*/ 130585 w 2001868"/>
                <a:gd name="connsiteY1" fmla="*/ 1483083 h 1844672"/>
                <a:gd name="connsiteX2" fmla="*/ 82731 w 2001868"/>
                <a:gd name="connsiteY2" fmla="*/ 627287 h 1844672"/>
                <a:gd name="connsiteX3" fmla="*/ 992749 w 2001868"/>
                <a:gd name="connsiteY3" fmla="*/ 0 h 1844672"/>
                <a:gd name="connsiteX4" fmla="*/ 1967031 w 2001868"/>
                <a:gd name="connsiteY4" fmla="*/ 581489 h 1844672"/>
                <a:gd name="connsiteX5" fmla="*/ 1698007 w 2001868"/>
                <a:gd name="connsiteY5" fmla="*/ 1611608 h 1844672"/>
                <a:gd name="connsiteX6" fmla="*/ 863762 w 2001868"/>
                <a:gd name="connsiteY6" fmla="*/ 1839520 h 1844672"/>
                <a:gd name="connsiteX0" fmla="*/ 863762 w 2001868"/>
                <a:gd name="connsiteY0" fmla="*/ 1840982 h 1846134"/>
                <a:gd name="connsiteX1" fmla="*/ 130585 w 2001868"/>
                <a:gd name="connsiteY1" fmla="*/ 1484545 h 1846134"/>
                <a:gd name="connsiteX2" fmla="*/ 82731 w 2001868"/>
                <a:gd name="connsiteY2" fmla="*/ 628749 h 1846134"/>
                <a:gd name="connsiteX3" fmla="*/ 992749 w 2001868"/>
                <a:gd name="connsiteY3" fmla="*/ 1462 h 1846134"/>
                <a:gd name="connsiteX4" fmla="*/ 1967031 w 2001868"/>
                <a:gd name="connsiteY4" fmla="*/ 582951 h 1846134"/>
                <a:gd name="connsiteX5" fmla="*/ 1698007 w 2001868"/>
                <a:gd name="connsiteY5" fmla="*/ 1613070 h 1846134"/>
                <a:gd name="connsiteX6" fmla="*/ 863762 w 2001868"/>
                <a:gd name="connsiteY6" fmla="*/ 1840982 h 1846134"/>
                <a:gd name="connsiteX0" fmla="*/ 802969 w 1941075"/>
                <a:gd name="connsiteY0" fmla="*/ 1840523 h 1845675"/>
                <a:gd name="connsiteX1" fmla="*/ 69792 w 1941075"/>
                <a:gd name="connsiteY1" fmla="*/ 1484086 h 1845675"/>
                <a:gd name="connsiteX2" fmla="*/ 127599 w 1941075"/>
                <a:gd name="connsiteY2" fmla="*/ 471263 h 1845675"/>
                <a:gd name="connsiteX3" fmla="*/ 931956 w 1941075"/>
                <a:gd name="connsiteY3" fmla="*/ 1003 h 1845675"/>
                <a:gd name="connsiteX4" fmla="*/ 1906238 w 1941075"/>
                <a:gd name="connsiteY4" fmla="*/ 582492 h 1845675"/>
                <a:gd name="connsiteX5" fmla="*/ 1637214 w 1941075"/>
                <a:gd name="connsiteY5" fmla="*/ 1612611 h 1845675"/>
                <a:gd name="connsiteX6" fmla="*/ 802969 w 1941075"/>
                <a:gd name="connsiteY6" fmla="*/ 1840523 h 1845675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902827 w 1925308"/>
                <a:gd name="connsiteY0" fmla="*/ 1842165 h 1848429"/>
                <a:gd name="connsiteX1" fmla="*/ 76418 w 1925308"/>
                <a:gd name="connsiteY1" fmla="*/ 1483084 h 1848429"/>
                <a:gd name="connsiteX2" fmla="*/ 134225 w 1925308"/>
                <a:gd name="connsiteY2" fmla="*/ 470261 h 1848429"/>
                <a:gd name="connsiteX3" fmla="*/ 938582 w 1925308"/>
                <a:gd name="connsiteY3" fmla="*/ 1 h 1848429"/>
                <a:gd name="connsiteX4" fmla="*/ 1889894 w 1925308"/>
                <a:gd name="connsiteY4" fmla="*/ 471572 h 1848429"/>
                <a:gd name="connsiteX5" fmla="*/ 1643840 w 1925308"/>
                <a:gd name="connsiteY5" fmla="*/ 1611609 h 1848429"/>
                <a:gd name="connsiteX6" fmla="*/ 902827 w 1925308"/>
                <a:gd name="connsiteY6" fmla="*/ 1842165 h 1848429"/>
                <a:gd name="connsiteX0" fmla="*/ 906394 w 1928875"/>
                <a:gd name="connsiteY0" fmla="*/ 1842165 h 1848429"/>
                <a:gd name="connsiteX1" fmla="*/ 79985 w 1928875"/>
                <a:gd name="connsiteY1" fmla="*/ 1483084 h 1848429"/>
                <a:gd name="connsiteX2" fmla="*/ 137792 w 1928875"/>
                <a:gd name="connsiteY2" fmla="*/ 470261 h 1848429"/>
                <a:gd name="connsiteX3" fmla="*/ 1012641 w 1928875"/>
                <a:gd name="connsiteY3" fmla="*/ 1 h 1848429"/>
                <a:gd name="connsiteX4" fmla="*/ 1893461 w 1928875"/>
                <a:gd name="connsiteY4" fmla="*/ 471572 h 1848429"/>
                <a:gd name="connsiteX5" fmla="*/ 1647407 w 1928875"/>
                <a:gd name="connsiteY5" fmla="*/ 1611609 h 1848429"/>
                <a:gd name="connsiteX6" fmla="*/ 906394 w 1928875"/>
                <a:gd name="connsiteY6" fmla="*/ 1842165 h 1848429"/>
                <a:gd name="connsiteX0" fmla="*/ 906394 w 1928875"/>
                <a:gd name="connsiteY0" fmla="*/ 1848789 h 1855053"/>
                <a:gd name="connsiteX1" fmla="*/ 79985 w 1928875"/>
                <a:gd name="connsiteY1" fmla="*/ 1489708 h 1855053"/>
                <a:gd name="connsiteX2" fmla="*/ 137792 w 1928875"/>
                <a:gd name="connsiteY2" fmla="*/ 476885 h 1855053"/>
                <a:gd name="connsiteX3" fmla="*/ 1012641 w 1928875"/>
                <a:gd name="connsiteY3" fmla="*/ 6625 h 1855053"/>
                <a:gd name="connsiteX4" fmla="*/ 1893461 w 1928875"/>
                <a:gd name="connsiteY4" fmla="*/ 478196 h 1855053"/>
                <a:gd name="connsiteX5" fmla="*/ 1647407 w 1928875"/>
                <a:gd name="connsiteY5" fmla="*/ 1618233 h 1855053"/>
                <a:gd name="connsiteX6" fmla="*/ 906394 w 1928875"/>
                <a:gd name="connsiteY6" fmla="*/ 1848789 h 1855053"/>
                <a:gd name="connsiteX0" fmla="*/ 906747 w 1929228"/>
                <a:gd name="connsiteY0" fmla="*/ 1838396 h 1844660"/>
                <a:gd name="connsiteX1" fmla="*/ 80338 w 1929228"/>
                <a:gd name="connsiteY1" fmla="*/ 1479315 h 1844660"/>
                <a:gd name="connsiteX2" fmla="*/ 138145 w 1929228"/>
                <a:gd name="connsiteY2" fmla="*/ 466492 h 1844660"/>
                <a:gd name="connsiteX3" fmla="*/ 1019816 w 1929228"/>
                <a:gd name="connsiteY3" fmla="*/ 6810 h 1844660"/>
                <a:gd name="connsiteX4" fmla="*/ 1893814 w 1929228"/>
                <a:gd name="connsiteY4" fmla="*/ 467803 h 1844660"/>
                <a:gd name="connsiteX5" fmla="*/ 1647760 w 1929228"/>
                <a:gd name="connsiteY5" fmla="*/ 1607840 h 1844660"/>
                <a:gd name="connsiteX6" fmla="*/ 906747 w 1929228"/>
                <a:gd name="connsiteY6" fmla="*/ 1838396 h 1844660"/>
                <a:gd name="connsiteX0" fmla="*/ 887278 w 1928271"/>
                <a:gd name="connsiteY0" fmla="*/ 1833108 h 1839774"/>
                <a:gd name="connsiteX1" fmla="*/ 79061 w 1928271"/>
                <a:gd name="connsiteY1" fmla="*/ 1479315 h 1839774"/>
                <a:gd name="connsiteX2" fmla="*/ 136868 w 1928271"/>
                <a:gd name="connsiteY2" fmla="*/ 466492 h 1839774"/>
                <a:gd name="connsiteX3" fmla="*/ 1018539 w 1928271"/>
                <a:gd name="connsiteY3" fmla="*/ 6810 h 1839774"/>
                <a:gd name="connsiteX4" fmla="*/ 1892537 w 1928271"/>
                <a:gd name="connsiteY4" fmla="*/ 467803 h 1839774"/>
                <a:gd name="connsiteX5" fmla="*/ 1646483 w 1928271"/>
                <a:gd name="connsiteY5" fmla="*/ 1607840 h 1839774"/>
                <a:gd name="connsiteX6" fmla="*/ 887278 w 1928271"/>
                <a:gd name="connsiteY6" fmla="*/ 1833108 h 1839774"/>
                <a:gd name="connsiteX0" fmla="*/ 1892537 w 1979857"/>
                <a:gd name="connsiteY0" fmla="*/ 467803 h 1839774"/>
                <a:gd name="connsiteX1" fmla="*/ 1646483 w 1979857"/>
                <a:gd name="connsiteY1" fmla="*/ 1607840 h 1839774"/>
                <a:gd name="connsiteX2" fmla="*/ 887278 w 1979857"/>
                <a:gd name="connsiteY2" fmla="*/ 1833108 h 1839774"/>
                <a:gd name="connsiteX3" fmla="*/ 79061 w 1979857"/>
                <a:gd name="connsiteY3" fmla="*/ 1479315 h 1839774"/>
                <a:gd name="connsiteX4" fmla="*/ 136868 w 1979857"/>
                <a:gd name="connsiteY4" fmla="*/ 466492 h 1839774"/>
                <a:gd name="connsiteX5" fmla="*/ 1018539 w 1979857"/>
                <a:gd name="connsiteY5" fmla="*/ 6810 h 1839774"/>
                <a:gd name="connsiteX6" fmla="*/ 1979857 w 1979857"/>
                <a:gd name="connsiteY6" fmla="*/ 569350 h 1839774"/>
                <a:gd name="connsiteX0" fmla="*/ 1892537 w 1928271"/>
                <a:gd name="connsiteY0" fmla="*/ 467803 h 1839774"/>
                <a:gd name="connsiteX1" fmla="*/ 1646483 w 1928271"/>
                <a:gd name="connsiteY1" fmla="*/ 1607840 h 1839774"/>
                <a:gd name="connsiteX2" fmla="*/ 887278 w 1928271"/>
                <a:gd name="connsiteY2" fmla="*/ 1833108 h 1839774"/>
                <a:gd name="connsiteX3" fmla="*/ 79061 w 1928271"/>
                <a:gd name="connsiteY3" fmla="*/ 1479315 h 1839774"/>
                <a:gd name="connsiteX4" fmla="*/ 136868 w 1928271"/>
                <a:gd name="connsiteY4" fmla="*/ 466492 h 1839774"/>
                <a:gd name="connsiteX5" fmla="*/ 1018539 w 1928271"/>
                <a:gd name="connsiteY5" fmla="*/ 6810 h 1839774"/>
                <a:gd name="connsiteX0" fmla="*/ 1646483 w 1646483"/>
                <a:gd name="connsiteY0" fmla="*/ 1607840 h 1839774"/>
                <a:gd name="connsiteX1" fmla="*/ 887278 w 1646483"/>
                <a:gd name="connsiteY1" fmla="*/ 1833108 h 1839774"/>
                <a:gd name="connsiteX2" fmla="*/ 79061 w 1646483"/>
                <a:gd name="connsiteY2" fmla="*/ 1479315 h 1839774"/>
                <a:gd name="connsiteX3" fmla="*/ 136868 w 1646483"/>
                <a:gd name="connsiteY3" fmla="*/ 466492 h 1839774"/>
                <a:gd name="connsiteX4" fmla="*/ 1018539 w 1646483"/>
                <a:gd name="connsiteY4" fmla="*/ 6810 h 1839774"/>
                <a:gd name="connsiteX0" fmla="*/ 887278 w 1018539"/>
                <a:gd name="connsiteY0" fmla="*/ 1833108 h 1833107"/>
                <a:gd name="connsiteX1" fmla="*/ 79061 w 1018539"/>
                <a:gd name="connsiteY1" fmla="*/ 1479315 h 1833107"/>
                <a:gd name="connsiteX2" fmla="*/ 136868 w 1018539"/>
                <a:gd name="connsiteY2" fmla="*/ 466492 h 1833107"/>
                <a:gd name="connsiteX3" fmla="*/ 1018539 w 1018539"/>
                <a:gd name="connsiteY3" fmla="*/ 6810 h 1833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8539" h="1833107">
                  <a:moveTo>
                    <a:pt x="887278" y="1833108"/>
                  </a:moveTo>
                  <a:cubicBezTo>
                    <a:pt x="626041" y="1811687"/>
                    <a:pt x="204129" y="1707084"/>
                    <a:pt x="79061" y="1479315"/>
                  </a:cubicBezTo>
                  <a:cubicBezTo>
                    <a:pt x="-46007" y="1251546"/>
                    <a:pt x="-19712" y="711910"/>
                    <a:pt x="136868" y="466492"/>
                  </a:cubicBezTo>
                  <a:cubicBezTo>
                    <a:pt x="293448" y="221075"/>
                    <a:pt x="562773" y="-46297"/>
                    <a:pt x="1018539" y="6810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48D833E-1E9C-6A46-F0E4-E7421BEE7DCC}"/>
                </a:ext>
              </a:extLst>
            </p:cNvPr>
            <p:cNvSpPr/>
            <p:nvPr/>
          </p:nvSpPr>
          <p:spPr>
            <a:xfrm rot="16476904">
              <a:off x="4796860" y="5232410"/>
              <a:ext cx="1649189" cy="472248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97239"/>
                <a:gd name="connsiteY0" fmla="*/ 1032955 h 1032955"/>
                <a:gd name="connsiteX1" fmla="*/ 573003 w 2497239"/>
                <a:gd name="connsiteY1" fmla="*/ 71407 h 1032955"/>
                <a:gd name="connsiteX2" fmla="*/ 1689481 w 2497239"/>
                <a:gd name="connsiteY2" fmla="*/ 151638 h 1032955"/>
                <a:gd name="connsiteX3" fmla="*/ 2497239 w 2497239"/>
                <a:gd name="connsiteY3" fmla="*/ 931196 h 1032955"/>
                <a:gd name="connsiteX0" fmla="*/ 237 w 2474503"/>
                <a:gd name="connsiteY0" fmla="*/ 1029940 h 1029941"/>
                <a:gd name="connsiteX1" fmla="*/ 550267 w 2474503"/>
                <a:gd name="connsiteY1" fmla="*/ 71199 h 1029941"/>
                <a:gd name="connsiteX2" fmla="*/ 1666745 w 2474503"/>
                <a:gd name="connsiteY2" fmla="*/ 151430 h 1029941"/>
                <a:gd name="connsiteX3" fmla="*/ 2474503 w 2474503"/>
                <a:gd name="connsiteY3" fmla="*/ 930988 h 1029941"/>
                <a:gd name="connsiteX0" fmla="*/ 249 w 2457440"/>
                <a:gd name="connsiteY0" fmla="*/ 1053781 h 1053781"/>
                <a:gd name="connsiteX1" fmla="*/ 533204 w 2457440"/>
                <a:gd name="connsiteY1" fmla="*/ 72841 h 1053781"/>
                <a:gd name="connsiteX2" fmla="*/ 1649682 w 2457440"/>
                <a:gd name="connsiteY2" fmla="*/ 153072 h 1053781"/>
                <a:gd name="connsiteX3" fmla="*/ 2457440 w 2457440"/>
                <a:gd name="connsiteY3" fmla="*/ 932630 h 105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7440" h="1053781">
                  <a:moveTo>
                    <a:pt x="249" y="1053781"/>
                  </a:moveTo>
                  <a:cubicBezTo>
                    <a:pt x="-9313" y="698462"/>
                    <a:pt x="258299" y="222959"/>
                    <a:pt x="533204" y="72841"/>
                  </a:cubicBezTo>
                  <a:cubicBezTo>
                    <a:pt x="808109" y="-77277"/>
                    <a:pt x="1371845" y="32324"/>
                    <a:pt x="1649682" y="153072"/>
                  </a:cubicBezTo>
                  <a:cubicBezTo>
                    <a:pt x="1927519" y="273820"/>
                    <a:pt x="2446486" y="578007"/>
                    <a:pt x="2457440" y="932630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D3D2A76E-79AF-8DEE-D384-AD229411844A}"/>
                    </a:ext>
                  </a:extLst>
                </p:cNvPr>
                <p:cNvSpPr txBox="1"/>
                <p:nvPr/>
              </p:nvSpPr>
              <p:spPr>
                <a:xfrm>
                  <a:off x="6666643" y="4480912"/>
                  <a:ext cx="547136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3200" b="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D3D2A76E-79AF-8DEE-D384-AD2294118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6643" y="4480912"/>
                  <a:ext cx="547136" cy="58477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9E12F77-5642-6884-32EA-560EAD969F5C}"/>
                </a:ext>
              </a:extLst>
            </p:cNvPr>
            <p:cNvSpPr/>
            <p:nvPr/>
          </p:nvSpPr>
          <p:spPr>
            <a:xfrm rot="5676904">
              <a:off x="5296700" y="5277429"/>
              <a:ext cx="1649696" cy="46156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97239"/>
                <a:gd name="connsiteY0" fmla="*/ 1032955 h 1032955"/>
                <a:gd name="connsiteX1" fmla="*/ 573003 w 2497239"/>
                <a:gd name="connsiteY1" fmla="*/ 71407 h 1032955"/>
                <a:gd name="connsiteX2" fmla="*/ 1689481 w 2497239"/>
                <a:gd name="connsiteY2" fmla="*/ 151638 h 1032955"/>
                <a:gd name="connsiteX3" fmla="*/ 2497239 w 2497239"/>
                <a:gd name="connsiteY3" fmla="*/ 931196 h 1032955"/>
                <a:gd name="connsiteX0" fmla="*/ 237 w 2474503"/>
                <a:gd name="connsiteY0" fmla="*/ 1029940 h 1029941"/>
                <a:gd name="connsiteX1" fmla="*/ 550267 w 2474503"/>
                <a:gd name="connsiteY1" fmla="*/ 71199 h 1029941"/>
                <a:gd name="connsiteX2" fmla="*/ 1666745 w 2474503"/>
                <a:gd name="connsiteY2" fmla="*/ 151430 h 1029941"/>
                <a:gd name="connsiteX3" fmla="*/ 2474503 w 2474503"/>
                <a:gd name="connsiteY3" fmla="*/ 930988 h 1029941"/>
                <a:gd name="connsiteX0" fmla="*/ 237 w 2467673"/>
                <a:gd name="connsiteY0" fmla="*/ 1029940 h 1029939"/>
                <a:gd name="connsiteX1" fmla="*/ 550267 w 2467673"/>
                <a:gd name="connsiteY1" fmla="*/ 71199 h 1029939"/>
                <a:gd name="connsiteX2" fmla="*/ 1666745 w 2467673"/>
                <a:gd name="connsiteY2" fmla="*/ 151430 h 1029939"/>
                <a:gd name="connsiteX3" fmla="*/ 2467673 w 2467673"/>
                <a:gd name="connsiteY3" fmla="*/ 922108 h 1029939"/>
                <a:gd name="connsiteX0" fmla="*/ 237 w 2458194"/>
                <a:gd name="connsiteY0" fmla="*/ 1029940 h 1029941"/>
                <a:gd name="connsiteX1" fmla="*/ 550267 w 2458194"/>
                <a:gd name="connsiteY1" fmla="*/ 71199 h 1029941"/>
                <a:gd name="connsiteX2" fmla="*/ 1666745 w 2458194"/>
                <a:gd name="connsiteY2" fmla="*/ 151430 h 1029941"/>
                <a:gd name="connsiteX3" fmla="*/ 2458194 w 2458194"/>
                <a:gd name="connsiteY3" fmla="*/ 923279 h 102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8194" h="1029941">
                  <a:moveTo>
                    <a:pt x="237" y="1029940"/>
                  </a:moveTo>
                  <a:cubicBezTo>
                    <a:pt x="-9325" y="674621"/>
                    <a:pt x="272516" y="217617"/>
                    <a:pt x="550267" y="71199"/>
                  </a:cubicBezTo>
                  <a:cubicBezTo>
                    <a:pt x="828018" y="-75219"/>
                    <a:pt x="1388908" y="30682"/>
                    <a:pt x="1666745" y="151430"/>
                  </a:cubicBezTo>
                  <a:cubicBezTo>
                    <a:pt x="1944582" y="272178"/>
                    <a:pt x="2447240" y="568656"/>
                    <a:pt x="2458194" y="923279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FB92191-2FA2-FC33-D85C-83D47C34637B}"/>
                </a:ext>
              </a:extLst>
            </p:cNvPr>
            <p:cNvSpPr/>
            <p:nvPr/>
          </p:nvSpPr>
          <p:spPr>
            <a:xfrm>
              <a:off x="5814493" y="4668147"/>
              <a:ext cx="1090109" cy="1650532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14158"/>
                <a:gd name="connsiteY0" fmla="*/ 1035443 h 1062699"/>
                <a:gd name="connsiteX1" fmla="*/ 573003 w 2414158"/>
                <a:gd name="connsiteY1" fmla="*/ 73895 h 1062699"/>
                <a:gd name="connsiteX2" fmla="*/ 1689481 w 2414158"/>
                <a:gd name="connsiteY2" fmla="*/ 154126 h 1062699"/>
                <a:gd name="connsiteX3" fmla="*/ 2347696 w 2414158"/>
                <a:gd name="connsiteY3" fmla="*/ 860459 h 1062699"/>
                <a:gd name="connsiteX4" fmla="*/ 2397188 w 2414158"/>
                <a:gd name="connsiteY4" fmla="*/ 1062699 h 1062699"/>
                <a:gd name="connsiteX0" fmla="*/ 222 w 2414158"/>
                <a:gd name="connsiteY0" fmla="*/ 1026067 h 1053323"/>
                <a:gd name="connsiteX1" fmla="*/ 573003 w 2414158"/>
                <a:gd name="connsiteY1" fmla="*/ 64519 h 1053323"/>
                <a:gd name="connsiteX2" fmla="*/ 1689481 w 2414158"/>
                <a:gd name="connsiteY2" fmla="*/ 144750 h 1053323"/>
                <a:gd name="connsiteX3" fmla="*/ 2153599 w 2414158"/>
                <a:gd name="connsiteY3" fmla="*/ 601586 h 1053323"/>
                <a:gd name="connsiteX4" fmla="*/ 2347696 w 2414158"/>
                <a:gd name="connsiteY4" fmla="*/ 851083 h 1053323"/>
                <a:gd name="connsiteX5" fmla="*/ 2397188 w 2414158"/>
                <a:gd name="connsiteY5" fmla="*/ 1053323 h 1053323"/>
                <a:gd name="connsiteX0" fmla="*/ 25047 w 2438983"/>
                <a:gd name="connsiteY0" fmla="*/ 1010621 h 1037877"/>
                <a:gd name="connsiteX1" fmla="*/ 48346 w 2438983"/>
                <a:gd name="connsiteY1" fmla="*/ 801615 h 1037877"/>
                <a:gd name="connsiteX2" fmla="*/ 597828 w 2438983"/>
                <a:gd name="connsiteY2" fmla="*/ 49073 h 1037877"/>
                <a:gd name="connsiteX3" fmla="*/ 1714306 w 2438983"/>
                <a:gd name="connsiteY3" fmla="*/ 129304 h 1037877"/>
                <a:gd name="connsiteX4" fmla="*/ 2178424 w 2438983"/>
                <a:gd name="connsiteY4" fmla="*/ 586140 h 1037877"/>
                <a:gd name="connsiteX5" fmla="*/ 2372521 w 2438983"/>
                <a:gd name="connsiteY5" fmla="*/ 835637 h 1037877"/>
                <a:gd name="connsiteX6" fmla="*/ 2422013 w 2438983"/>
                <a:gd name="connsiteY6" fmla="*/ 1037877 h 1037877"/>
                <a:gd name="connsiteX0" fmla="*/ 25047 w 2438983"/>
                <a:gd name="connsiteY0" fmla="*/ 995141 h 1022397"/>
                <a:gd name="connsiteX1" fmla="*/ 48346 w 2438983"/>
                <a:gd name="connsiteY1" fmla="*/ 786135 h 1022397"/>
                <a:gd name="connsiteX2" fmla="*/ 152859 w 2438983"/>
                <a:gd name="connsiteY2" fmla="*/ 576329 h 1022397"/>
                <a:gd name="connsiteX3" fmla="*/ 597828 w 2438983"/>
                <a:gd name="connsiteY3" fmla="*/ 33593 h 1022397"/>
                <a:gd name="connsiteX4" fmla="*/ 1714306 w 2438983"/>
                <a:gd name="connsiteY4" fmla="*/ 113824 h 1022397"/>
                <a:gd name="connsiteX5" fmla="*/ 2178424 w 2438983"/>
                <a:gd name="connsiteY5" fmla="*/ 570660 h 1022397"/>
                <a:gd name="connsiteX6" fmla="*/ 2372521 w 2438983"/>
                <a:gd name="connsiteY6" fmla="*/ 820157 h 1022397"/>
                <a:gd name="connsiteX7" fmla="*/ 2422013 w 2438983"/>
                <a:gd name="connsiteY7" fmla="*/ 1022397 h 1022397"/>
                <a:gd name="connsiteX0" fmla="*/ 1166345 w 2395799"/>
                <a:gd name="connsiteY0" fmla="*/ 1879724 h 1879724"/>
                <a:gd name="connsiteX1" fmla="*/ 5162 w 2395799"/>
                <a:gd name="connsiteY1" fmla="*/ 786135 h 1879724"/>
                <a:gd name="connsiteX2" fmla="*/ 109675 w 2395799"/>
                <a:gd name="connsiteY2" fmla="*/ 576329 h 1879724"/>
                <a:gd name="connsiteX3" fmla="*/ 554644 w 2395799"/>
                <a:gd name="connsiteY3" fmla="*/ 33593 h 1879724"/>
                <a:gd name="connsiteX4" fmla="*/ 1671122 w 2395799"/>
                <a:gd name="connsiteY4" fmla="*/ 113824 h 1879724"/>
                <a:gd name="connsiteX5" fmla="*/ 2135240 w 2395799"/>
                <a:gd name="connsiteY5" fmla="*/ 570660 h 1879724"/>
                <a:gd name="connsiteX6" fmla="*/ 2329337 w 2395799"/>
                <a:gd name="connsiteY6" fmla="*/ 820157 h 1879724"/>
                <a:gd name="connsiteX7" fmla="*/ 2378829 w 2395799"/>
                <a:gd name="connsiteY7" fmla="*/ 1022397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8" fmla="*/ 1166345 w 2338027"/>
                <a:gd name="connsiteY8" fmla="*/ 1879724 h 1879724"/>
                <a:gd name="connsiteX0" fmla="*/ 1166345 w 2338507"/>
                <a:gd name="connsiteY0" fmla="*/ 1879724 h 1879724"/>
                <a:gd name="connsiteX1" fmla="*/ 5162 w 2338507"/>
                <a:gd name="connsiteY1" fmla="*/ 786135 h 1879724"/>
                <a:gd name="connsiteX2" fmla="*/ 109675 w 2338507"/>
                <a:gd name="connsiteY2" fmla="*/ 576329 h 1879724"/>
                <a:gd name="connsiteX3" fmla="*/ 554644 w 2338507"/>
                <a:gd name="connsiteY3" fmla="*/ 33593 h 1879724"/>
                <a:gd name="connsiteX4" fmla="*/ 1671122 w 2338507"/>
                <a:gd name="connsiteY4" fmla="*/ 113824 h 1879724"/>
                <a:gd name="connsiteX5" fmla="*/ 2135240 w 2338507"/>
                <a:gd name="connsiteY5" fmla="*/ 570660 h 1879724"/>
                <a:gd name="connsiteX6" fmla="*/ 2329337 w 2338507"/>
                <a:gd name="connsiteY6" fmla="*/ 820157 h 1879724"/>
                <a:gd name="connsiteX7" fmla="*/ 1333697 w 2338507"/>
                <a:gd name="connsiteY7" fmla="*/ 1804912 h 1879724"/>
                <a:gd name="connsiteX8" fmla="*/ 1166345 w 2338507"/>
                <a:gd name="connsiteY8" fmla="*/ 1879724 h 1879724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067167 w 2239329"/>
                <a:gd name="connsiteY0" fmla="*/ 1879724 h 1895998"/>
                <a:gd name="connsiteX1" fmla="*/ 119987 w 2239329"/>
                <a:gd name="connsiteY1" fmla="*/ 1466583 h 1895998"/>
                <a:gd name="connsiteX2" fmla="*/ 10497 w 2239329"/>
                <a:gd name="connsiteY2" fmla="*/ 576329 h 1895998"/>
                <a:gd name="connsiteX3" fmla="*/ 455466 w 2239329"/>
                <a:gd name="connsiteY3" fmla="*/ 33593 h 1895998"/>
                <a:gd name="connsiteX4" fmla="*/ 1571944 w 2239329"/>
                <a:gd name="connsiteY4" fmla="*/ 113824 h 1895998"/>
                <a:gd name="connsiteX5" fmla="*/ 2036062 w 2239329"/>
                <a:gd name="connsiteY5" fmla="*/ 570660 h 1895998"/>
                <a:gd name="connsiteX6" fmla="*/ 2230159 w 2239329"/>
                <a:gd name="connsiteY6" fmla="*/ 820157 h 1895998"/>
                <a:gd name="connsiteX7" fmla="*/ 1234519 w 2239329"/>
                <a:gd name="connsiteY7" fmla="*/ 1804912 h 1895998"/>
                <a:gd name="connsiteX8" fmla="*/ 1067167 w 2239329"/>
                <a:gd name="connsiteY8" fmla="*/ 1879724 h 1895998"/>
                <a:gd name="connsiteX0" fmla="*/ 870368 w 2258141"/>
                <a:gd name="connsiteY0" fmla="*/ 1726623 h 1865337"/>
                <a:gd name="connsiteX1" fmla="*/ 137191 w 2258141"/>
                <a:gd name="connsiteY1" fmla="*/ 1466583 h 1865337"/>
                <a:gd name="connsiteX2" fmla="*/ 27701 w 2258141"/>
                <a:gd name="connsiteY2" fmla="*/ 576329 h 1865337"/>
                <a:gd name="connsiteX3" fmla="*/ 472670 w 2258141"/>
                <a:gd name="connsiteY3" fmla="*/ 33593 h 1865337"/>
                <a:gd name="connsiteX4" fmla="*/ 1589148 w 2258141"/>
                <a:gd name="connsiteY4" fmla="*/ 113824 h 1865337"/>
                <a:gd name="connsiteX5" fmla="*/ 2053266 w 2258141"/>
                <a:gd name="connsiteY5" fmla="*/ 570660 h 1865337"/>
                <a:gd name="connsiteX6" fmla="*/ 2247363 w 2258141"/>
                <a:gd name="connsiteY6" fmla="*/ 820157 h 1865337"/>
                <a:gd name="connsiteX7" fmla="*/ 1251723 w 2258141"/>
                <a:gd name="connsiteY7" fmla="*/ 1804912 h 1865337"/>
                <a:gd name="connsiteX8" fmla="*/ 870368 w 2258141"/>
                <a:gd name="connsiteY8" fmla="*/ 1726623 h 1865337"/>
                <a:gd name="connsiteX0" fmla="*/ 870368 w 2251149"/>
                <a:gd name="connsiteY0" fmla="*/ 1726623 h 1752456"/>
                <a:gd name="connsiteX1" fmla="*/ 137191 w 2251149"/>
                <a:gd name="connsiteY1" fmla="*/ 1466583 h 1752456"/>
                <a:gd name="connsiteX2" fmla="*/ 27701 w 2251149"/>
                <a:gd name="connsiteY2" fmla="*/ 576329 h 1752456"/>
                <a:gd name="connsiteX3" fmla="*/ 472670 w 2251149"/>
                <a:gd name="connsiteY3" fmla="*/ 33593 h 1752456"/>
                <a:gd name="connsiteX4" fmla="*/ 1589148 w 2251149"/>
                <a:gd name="connsiteY4" fmla="*/ 113824 h 1752456"/>
                <a:gd name="connsiteX5" fmla="*/ 2053266 w 2251149"/>
                <a:gd name="connsiteY5" fmla="*/ 570660 h 1752456"/>
                <a:gd name="connsiteX6" fmla="*/ 2247363 w 2251149"/>
                <a:gd name="connsiteY6" fmla="*/ 820157 h 1752456"/>
                <a:gd name="connsiteX7" fmla="*/ 1898709 w 2251149"/>
                <a:gd name="connsiteY7" fmla="*/ 1640471 h 1752456"/>
                <a:gd name="connsiteX8" fmla="*/ 870368 w 2251149"/>
                <a:gd name="connsiteY8" fmla="*/ 1726623 h 1752456"/>
                <a:gd name="connsiteX0" fmla="*/ 870368 w 2080001"/>
                <a:gd name="connsiteY0" fmla="*/ 1726623 h 1766694"/>
                <a:gd name="connsiteX1" fmla="*/ 137191 w 2080001"/>
                <a:gd name="connsiteY1" fmla="*/ 1466583 h 1766694"/>
                <a:gd name="connsiteX2" fmla="*/ 27701 w 2080001"/>
                <a:gd name="connsiteY2" fmla="*/ 576329 h 1766694"/>
                <a:gd name="connsiteX3" fmla="*/ 472670 w 2080001"/>
                <a:gd name="connsiteY3" fmla="*/ 33593 h 1766694"/>
                <a:gd name="connsiteX4" fmla="*/ 1589148 w 2080001"/>
                <a:gd name="connsiteY4" fmla="*/ 113824 h 1766694"/>
                <a:gd name="connsiteX5" fmla="*/ 2053266 w 2080001"/>
                <a:gd name="connsiteY5" fmla="*/ 570660 h 1766694"/>
                <a:gd name="connsiteX6" fmla="*/ 1898709 w 2080001"/>
                <a:gd name="connsiteY6" fmla="*/ 1640471 h 1766694"/>
                <a:gd name="connsiteX7" fmla="*/ 870368 w 2080001"/>
                <a:gd name="connsiteY7" fmla="*/ 1726623 h 1766694"/>
                <a:gd name="connsiteX0" fmla="*/ 870368 w 2056137"/>
                <a:gd name="connsiteY0" fmla="*/ 1726623 h 1757803"/>
                <a:gd name="connsiteX1" fmla="*/ 137191 w 2056137"/>
                <a:gd name="connsiteY1" fmla="*/ 1466583 h 1757803"/>
                <a:gd name="connsiteX2" fmla="*/ 27701 w 2056137"/>
                <a:gd name="connsiteY2" fmla="*/ 576329 h 1757803"/>
                <a:gd name="connsiteX3" fmla="*/ 472670 w 2056137"/>
                <a:gd name="connsiteY3" fmla="*/ 33593 h 1757803"/>
                <a:gd name="connsiteX4" fmla="*/ 1589148 w 2056137"/>
                <a:gd name="connsiteY4" fmla="*/ 113824 h 1757803"/>
                <a:gd name="connsiteX5" fmla="*/ 2053266 w 2056137"/>
                <a:gd name="connsiteY5" fmla="*/ 570660 h 1757803"/>
                <a:gd name="connsiteX6" fmla="*/ 1739451 w 2056137"/>
                <a:gd name="connsiteY6" fmla="*/ 1623460 h 1757803"/>
                <a:gd name="connsiteX7" fmla="*/ 870368 w 2056137"/>
                <a:gd name="connsiteY7" fmla="*/ 1726623 h 1757803"/>
                <a:gd name="connsiteX0" fmla="*/ 906469 w 2057307"/>
                <a:gd name="connsiteY0" fmla="*/ 1851372 h 1858399"/>
                <a:gd name="connsiteX1" fmla="*/ 138454 w 2057307"/>
                <a:gd name="connsiteY1" fmla="*/ 1466583 h 1858399"/>
                <a:gd name="connsiteX2" fmla="*/ 28964 w 2057307"/>
                <a:gd name="connsiteY2" fmla="*/ 576329 h 1858399"/>
                <a:gd name="connsiteX3" fmla="*/ 473933 w 2057307"/>
                <a:gd name="connsiteY3" fmla="*/ 33593 h 1858399"/>
                <a:gd name="connsiteX4" fmla="*/ 1590411 w 2057307"/>
                <a:gd name="connsiteY4" fmla="*/ 113824 h 1858399"/>
                <a:gd name="connsiteX5" fmla="*/ 2054529 w 2057307"/>
                <a:gd name="connsiteY5" fmla="*/ 570660 h 1858399"/>
                <a:gd name="connsiteX6" fmla="*/ 1740714 w 2057307"/>
                <a:gd name="connsiteY6" fmla="*/ 1623460 h 1858399"/>
                <a:gd name="connsiteX7" fmla="*/ 906469 w 2057307"/>
                <a:gd name="connsiteY7" fmla="*/ 1851372 h 1858399"/>
                <a:gd name="connsiteX0" fmla="*/ 896667 w 2047505"/>
                <a:gd name="connsiteY0" fmla="*/ 1851372 h 1856760"/>
                <a:gd name="connsiteX1" fmla="*/ 163490 w 2047505"/>
                <a:gd name="connsiteY1" fmla="*/ 1494935 h 1856760"/>
                <a:gd name="connsiteX2" fmla="*/ 19162 w 2047505"/>
                <a:gd name="connsiteY2" fmla="*/ 576329 h 1856760"/>
                <a:gd name="connsiteX3" fmla="*/ 464131 w 2047505"/>
                <a:gd name="connsiteY3" fmla="*/ 33593 h 1856760"/>
                <a:gd name="connsiteX4" fmla="*/ 1580609 w 2047505"/>
                <a:gd name="connsiteY4" fmla="*/ 113824 h 1856760"/>
                <a:gd name="connsiteX5" fmla="*/ 2044727 w 2047505"/>
                <a:gd name="connsiteY5" fmla="*/ 570660 h 1856760"/>
                <a:gd name="connsiteX6" fmla="*/ 1730912 w 2047505"/>
                <a:gd name="connsiteY6" fmla="*/ 1623460 h 1856760"/>
                <a:gd name="connsiteX7" fmla="*/ 896667 w 2047505"/>
                <a:gd name="connsiteY7" fmla="*/ 1851372 h 1856760"/>
                <a:gd name="connsiteX0" fmla="*/ 896667 w 2003466"/>
                <a:gd name="connsiteY0" fmla="*/ 1851372 h 1856524"/>
                <a:gd name="connsiteX1" fmla="*/ 163490 w 2003466"/>
                <a:gd name="connsiteY1" fmla="*/ 1494935 h 1856524"/>
                <a:gd name="connsiteX2" fmla="*/ 19162 w 2003466"/>
                <a:gd name="connsiteY2" fmla="*/ 576329 h 1856524"/>
                <a:gd name="connsiteX3" fmla="*/ 464131 w 2003466"/>
                <a:gd name="connsiteY3" fmla="*/ 33593 h 1856524"/>
                <a:gd name="connsiteX4" fmla="*/ 1580609 w 2003466"/>
                <a:gd name="connsiteY4" fmla="*/ 113824 h 1856524"/>
                <a:gd name="connsiteX5" fmla="*/ 1999936 w 2003466"/>
                <a:gd name="connsiteY5" fmla="*/ 593341 h 1856524"/>
                <a:gd name="connsiteX6" fmla="*/ 1730912 w 2003466"/>
                <a:gd name="connsiteY6" fmla="*/ 1623460 h 1856524"/>
                <a:gd name="connsiteX7" fmla="*/ 896667 w 2003466"/>
                <a:gd name="connsiteY7" fmla="*/ 1851372 h 1856524"/>
                <a:gd name="connsiteX0" fmla="*/ 824838 w 1931637"/>
                <a:gd name="connsiteY0" fmla="*/ 1856001 h 1861153"/>
                <a:gd name="connsiteX1" fmla="*/ 91661 w 1931637"/>
                <a:gd name="connsiteY1" fmla="*/ 1499564 h 1861153"/>
                <a:gd name="connsiteX2" fmla="*/ 43807 w 1931637"/>
                <a:gd name="connsiteY2" fmla="*/ 643768 h 1861153"/>
                <a:gd name="connsiteX3" fmla="*/ 392302 w 1931637"/>
                <a:gd name="connsiteY3" fmla="*/ 38222 h 1861153"/>
                <a:gd name="connsiteX4" fmla="*/ 1508780 w 1931637"/>
                <a:gd name="connsiteY4" fmla="*/ 118453 h 1861153"/>
                <a:gd name="connsiteX5" fmla="*/ 1928107 w 1931637"/>
                <a:gd name="connsiteY5" fmla="*/ 597970 h 1861153"/>
                <a:gd name="connsiteX6" fmla="*/ 1659083 w 1931637"/>
                <a:gd name="connsiteY6" fmla="*/ 1628089 h 1861153"/>
                <a:gd name="connsiteX7" fmla="*/ 824838 w 1931637"/>
                <a:gd name="connsiteY7" fmla="*/ 1856001 h 1861153"/>
                <a:gd name="connsiteX0" fmla="*/ 824838 w 1931637"/>
                <a:gd name="connsiteY0" fmla="*/ 1874491 h 1879643"/>
                <a:gd name="connsiteX1" fmla="*/ 91661 w 1931637"/>
                <a:gd name="connsiteY1" fmla="*/ 1518054 h 1879643"/>
                <a:gd name="connsiteX2" fmla="*/ 43807 w 1931637"/>
                <a:gd name="connsiteY2" fmla="*/ 662258 h 1879643"/>
                <a:gd name="connsiteX3" fmla="*/ 392302 w 1931637"/>
                <a:gd name="connsiteY3" fmla="*/ 56712 h 1879643"/>
                <a:gd name="connsiteX4" fmla="*/ 953825 w 1931637"/>
                <a:gd name="connsiteY4" fmla="*/ 34971 h 1879643"/>
                <a:gd name="connsiteX5" fmla="*/ 1508780 w 1931637"/>
                <a:gd name="connsiteY5" fmla="*/ 136943 h 1879643"/>
                <a:gd name="connsiteX6" fmla="*/ 1928107 w 1931637"/>
                <a:gd name="connsiteY6" fmla="*/ 616460 h 1879643"/>
                <a:gd name="connsiteX7" fmla="*/ 1659083 w 1931637"/>
                <a:gd name="connsiteY7" fmla="*/ 1646579 h 1879643"/>
                <a:gd name="connsiteX8" fmla="*/ 824838 w 1931637"/>
                <a:gd name="connsiteY8" fmla="*/ 1874491 h 1879643"/>
                <a:gd name="connsiteX0" fmla="*/ 863762 w 1970561"/>
                <a:gd name="connsiteY0" fmla="*/ 1874551 h 1879703"/>
                <a:gd name="connsiteX1" fmla="*/ 130585 w 1970561"/>
                <a:gd name="connsiteY1" fmla="*/ 1518114 h 1879703"/>
                <a:gd name="connsiteX2" fmla="*/ 82731 w 1970561"/>
                <a:gd name="connsiteY2" fmla="*/ 662318 h 1879703"/>
                <a:gd name="connsiteX3" fmla="*/ 992749 w 1970561"/>
                <a:gd name="connsiteY3" fmla="*/ 35031 h 1879703"/>
                <a:gd name="connsiteX4" fmla="*/ 1547704 w 1970561"/>
                <a:gd name="connsiteY4" fmla="*/ 137003 h 1879703"/>
                <a:gd name="connsiteX5" fmla="*/ 1967031 w 1970561"/>
                <a:gd name="connsiteY5" fmla="*/ 616520 h 1879703"/>
                <a:gd name="connsiteX6" fmla="*/ 1698007 w 1970561"/>
                <a:gd name="connsiteY6" fmla="*/ 1646639 h 1879703"/>
                <a:gd name="connsiteX7" fmla="*/ 863762 w 1970561"/>
                <a:gd name="connsiteY7" fmla="*/ 1874551 h 1879703"/>
                <a:gd name="connsiteX0" fmla="*/ 863762 w 2001868"/>
                <a:gd name="connsiteY0" fmla="*/ 1839654 h 1844806"/>
                <a:gd name="connsiteX1" fmla="*/ 130585 w 2001868"/>
                <a:gd name="connsiteY1" fmla="*/ 1483217 h 1844806"/>
                <a:gd name="connsiteX2" fmla="*/ 82731 w 2001868"/>
                <a:gd name="connsiteY2" fmla="*/ 627421 h 1844806"/>
                <a:gd name="connsiteX3" fmla="*/ 992749 w 2001868"/>
                <a:gd name="connsiteY3" fmla="*/ 134 h 1844806"/>
                <a:gd name="connsiteX4" fmla="*/ 1967031 w 2001868"/>
                <a:gd name="connsiteY4" fmla="*/ 581623 h 1844806"/>
                <a:gd name="connsiteX5" fmla="*/ 1698007 w 2001868"/>
                <a:gd name="connsiteY5" fmla="*/ 1611742 h 1844806"/>
                <a:gd name="connsiteX6" fmla="*/ 863762 w 2001868"/>
                <a:gd name="connsiteY6" fmla="*/ 1839654 h 1844806"/>
                <a:gd name="connsiteX0" fmla="*/ 863762 w 2001868"/>
                <a:gd name="connsiteY0" fmla="*/ 1839520 h 1844672"/>
                <a:gd name="connsiteX1" fmla="*/ 130585 w 2001868"/>
                <a:gd name="connsiteY1" fmla="*/ 1483083 h 1844672"/>
                <a:gd name="connsiteX2" fmla="*/ 82731 w 2001868"/>
                <a:gd name="connsiteY2" fmla="*/ 627287 h 1844672"/>
                <a:gd name="connsiteX3" fmla="*/ 992749 w 2001868"/>
                <a:gd name="connsiteY3" fmla="*/ 0 h 1844672"/>
                <a:gd name="connsiteX4" fmla="*/ 1967031 w 2001868"/>
                <a:gd name="connsiteY4" fmla="*/ 581489 h 1844672"/>
                <a:gd name="connsiteX5" fmla="*/ 1698007 w 2001868"/>
                <a:gd name="connsiteY5" fmla="*/ 1611608 h 1844672"/>
                <a:gd name="connsiteX6" fmla="*/ 863762 w 2001868"/>
                <a:gd name="connsiteY6" fmla="*/ 1839520 h 1844672"/>
                <a:gd name="connsiteX0" fmla="*/ 863762 w 2001868"/>
                <a:gd name="connsiteY0" fmla="*/ 1840982 h 1846134"/>
                <a:gd name="connsiteX1" fmla="*/ 130585 w 2001868"/>
                <a:gd name="connsiteY1" fmla="*/ 1484545 h 1846134"/>
                <a:gd name="connsiteX2" fmla="*/ 82731 w 2001868"/>
                <a:gd name="connsiteY2" fmla="*/ 628749 h 1846134"/>
                <a:gd name="connsiteX3" fmla="*/ 992749 w 2001868"/>
                <a:gd name="connsiteY3" fmla="*/ 1462 h 1846134"/>
                <a:gd name="connsiteX4" fmla="*/ 1967031 w 2001868"/>
                <a:gd name="connsiteY4" fmla="*/ 582951 h 1846134"/>
                <a:gd name="connsiteX5" fmla="*/ 1698007 w 2001868"/>
                <a:gd name="connsiteY5" fmla="*/ 1613070 h 1846134"/>
                <a:gd name="connsiteX6" fmla="*/ 863762 w 2001868"/>
                <a:gd name="connsiteY6" fmla="*/ 1840982 h 1846134"/>
                <a:gd name="connsiteX0" fmla="*/ 802969 w 1941075"/>
                <a:gd name="connsiteY0" fmla="*/ 1840523 h 1845675"/>
                <a:gd name="connsiteX1" fmla="*/ 69792 w 1941075"/>
                <a:gd name="connsiteY1" fmla="*/ 1484086 h 1845675"/>
                <a:gd name="connsiteX2" fmla="*/ 127599 w 1941075"/>
                <a:gd name="connsiteY2" fmla="*/ 471263 h 1845675"/>
                <a:gd name="connsiteX3" fmla="*/ 931956 w 1941075"/>
                <a:gd name="connsiteY3" fmla="*/ 1003 h 1845675"/>
                <a:gd name="connsiteX4" fmla="*/ 1906238 w 1941075"/>
                <a:gd name="connsiteY4" fmla="*/ 582492 h 1845675"/>
                <a:gd name="connsiteX5" fmla="*/ 1637214 w 1941075"/>
                <a:gd name="connsiteY5" fmla="*/ 1612611 h 1845675"/>
                <a:gd name="connsiteX6" fmla="*/ 802969 w 1941075"/>
                <a:gd name="connsiteY6" fmla="*/ 1840523 h 1845675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902827 w 1925308"/>
                <a:gd name="connsiteY0" fmla="*/ 1842165 h 1848429"/>
                <a:gd name="connsiteX1" fmla="*/ 76418 w 1925308"/>
                <a:gd name="connsiteY1" fmla="*/ 1483084 h 1848429"/>
                <a:gd name="connsiteX2" fmla="*/ 134225 w 1925308"/>
                <a:gd name="connsiteY2" fmla="*/ 470261 h 1848429"/>
                <a:gd name="connsiteX3" fmla="*/ 938582 w 1925308"/>
                <a:gd name="connsiteY3" fmla="*/ 1 h 1848429"/>
                <a:gd name="connsiteX4" fmla="*/ 1889894 w 1925308"/>
                <a:gd name="connsiteY4" fmla="*/ 471572 h 1848429"/>
                <a:gd name="connsiteX5" fmla="*/ 1643840 w 1925308"/>
                <a:gd name="connsiteY5" fmla="*/ 1611609 h 1848429"/>
                <a:gd name="connsiteX6" fmla="*/ 902827 w 1925308"/>
                <a:gd name="connsiteY6" fmla="*/ 1842165 h 1848429"/>
                <a:gd name="connsiteX0" fmla="*/ 906394 w 1928875"/>
                <a:gd name="connsiteY0" fmla="*/ 1842165 h 1848429"/>
                <a:gd name="connsiteX1" fmla="*/ 79985 w 1928875"/>
                <a:gd name="connsiteY1" fmla="*/ 1483084 h 1848429"/>
                <a:gd name="connsiteX2" fmla="*/ 137792 w 1928875"/>
                <a:gd name="connsiteY2" fmla="*/ 470261 h 1848429"/>
                <a:gd name="connsiteX3" fmla="*/ 1012641 w 1928875"/>
                <a:gd name="connsiteY3" fmla="*/ 1 h 1848429"/>
                <a:gd name="connsiteX4" fmla="*/ 1893461 w 1928875"/>
                <a:gd name="connsiteY4" fmla="*/ 471572 h 1848429"/>
                <a:gd name="connsiteX5" fmla="*/ 1647407 w 1928875"/>
                <a:gd name="connsiteY5" fmla="*/ 1611609 h 1848429"/>
                <a:gd name="connsiteX6" fmla="*/ 906394 w 1928875"/>
                <a:gd name="connsiteY6" fmla="*/ 1842165 h 1848429"/>
                <a:gd name="connsiteX0" fmla="*/ 906394 w 1928875"/>
                <a:gd name="connsiteY0" fmla="*/ 1848789 h 1855053"/>
                <a:gd name="connsiteX1" fmla="*/ 79985 w 1928875"/>
                <a:gd name="connsiteY1" fmla="*/ 1489708 h 1855053"/>
                <a:gd name="connsiteX2" fmla="*/ 137792 w 1928875"/>
                <a:gd name="connsiteY2" fmla="*/ 476885 h 1855053"/>
                <a:gd name="connsiteX3" fmla="*/ 1012641 w 1928875"/>
                <a:gd name="connsiteY3" fmla="*/ 6625 h 1855053"/>
                <a:gd name="connsiteX4" fmla="*/ 1893461 w 1928875"/>
                <a:gd name="connsiteY4" fmla="*/ 478196 h 1855053"/>
                <a:gd name="connsiteX5" fmla="*/ 1647407 w 1928875"/>
                <a:gd name="connsiteY5" fmla="*/ 1618233 h 1855053"/>
                <a:gd name="connsiteX6" fmla="*/ 906394 w 1928875"/>
                <a:gd name="connsiteY6" fmla="*/ 1848789 h 1855053"/>
                <a:gd name="connsiteX0" fmla="*/ 906747 w 1929228"/>
                <a:gd name="connsiteY0" fmla="*/ 1838396 h 1844660"/>
                <a:gd name="connsiteX1" fmla="*/ 80338 w 1929228"/>
                <a:gd name="connsiteY1" fmla="*/ 1479315 h 1844660"/>
                <a:gd name="connsiteX2" fmla="*/ 138145 w 1929228"/>
                <a:gd name="connsiteY2" fmla="*/ 466492 h 1844660"/>
                <a:gd name="connsiteX3" fmla="*/ 1019816 w 1929228"/>
                <a:gd name="connsiteY3" fmla="*/ 6810 h 1844660"/>
                <a:gd name="connsiteX4" fmla="*/ 1893814 w 1929228"/>
                <a:gd name="connsiteY4" fmla="*/ 467803 h 1844660"/>
                <a:gd name="connsiteX5" fmla="*/ 1647760 w 1929228"/>
                <a:gd name="connsiteY5" fmla="*/ 1607840 h 1844660"/>
                <a:gd name="connsiteX6" fmla="*/ 906747 w 1929228"/>
                <a:gd name="connsiteY6" fmla="*/ 1838396 h 1844660"/>
                <a:gd name="connsiteX0" fmla="*/ 887278 w 1928271"/>
                <a:gd name="connsiteY0" fmla="*/ 1833108 h 1839774"/>
                <a:gd name="connsiteX1" fmla="*/ 79061 w 1928271"/>
                <a:gd name="connsiteY1" fmla="*/ 1479315 h 1839774"/>
                <a:gd name="connsiteX2" fmla="*/ 136868 w 1928271"/>
                <a:gd name="connsiteY2" fmla="*/ 466492 h 1839774"/>
                <a:gd name="connsiteX3" fmla="*/ 1018539 w 1928271"/>
                <a:gd name="connsiteY3" fmla="*/ 6810 h 1839774"/>
                <a:gd name="connsiteX4" fmla="*/ 1892537 w 1928271"/>
                <a:gd name="connsiteY4" fmla="*/ 467803 h 1839774"/>
                <a:gd name="connsiteX5" fmla="*/ 1646483 w 1928271"/>
                <a:gd name="connsiteY5" fmla="*/ 1607840 h 1839774"/>
                <a:gd name="connsiteX6" fmla="*/ 887278 w 1928271"/>
                <a:gd name="connsiteY6" fmla="*/ 1833108 h 1839774"/>
                <a:gd name="connsiteX0" fmla="*/ 131181 w 1922584"/>
                <a:gd name="connsiteY0" fmla="*/ 466492 h 1839774"/>
                <a:gd name="connsiteX1" fmla="*/ 1012852 w 1922584"/>
                <a:gd name="connsiteY1" fmla="*/ 6810 h 1839774"/>
                <a:gd name="connsiteX2" fmla="*/ 1886850 w 1922584"/>
                <a:gd name="connsiteY2" fmla="*/ 467803 h 1839774"/>
                <a:gd name="connsiteX3" fmla="*/ 1640796 w 1922584"/>
                <a:gd name="connsiteY3" fmla="*/ 1607840 h 1839774"/>
                <a:gd name="connsiteX4" fmla="*/ 881591 w 1922584"/>
                <a:gd name="connsiteY4" fmla="*/ 1833108 h 1839774"/>
                <a:gd name="connsiteX5" fmla="*/ 73374 w 1922584"/>
                <a:gd name="connsiteY5" fmla="*/ 1479315 h 1839774"/>
                <a:gd name="connsiteX6" fmla="*/ 218501 w 1922584"/>
                <a:gd name="connsiteY6" fmla="*/ 568039 h 1839774"/>
                <a:gd name="connsiteX0" fmla="*/ 57807 w 1849210"/>
                <a:gd name="connsiteY0" fmla="*/ 466492 h 1839774"/>
                <a:gd name="connsiteX1" fmla="*/ 939478 w 1849210"/>
                <a:gd name="connsiteY1" fmla="*/ 6810 h 1839774"/>
                <a:gd name="connsiteX2" fmla="*/ 1813476 w 1849210"/>
                <a:gd name="connsiteY2" fmla="*/ 467803 h 1839774"/>
                <a:gd name="connsiteX3" fmla="*/ 1567422 w 1849210"/>
                <a:gd name="connsiteY3" fmla="*/ 1607840 h 1839774"/>
                <a:gd name="connsiteX4" fmla="*/ 808217 w 1849210"/>
                <a:gd name="connsiteY4" fmla="*/ 1833108 h 1839774"/>
                <a:gd name="connsiteX5" fmla="*/ 0 w 1849210"/>
                <a:gd name="connsiteY5" fmla="*/ 1479315 h 1839774"/>
                <a:gd name="connsiteX0" fmla="*/ 939478 w 1849210"/>
                <a:gd name="connsiteY0" fmla="*/ 0 h 1832964"/>
                <a:gd name="connsiteX1" fmla="*/ 1813476 w 1849210"/>
                <a:gd name="connsiteY1" fmla="*/ 460993 h 1832964"/>
                <a:gd name="connsiteX2" fmla="*/ 1567422 w 1849210"/>
                <a:gd name="connsiteY2" fmla="*/ 1601030 h 1832964"/>
                <a:gd name="connsiteX3" fmla="*/ 808217 w 1849210"/>
                <a:gd name="connsiteY3" fmla="*/ 1826298 h 1832964"/>
                <a:gd name="connsiteX4" fmla="*/ 0 w 1849210"/>
                <a:gd name="connsiteY4" fmla="*/ 1472505 h 1832964"/>
                <a:gd name="connsiteX0" fmla="*/ 131261 w 1040993"/>
                <a:gd name="connsiteY0" fmla="*/ 0 h 1832964"/>
                <a:gd name="connsiteX1" fmla="*/ 1005259 w 1040993"/>
                <a:gd name="connsiteY1" fmla="*/ 460993 h 1832964"/>
                <a:gd name="connsiteX2" fmla="*/ 759205 w 1040993"/>
                <a:gd name="connsiteY2" fmla="*/ 1601030 h 1832964"/>
                <a:gd name="connsiteX3" fmla="*/ 0 w 1040993"/>
                <a:gd name="connsiteY3" fmla="*/ 1826298 h 183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0993" h="1832964">
                  <a:moveTo>
                    <a:pt x="131261" y="0"/>
                  </a:moveTo>
                  <a:cubicBezTo>
                    <a:pt x="587027" y="53107"/>
                    <a:pt x="887716" y="192392"/>
                    <a:pt x="1005259" y="460993"/>
                  </a:cubicBezTo>
                  <a:cubicBezTo>
                    <a:pt x="1122802" y="729594"/>
                    <a:pt x="926748" y="1373479"/>
                    <a:pt x="759205" y="1601030"/>
                  </a:cubicBezTo>
                  <a:cubicBezTo>
                    <a:pt x="591662" y="1828581"/>
                    <a:pt x="261237" y="1847719"/>
                    <a:pt x="0" y="1826298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4DC094EC-8B1E-B287-C8F0-509EB76BDDFA}"/>
                </a:ext>
              </a:extLst>
            </p:cNvPr>
            <p:cNvSpPr/>
            <p:nvPr/>
          </p:nvSpPr>
          <p:spPr>
            <a:xfrm rot="5676904">
              <a:off x="5281753" y="5280235"/>
              <a:ext cx="1655326" cy="46156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97239"/>
                <a:gd name="connsiteY0" fmla="*/ 1032955 h 1032955"/>
                <a:gd name="connsiteX1" fmla="*/ 573003 w 2497239"/>
                <a:gd name="connsiteY1" fmla="*/ 71407 h 1032955"/>
                <a:gd name="connsiteX2" fmla="*/ 1689481 w 2497239"/>
                <a:gd name="connsiteY2" fmla="*/ 151638 h 1032955"/>
                <a:gd name="connsiteX3" fmla="*/ 2497239 w 2497239"/>
                <a:gd name="connsiteY3" fmla="*/ 931196 h 1032955"/>
                <a:gd name="connsiteX0" fmla="*/ 237 w 2474503"/>
                <a:gd name="connsiteY0" fmla="*/ 1029940 h 1029941"/>
                <a:gd name="connsiteX1" fmla="*/ 550267 w 2474503"/>
                <a:gd name="connsiteY1" fmla="*/ 71199 h 1029941"/>
                <a:gd name="connsiteX2" fmla="*/ 1666745 w 2474503"/>
                <a:gd name="connsiteY2" fmla="*/ 151430 h 1029941"/>
                <a:gd name="connsiteX3" fmla="*/ 2474503 w 2474503"/>
                <a:gd name="connsiteY3" fmla="*/ 930988 h 1029941"/>
                <a:gd name="connsiteX0" fmla="*/ 237 w 2467673"/>
                <a:gd name="connsiteY0" fmla="*/ 1029940 h 1029939"/>
                <a:gd name="connsiteX1" fmla="*/ 550267 w 2467673"/>
                <a:gd name="connsiteY1" fmla="*/ 71199 h 1029939"/>
                <a:gd name="connsiteX2" fmla="*/ 1666745 w 2467673"/>
                <a:gd name="connsiteY2" fmla="*/ 151430 h 1029939"/>
                <a:gd name="connsiteX3" fmla="*/ 2467673 w 2467673"/>
                <a:gd name="connsiteY3" fmla="*/ 922108 h 1029939"/>
                <a:gd name="connsiteX0" fmla="*/ 237 w 2458194"/>
                <a:gd name="connsiteY0" fmla="*/ 1029940 h 1029941"/>
                <a:gd name="connsiteX1" fmla="*/ 550267 w 2458194"/>
                <a:gd name="connsiteY1" fmla="*/ 71199 h 1029941"/>
                <a:gd name="connsiteX2" fmla="*/ 1666745 w 2458194"/>
                <a:gd name="connsiteY2" fmla="*/ 151430 h 1029941"/>
                <a:gd name="connsiteX3" fmla="*/ 2458194 w 2458194"/>
                <a:gd name="connsiteY3" fmla="*/ 923279 h 1029941"/>
                <a:gd name="connsiteX0" fmla="*/ 237 w 2466585"/>
                <a:gd name="connsiteY0" fmla="*/ 1029940 h 1029941"/>
                <a:gd name="connsiteX1" fmla="*/ 550267 w 2466585"/>
                <a:gd name="connsiteY1" fmla="*/ 71199 h 1029941"/>
                <a:gd name="connsiteX2" fmla="*/ 1666745 w 2466585"/>
                <a:gd name="connsiteY2" fmla="*/ 151430 h 1029941"/>
                <a:gd name="connsiteX3" fmla="*/ 2466584 w 2466585"/>
                <a:gd name="connsiteY3" fmla="*/ 1012889 h 1029941"/>
                <a:gd name="connsiteX0" fmla="*/ 237 w 2466584"/>
                <a:gd name="connsiteY0" fmla="*/ 1029940 h 1029941"/>
                <a:gd name="connsiteX1" fmla="*/ 550267 w 2466584"/>
                <a:gd name="connsiteY1" fmla="*/ 71199 h 1029941"/>
                <a:gd name="connsiteX2" fmla="*/ 1666745 w 2466584"/>
                <a:gd name="connsiteY2" fmla="*/ 151430 h 1029941"/>
                <a:gd name="connsiteX3" fmla="*/ 2466584 w 2466584"/>
                <a:gd name="connsiteY3" fmla="*/ 1012889 h 102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6584" h="1029941">
                  <a:moveTo>
                    <a:pt x="237" y="1029940"/>
                  </a:moveTo>
                  <a:cubicBezTo>
                    <a:pt x="-9325" y="674621"/>
                    <a:pt x="272516" y="217617"/>
                    <a:pt x="550267" y="71199"/>
                  </a:cubicBezTo>
                  <a:cubicBezTo>
                    <a:pt x="828018" y="-75219"/>
                    <a:pt x="1388908" y="30682"/>
                    <a:pt x="1666745" y="151430"/>
                  </a:cubicBezTo>
                  <a:cubicBezTo>
                    <a:pt x="1944582" y="272178"/>
                    <a:pt x="2460816" y="556353"/>
                    <a:pt x="2466584" y="1012889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5C68174F-4385-D4B9-E2F8-BB4B332DB109}"/>
                    </a:ext>
                  </a:extLst>
                </p:cNvPr>
                <p:cNvSpPr txBox="1"/>
                <p:nvPr/>
              </p:nvSpPr>
              <p:spPr>
                <a:xfrm>
                  <a:off x="4806752" y="5219454"/>
                  <a:ext cx="677943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3200" b="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5C68174F-4385-D4B9-E2F8-BB4B332DB1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6752" y="5219454"/>
                  <a:ext cx="677943" cy="584775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D2309CA4-BEF4-C91B-7164-E6F2EBD1C0A9}"/>
                    </a:ext>
                  </a:extLst>
                </p:cNvPr>
                <p:cNvSpPr txBox="1"/>
                <p:nvPr/>
              </p:nvSpPr>
              <p:spPr>
                <a:xfrm>
                  <a:off x="6276533" y="5194956"/>
                  <a:ext cx="7082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3200" b="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D2309CA4-BEF4-C91B-7164-E6F2EBD1C0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6533" y="5194956"/>
                  <a:ext cx="708271" cy="58477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C12930A-63BF-BDBB-71CE-1B264BE6B047}"/>
                  </a:ext>
                </a:extLst>
              </p:cNvPr>
              <p:cNvSpPr txBox="1"/>
              <p:nvPr/>
            </p:nvSpPr>
            <p:spPr>
              <a:xfrm>
                <a:off x="6899982" y="4322632"/>
                <a:ext cx="28468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C12930A-63BF-BDBB-71CE-1B264BE6B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982" y="4322632"/>
                <a:ext cx="2846869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8FF5E88-861C-0389-9832-5D574839A587}"/>
              </a:ext>
            </a:extLst>
          </p:cNvPr>
          <p:cNvCxnSpPr>
            <a:cxnSpLocks/>
          </p:cNvCxnSpPr>
          <p:nvPr/>
        </p:nvCxnSpPr>
        <p:spPr>
          <a:xfrm flipV="1">
            <a:off x="5620027" y="4519955"/>
            <a:ext cx="6889" cy="931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5CB31AB-ADAB-8A5A-6C44-5B1FE248C3B9}"/>
              </a:ext>
            </a:extLst>
          </p:cNvPr>
          <p:cNvSpPr txBox="1"/>
          <p:nvPr/>
        </p:nvSpPr>
        <p:spPr>
          <a:xfrm>
            <a:off x="4136787" y="5451438"/>
            <a:ext cx="23843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Nice pattern!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A49B38A-B9A7-F525-054F-02DF0881840E}"/>
              </a:ext>
            </a:extLst>
          </p:cNvPr>
          <p:cNvCxnSpPr>
            <a:cxnSpLocks/>
          </p:cNvCxnSpPr>
          <p:nvPr/>
        </p:nvCxnSpPr>
        <p:spPr>
          <a:xfrm flipH="1" flipV="1">
            <a:off x="705324" y="4519955"/>
            <a:ext cx="680569" cy="993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B2F555E-BF0B-1BA6-6BFF-3BBD802903B8}"/>
              </a:ext>
            </a:extLst>
          </p:cNvPr>
          <p:cNvCxnSpPr>
            <a:cxnSpLocks/>
          </p:cNvCxnSpPr>
          <p:nvPr/>
        </p:nvCxnSpPr>
        <p:spPr>
          <a:xfrm flipV="1">
            <a:off x="2888444" y="4477563"/>
            <a:ext cx="337987" cy="1035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6BA520A4-D1BF-0B54-EA6D-6CDE3A51CED1}"/>
              </a:ext>
            </a:extLst>
          </p:cNvPr>
          <p:cNvSpPr txBox="1"/>
          <p:nvPr/>
        </p:nvSpPr>
        <p:spPr>
          <a:xfrm>
            <a:off x="1385893" y="5152147"/>
            <a:ext cx="15556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 nice</a:t>
            </a:r>
            <a:br>
              <a:rPr lang="en-US" sz="3200" dirty="0"/>
            </a:br>
            <a:r>
              <a:rPr lang="en-US" sz="3200" dirty="0"/>
              <a:t>pattern!</a:t>
            </a:r>
          </a:p>
        </p:txBody>
      </p:sp>
    </p:spTree>
    <p:extLst>
      <p:ext uri="{BB962C8B-B14F-4D97-AF65-F5344CB8AC3E}">
        <p14:creationId xmlns:p14="http://schemas.microsoft.com/office/powerpoint/2010/main" val="166133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6" grpId="0"/>
      <p:bldP spid="7" grpId="0"/>
      <p:bldP spid="5" grpId="0"/>
      <p:bldP spid="8" grpId="0"/>
      <p:bldP spid="9" grpId="0"/>
      <p:bldP spid="49" grpId="0"/>
      <p:bldP spid="68" grpId="0"/>
      <p:bldP spid="11" grpId="0"/>
      <p:bldP spid="17" grpId="0"/>
      <p:bldP spid="18" grpId="0"/>
      <p:bldP spid="71" grpId="0"/>
      <p:bldP spid="85" grpId="0"/>
      <p:bldP spid="96" grpId="0"/>
      <p:bldP spid="9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AEA20-66B6-4A96-C660-7135D332C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9ADF40-F936-D5D5-5362-21EEFB188BCC}"/>
                  </a:ext>
                </a:extLst>
              </p:cNvPr>
              <p:cNvSpPr txBox="1"/>
              <p:nvPr/>
            </p:nvSpPr>
            <p:spPr>
              <a:xfrm>
                <a:off x="5514885" y="3086846"/>
                <a:ext cx="1671932" cy="1157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9ADF40-F936-D5D5-5362-21EEFB188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85" y="3086846"/>
                <a:ext cx="1671932" cy="11573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A36273-0FD1-2F64-5B10-C67868BDC733}"/>
                  </a:ext>
                </a:extLst>
              </p:cNvPr>
              <p:cNvSpPr txBox="1"/>
              <p:nvPr/>
            </p:nvSpPr>
            <p:spPr>
              <a:xfrm>
                <a:off x="5514885" y="5371277"/>
                <a:ext cx="1727396" cy="11020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A36273-0FD1-2F64-5B10-C67868BDC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85" y="5371277"/>
                <a:ext cx="1727396" cy="11020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9DDA6AA-EE74-FFEA-6846-B666FF8D3E27}"/>
                  </a:ext>
                </a:extLst>
              </p:cNvPr>
              <p:cNvSpPr txBox="1"/>
              <p:nvPr/>
            </p:nvSpPr>
            <p:spPr>
              <a:xfrm>
                <a:off x="673265" y="2426622"/>
                <a:ext cx="5425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9DDA6AA-EE74-FFEA-6846-B666FF8D3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65" y="2426622"/>
                <a:ext cx="54252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A26C13-1D9D-2FFE-2695-BC882483C70E}"/>
                  </a:ext>
                </a:extLst>
              </p:cNvPr>
              <p:cNvSpPr txBox="1"/>
              <p:nvPr/>
            </p:nvSpPr>
            <p:spPr>
              <a:xfrm>
                <a:off x="691988" y="3373143"/>
                <a:ext cx="50507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A26C13-1D9D-2FFE-2695-BC882483C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88" y="3373143"/>
                <a:ext cx="50507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61BA30-40E7-BD70-B5CB-55BD44392C11}"/>
                  </a:ext>
                </a:extLst>
              </p:cNvPr>
              <p:cNvSpPr txBox="1"/>
              <p:nvPr/>
            </p:nvSpPr>
            <p:spPr>
              <a:xfrm>
                <a:off x="629888" y="5629906"/>
                <a:ext cx="5471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61BA30-40E7-BD70-B5CB-55BD44392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88" y="5629906"/>
                <a:ext cx="547136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6DF2459-0E6A-008C-0D16-CC83189D7C88}"/>
                  </a:ext>
                </a:extLst>
              </p:cNvPr>
              <p:cNvSpPr txBox="1"/>
              <p:nvPr/>
            </p:nvSpPr>
            <p:spPr>
              <a:xfrm>
                <a:off x="2819111" y="2426622"/>
                <a:ext cx="11358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6DF2459-0E6A-008C-0D16-CC83189D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111" y="2426622"/>
                <a:ext cx="1135824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B1EC90-F39B-A146-B5F9-C35C755D2DE2}"/>
                  </a:ext>
                </a:extLst>
              </p:cNvPr>
              <p:cNvSpPr txBox="1"/>
              <p:nvPr/>
            </p:nvSpPr>
            <p:spPr>
              <a:xfrm>
                <a:off x="2761403" y="3373143"/>
                <a:ext cx="125124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B1EC90-F39B-A146-B5F9-C35C755D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403" y="3373143"/>
                <a:ext cx="125124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C796678-65AF-5B40-9631-45D712399C5C}"/>
                  </a:ext>
                </a:extLst>
              </p:cNvPr>
              <p:cNvSpPr txBox="1"/>
              <p:nvPr/>
            </p:nvSpPr>
            <p:spPr>
              <a:xfrm>
                <a:off x="2767335" y="5629906"/>
                <a:ext cx="12393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C796678-65AF-5B40-9631-45D712399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335" y="5629906"/>
                <a:ext cx="123937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1D8C934-772E-3FC9-EB45-70343988C14F}"/>
                  </a:ext>
                </a:extLst>
              </p:cNvPr>
              <p:cNvSpPr txBox="1"/>
              <p:nvPr/>
            </p:nvSpPr>
            <p:spPr>
              <a:xfrm>
                <a:off x="1638226" y="2365066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1D8C934-772E-3FC9-EB45-70343988C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26" y="2365066"/>
                <a:ext cx="744114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0776B0-83F4-C20B-2EDA-4C75DA31F3F1}"/>
                  </a:ext>
                </a:extLst>
              </p:cNvPr>
              <p:cNvSpPr txBox="1"/>
              <p:nvPr/>
            </p:nvSpPr>
            <p:spPr>
              <a:xfrm>
                <a:off x="1638226" y="3311587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0776B0-83F4-C20B-2EDA-4C75DA31F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26" y="3311587"/>
                <a:ext cx="744114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32F1882-48A1-1A2D-9A60-AA1D9FF354D0}"/>
                  </a:ext>
                </a:extLst>
              </p:cNvPr>
              <p:cNvSpPr txBox="1"/>
              <p:nvPr/>
            </p:nvSpPr>
            <p:spPr>
              <a:xfrm>
                <a:off x="1638226" y="5568350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32F1882-48A1-1A2D-9A60-AA1D9FF35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26" y="5568350"/>
                <a:ext cx="744114" cy="707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29956C3-6709-DA0D-701D-DEB0C7E02F3B}"/>
                  </a:ext>
                </a:extLst>
              </p:cNvPr>
              <p:cNvSpPr txBox="1"/>
              <p:nvPr/>
            </p:nvSpPr>
            <p:spPr>
              <a:xfrm>
                <a:off x="4391706" y="3311587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29956C3-6709-DA0D-701D-DEB0C7E02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706" y="3311587"/>
                <a:ext cx="744114" cy="7078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273E139-D28F-07A3-EC95-83BE2809D2F1}"/>
                  </a:ext>
                </a:extLst>
              </p:cNvPr>
              <p:cNvSpPr txBox="1"/>
              <p:nvPr/>
            </p:nvSpPr>
            <p:spPr>
              <a:xfrm>
                <a:off x="4391706" y="5568350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273E139-D28F-07A3-EC95-83BE2809D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706" y="5568350"/>
                <a:ext cx="744114" cy="7078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727744-00BE-0112-845B-A84D36772FEF}"/>
                  </a:ext>
                </a:extLst>
              </p:cNvPr>
              <p:cNvSpPr txBox="1"/>
              <p:nvPr/>
            </p:nvSpPr>
            <p:spPr>
              <a:xfrm>
                <a:off x="5514885" y="4258108"/>
                <a:ext cx="1843004" cy="1099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727744-00BE-0112-845B-A84D36772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85" y="4258108"/>
                <a:ext cx="1843004" cy="10992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4DED61-55DF-69E6-3DCE-CC40350BE5F9}"/>
                  </a:ext>
                </a:extLst>
              </p:cNvPr>
              <p:cNvSpPr txBox="1"/>
              <p:nvPr/>
            </p:nvSpPr>
            <p:spPr>
              <a:xfrm>
                <a:off x="644604" y="4515358"/>
                <a:ext cx="50206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4DED61-55DF-69E6-3DCE-CC40350BE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04" y="4515358"/>
                <a:ext cx="502061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BC5865-2BD8-E748-2C59-211984BC051A}"/>
                  </a:ext>
                </a:extLst>
              </p:cNvPr>
              <p:cNvSpPr txBox="1"/>
              <p:nvPr/>
            </p:nvSpPr>
            <p:spPr>
              <a:xfrm>
                <a:off x="2804588" y="4515358"/>
                <a:ext cx="1164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BC5865-2BD8-E748-2C59-211984BC0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588" y="4515358"/>
                <a:ext cx="1164871" cy="5847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AAF6CB-8743-3E53-5FC1-84589C848C2C}"/>
                  </a:ext>
                </a:extLst>
              </p:cNvPr>
              <p:cNvSpPr txBox="1"/>
              <p:nvPr/>
            </p:nvSpPr>
            <p:spPr>
              <a:xfrm>
                <a:off x="1638226" y="4453802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AAF6CB-8743-3E53-5FC1-84589C848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26" y="4453802"/>
                <a:ext cx="744114" cy="70788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2E7FEC-D02D-C75A-934D-866A99D66BF1}"/>
                  </a:ext>
                </a:extLst>
              </p:cNvPr>
              <p:cNvSpPr txBox="1"/>
              <p:nvPr/>
            </p:nvSpPr>
            <p:spPr>
              <a:xfrm>
                <a:off x="4391706" y="4453802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2E7FEC-D02D-C75A-934D-866A99D66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706" y="4453802"/>
                <a:ext cx="744114" cy="70788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EFBF5DF-267B-5EC6-5CDC-DDE06F8983DE}"/>
              </a:ext>
            </a:extLst>
          </p:cNvPr>
          <p:cNvSpPr txBox="1"/>
          <p:nvPr/>
        </p:nvSpPr>
        <p:spPr>
          <a:xfrm>
            <a:off x="476318" y="399441"/>
            <a:ext cx="3598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Start with finite regions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D2710D-DAF7-E4A5-49A1-8640B273D586}"/>
              </a:ext>
            </a:extLst>
          </p:cNvPr>
          <p:cNvSpPr txBox="1"/>
          <p:nvPr/>
        </p:nvSpPr>
        <p:spPr>
          <a:xfrm>
            <a:off x="1194972" y="1132460"/>
            <a:ext cx="27589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Representing the shape</a:t>
            </a:r>
            <a:br>
              <a:rPr lang="en-US" dirty="0"/>
            </a:br>
            <a:r>
              <a:rPr lang="en-US" dirty="0"/>
              <a:t>of the measurement region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C7CB61-BD36-2490-2B6D-B235EF4F2195}"/>
              </a:ext>
            </a:extLst>
          </p:cNvPr>
          <p:cNvSpPr txBox="1"/>
          <p:nvPr/>
        </p:nvSpPr>
        <p:spPr>
          <a:xfrm>
            <a:off x="4391706" y="445607"/>
            <a:ext cx="33567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Define additive/linear</a:t>
            </a:r>
            <a:br>
              <a:rPr lang="en-US" sz="2800" dirty="0"/>
            </a:br>
            <a:r>
              <a:rPr lang="en-US" sz="2800" dirty="0"/>
              <a:t>functionals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6A8F93-80DD-61F4-C6D7-AB875AAEBE98}"/>
              </a:ext>
            </a:extLst>
          </p:cNvPr>
          <p:cNvCxnSpPr/>
          <p:nvPr/>
        </p:nvCxnSpPr>
        <p:spPr>
          <a:xfrm flipH="1">
            <a:off x="3530991" y="1498209"/>
            <a:ext cx="1378634" cy="928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6AFED17-0B5B-C794-2236-04DE7DC516D9}"/>
              </a:ext>
            </a:extLst>
          </p:cNvPr>
          <p:cNvCxnSpPr/>
          <p:nvPr/>
        </p:nvCxnSpPr>
        <p:spPr>
          <a:xfrm flipH="1">
            <a:off x="998806" y="922660"/>
            <a:ext cx="84406" cy="1442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5FFAA33-5942-76E0-CC65-02778FCD9D96}"/>
              </a:ext>
            </a:extLst>
          </p:cNvPr>
          <p:cNvSpPr txBox="1"/>
          <p:nvPr/>
        </p:nvSpPr>
        <p:spPr>
          <a:xfrm>
            <a:off x="4391706" y="1859414"/>
            <a:ext cx="2342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Representing the value</a:t>
            </a:r>
            <a:br>
              <a:rPr lang="en-US" dirty="0"/>
            </a:br>
            <a:r>
              <a:rPr lang="en-US" dirty="0"/>
              <a:t>of our measurement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395F5C-7F58-7D05-2160-98D4CEAD523B}"/>
              </a:ext>
            </a:extLst>
          </p:cNvPr>
          <p:cNvSpPr txBox="1"/>
          <p:nvPr/>
        </p:nvSpPr>
        <p:spPr>
          <a:xfrm>
            <a:off x="8064913" y="445607"/>
            <a:ext cx="40051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If smooth, functional</a:t>
            </a:r>
            <a:br>
              <a:rPr lang="en-US" sz="2800" dirty="0"/>
            </a:br>
            <a:r>
              <a:rPr lang="en-US" sz="2800" dirty="0"/>
              <a:t>is the infinite sum of</a:t>
            </a:r>
            <a:br>
              <a:rPr lang="en-US" sz="2800" dirty="0"/>
            </a:br>
            <a:r>
              <a:rPr lang="en-US" sz="2800" dirty="0"/>
              <a:t>infinitesimal contributions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4770ADF-1FFB-5AB3-0AEA-FBEA9CEEC059}"/>
              </a:ext>
            </a:extLst>
          </p:cNvPr>
          <p:cNvCxnSpPr/>
          <p:nvPr/>
        </p:nvCxnSpPr>
        <p:spPr>
          <a:xfrm flipH="1">
            <a:off x="7336631" y="1985963"/>
            <a:ext cx="1035844" cy="1228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AFA9596-3E00-7827-4E44-30902DBF5F15}"/>
              </a:ext>
            </a:extLst>
          </p:cNvPr>
          <p:cNvSpPr txBox="1"/>
          <p:nvPr/>
        </p:nvSpPr>
        <p:spPr>
          <a:xfrm>
            <a:off x="7854553" y="3109570"/>
            <a:ext cx="3755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 nice pattern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Expressions only work in 3D!</a:t>
            </a:r>
          </a:p>
        </p:txBody>
      </p:sp>
    </p:spTree>
    <p:extLst>
      <p:ext uri="{BB962C8B-B14F-4D97-AF65-F5344CB8AC3E}">
        <p14:creationId xmlns:p14="http://schemas.microsoft.com/office/powerpoint/2010/main" val="403789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9" grpId="0"/>
      <p:bldP spid="11" grpId="0"/>
      <p:bldP spid="18" grpId="0"/>
      <p:bldP spid="23" grpId="0"/>
      <p:bldP spid="24" grpId="0"/>
      <p:bldP spid="26" grpId="0"/>
      <p:bldP spid="27" grpId="0"/>
      <p:bldP spid="29" grpId="0"/>
      <p:bldP spid="5" grpId="0"/>
      <p:bldP spid="7" grpId="0"/>
      <p:bldP spid="8" grpId="0"/>
      <p:bldP spid="9" grpId="0"/>
      <p:bldP spid="21" grpId="0"/>
      <p:bldP spid="33" grpId="0"/>
      <p:bldP spid="34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A72323-D244-1955-3C43-3BCAA692334B}"/>
                  </a:ext>
                </a:extLst>
              </p:cNvPr>
              <p:cNvSpPr txBox="1"/>
              <p:nvPr/>
            </p:nvSpPr>
            <p:spPr>
              <a:xfrm>
                <a:off x="535730" y="407835"/>
                <a:ext cx="530863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sz="32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A72323-D244-1955-3C43-3BCAA6923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30" y="407835"/>
                <a:ext cx="5308633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622689-214F-00D0-47F8-BA48C1C1D541}"/>
                  </a:ext>
                </a:extLst>
              </p:cNvPr>
              <p:cNvSpPr txBox="1"/>
              <p:nvPr/>
            </p:nvSpPr>
            <p:spPr>
              <a:xfrm>
                <a:off x="535730" y="1211586"/>
                <a:ext cx="686764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𝑑𝑦𝑑𝑧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𝑑𝑧𝑑𝑥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𝑑𝑥𝑑𝑦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622689-214F-00D0-47F8-BA48C1C1D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30" y="1211586"/>
                <a:ext cx="6867649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1C2787-E037-786A-D886-39921862A708}"/>
                  </a:ext>
                </a:extLst>
              </p:cNvPr>
              <p:cNvSpPr txBox="1"/>
              <p:nvPr/>
            </p:nvSpPr>
            <p:spPr>
              <a:xfrm>
                <a:off x="859580" y="2729718"/>
                <a:ext cx="314817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𝑑𝑥𝑑𝑦𝑑𝑧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1C2787-E037-786A-D886-39921862A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580" y="2729718"/>
                <a:ext cx="314817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0B8A4B-FF1F-4D17-15D5-05148CA07FB0}"/>
                  </a:ext>
                </a:extLst>
              </p:cNvPr>
              <p:cNvSpPr txBox="1"/>
              <p:nvPr/>
            </p:nvSpPr>
            <p:spPr>
              <a:xfrm>
                <a:off x="1861610" y="2015337"/>
                <a:ext cx="6238053" cy="623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𝑦𝑧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𝑑𝑦𝑑𝑧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𝑧𝑥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𝑑𝑧𝑑𝑥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𝑑𝑥𝑑𝑦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0B8A4B-FF1F-4D17-15D5-05148CA07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610" y="2015337"/>
                <a:ext cx="6238053" cy="6236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974E57-FE4F-380D-4A39-CEAC794DFC2D}"/>
                  </a:ext>
                </a:extLst>
              </p:cNvPr>
              <p:cNvSpPr txBox="1"/>
              <p:nvPr/>
            </p:nvSpPr>
            <p:spPr>
              <a:xfrm>
                <a:off x="8160623" y="514916"/>
                <a:ext cx="1659942" cy="6008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974E57-FE4F-380D-4A39-CEAC794DF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623" y="514916"/>
                <a:ext cx="1659942" cy="6008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C29530-E257-43F0-5830-4EA07F2373B7}"/>
                  </a:ext>
                </a:extLst>
              </p:cNvPr>
              <p:cNvSpPr txBox="1"/>
              <p:nvPr/>
            </p:nvSpPr>
            <p:spPr>
              <a:xfrm>
                <a:off x="8160623" y="2015337"/>
                <a:ext cx="2515689" cy="6517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C29530-E257-43F0-5830-4EA07F237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623" y="2015337"/>
                <a:ext cx="2515689" cy="6517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44603F-12B3-0337-34A4-02F3B2A99BEF}"/>
                  </a:ext>
                </a:extLst>
              </p:cNvPr>
              <p:cNvSpPr txBox="1"/>
              <p:nvPr/>
            </p:nvSpPr>
            <p:spPr>
              <a:xfrm>
                <a:off x="1678730" y="3342803"/>
                <a:ext cx="2826799" cy="623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𝑥𝑦𝑧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𝑑𝑥𝑑𝑦𝑑𝑧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44603F-12B3-0337-34A4-02F3B2A99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730" y="3342803"/>
                <a:ext cx="2826799" cy="6236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ED5073-0C63-7515-B55E-2ACABE744398}"/>
                  </a:ext>
                </a:extLst>
              </p:cNvPr>
              <p:cNvSpPr txBox="1"/>
              <p:nvPr/>
            </p:nvSpPr>
            <p:spPr>
              <a:xfrm>
                <a:off x="8160623" y="3328760"/>
                <a:ext cx="3361177" cy="6517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ED5073-0C63-7515-B55E-2ACABE744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623" y="3328760"/>
                <a:ext cx="3361177" cy="6517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E9C5A52-A294-772C-7C34-8D9236160903}"/>
              </a:ext>
            </a:extLst>
          </p:cNvPr>
          <p:cNvSpPr txBox="1"/>
          <p:nvPr/>
        </p:nvSpPr>
        <p:spPr>
          <a:xfrm>
            <a:off x="1056640" y="4826000"/>
            <a:ext cx="7470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Anti-symmetric linear functions of n vectors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1B0D96-466B-314A-7B33-665B20690AC2}"/>
              </a:ext>
            </a:extLst>
          </p:cNvPr>
          <p:cNvCxnSpPr/>
          <p:nvPr/>
        </p:nvCxnSpPr>
        <p:spPr>
          <a:xfrm flipV="1">
            <a:off x="7581313" y="3980477"/>
            <a:ext cx="1064847" cy="93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6C06C92-1E41-8B0B-FA65-E7EC01890E9B}"/>
              </a:ext>
            </a:extLst>
          </p:cNvPr>
          <p:cNvCxnSpPr/>
          <p:nvPr/>
        </p:nvCxnSpPr>
        <p:spPr>
          <a:xfrm flipV="1">
            <a:off x="7294880" y="2638969"/>
            <a:ext cx="1483360" cy="2258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BE4D4A-43BC-070B-7F7B-466228984A05}"/>
              </a:ext>
            </a:extLst>
          </p:cNvPr>
          <p:cNvCxnSpPr/>
          <p:nvPr/>
        </p:nvCxnSpPr>
        <p:spPr>
          <a:xfrm flipV="1">
            <a:off x="7010400" y="1115721"/>
            <a:ext cx="1717040" cy="3710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4CA1210-B075-8737-B5CF-E0241C48B1E8}"/>
              </a:ext>
            </a:extLst>
          </p:cNvPr>
          <p:cNvSpPr txBox="1"/>
          <p:nvPr/>
        </p:nvSpPr>
        <p:spPr>
          <a:xfrm>
            <a:off x="3986675" y="5501524"/>
            <a:ext cx="23843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Nice pattern!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328F87F-A21D-99AB-989D-E6FB97CCEC59}"/>
                  </a:ext>
                </a:extLst>
              </p:cNvPr>
              <p:cNvSpPr txBox="1"/>
              <p:nvPr/>
            </p:nvSpPr>
            <p:spPr>
              <a:xfrm>
                <a:off x="535729" y="4103830"/>
                <a:ext cx="192270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328F87F-A21D-99AB-989D-E6FB97CCE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29" y="4103830"/>
                <a:ext cx="1922706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7C5429-4853-FA70-FB7F-133D3435BF77}"/>
              </a:ext>
            </a:extLst>
          </p:cNvPr>
          <p:cNvCxnSpPr/>
          <p:nvPr/>
        </p:nvCxnSpPr>
        <p:spPr>
          <a:xfrm flipH="1" flipV="1">
            <a:off x="2672080" y="4541520"/>
            <a:ext cx="927723" cy="355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00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1" grpId="0"/>
      <p:bldP spid="12" grpId="0"/>
      <p:bldP spid="17" grpId="0"/>
      <p:bldP spid="24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40593-CC6B-17CE-ABCE-250EFE139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744F7D4-D109-FE66-6A4A-E99A2BE47C39}"/>
              </a:ext>
            </a:extLst>
          </p:cNvPr>
          <p:cNvSpPr txBox="1"/>
          <p:nvPr/>
        </p:nvSpPr>
        <p:spPr>
          <a:xfrm>
            <a:off x="4462893" y="1963291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smooth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205BF2-773B-C14F-E576-B4F1EE2AA00E}"/>
                  </a:ext>
                </a:extLst>
              </p:cNvPr>
              <p:cNvSpPr txBox="1"/>
              <p:nvPr/>
            </p:nvSpPr>
            <p:spPr>
              <a:xfrm>
                <a:off x="5514885" y="3086846"/>
                <a:ext cx="1605504" cy="1157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205BF2-773B-C14F-E576-B4F1EE2AA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85" y="3086846"/>
                <a:ext cx="1605504" cy="11573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5178A1-6501-D35C-6582-CD1CD7F4DC04}"/>
                  </a:ext>
                </a:extLst>
              </p:cNvPr>
              <p:cNvSpPr txBox="1"/>
              <p:nvPr/>
            </p:nvSpPr>
            <p:spPr>
              <a:xfrm>
                <a:off x="5514885" y="234749"/>
                <a:ext cx="5021696" cy="1101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⋯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5178A1-6501-D35C-6582-CD1CD7F4D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85" y="234749"/>
                <a:ext cx="5021696" cy="11019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7C331B-98B1-7B3F-8D27-EB060A101CD7}"/>
                  </a:ext>
                </a:extLst>
              </p:cNvPr>
              <p:cNvSpPr txBox="1"/>
              <p:nvPr/>
            </p:nvSpPr>
            <p:spPr>
              <a:xfrm>
                <a:off x="5514885" y="5371277"/>
                <a:ext cx="3651577" cy="11020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7C331B-98B1-7B3F-8D27-EB060A101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85" y="5371277"/>
                <a:ext cx="3651577" cy="11020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A98F77-07DA-3D7A-6C6B-0FB28F3771EE}"/>
                  </a:ext>
                </a:extLst>
              </p:cNvPr>
              <p:cNvSpPr txBox="1"/>
              <p:nvPr/>
            </p:nvSpPr>
            <p:spPr>
              <a:xfrm>
                <a:off x="673265" y="2426622"/>
                <a:ext cx="5425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A98F77-07DA-3D7A-6C6B-0FB28F377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65" y="2426622"/>
                <a:ext cx="54252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080350-B1CE-61C4-6AD2-CFAD6F682198}"/>
                  </a:ext>
                </a:extLst>
              </p:cNvPr>
              <p:cNvSpPr txBox="1"/>
              <p:nvPr/>
            </p:nvSpPr>
            <p:spPr>
              <a:xfrm>
                <a:off x="691988" y="3373143"/>
                <a:ext cx="50507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080350-B1CE-61C4-6AD2-CFAD6F682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88" y="3373143"/>
                <a:ext cx="50507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0BD86EE-2D90-59F6-7148-209086A833BA}"/>
                  </a:ext>
                </a:extLst>
              </p:cNvPr>
              <p:cNvSpPr txBox="1"/>
              <p:nvPr/>
            </p:nvSpPr>
            <p:spPr>
              <a:xfrm>
                <a:off x="644604" y="491999"/>
                <a:ext cx="722057" cy="5936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0BD86EE-2D90-59F6-7148-209086A83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04" y="491999"/>
                <a:ext cx="722057" cy="5936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7DEB4C-3C1F-56E6-FE05-C9634FF2D0DF}"/>
                  </a:ext>
                </a:extLst>
              </p:cNvPr>
              <p:cNvSpPr txBox="1"/>
              <p:nvPr/>
            </p:nvSpPr>
            <p:spPr>
              <a:xfrm>
                <a:off x="629888" y="5629906"/>
                <a:ext cx="5471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7DEB4C-3C1F-56E6-FE05-C9634FF2D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88" y="5629906"/>
                <a:ext cx="547136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4B2378-FE61-C52B-1C79-8E5DA508F617}"/>
                  </a:ext>
                </a:extLst>
              </p:cNvPr>
              <p:cNvSpPr txBox="1"/>
              <p:nvPr/>
            </p:nvSpPr>
            <p:spPr>
              <a:xfrm>
                <a:off x="2819111" y="2426622"/>
                <a:ext cx="11358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4B2378-FE61-C52B-1C79-8E5DA508F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111" y="2426622"/>
                <a:ext cx="1135824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3F974B-5538-DAAE-2ECB-04DC0B7BDC8B}"/>
                  </a:ext>
                </a:extLst>
              </p:cNvPr>
              <p:cNvSpPr txBox="1"/>
              <p:nvPr/>
            </p:nvSpPr>
            <p:spPr>
              <a:xfrm>
                <a:off x="2761403" y="3373143"/>
                <a:ext cx="125124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3F974B-5538-DAAE-2ECB-04DC0B7BD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403" y="3373143"/>
                <a:ext cx="1251240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4F15B0-32C9-4E28-6AF5-0909655CFE72}"/>
                  </a:ext>
                </a:extLst>
              </p:cNvPr>
              <p:cNvSpPr txBox="1"/>
              <p:nvPr/>
            </p:nvSpPr>
            <p:spPr>
              <a:xfrm>
                <a:off x="2804588" y="491999"/>
                <a:ext cx="1502911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4F15B0-32C9-4E28-6AF5-0909655CF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588" y="491999"/>
                <a:ext cx="1502911" cy="64819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45D064C-9F41-F0AD-578C-1FB61AE0E947}"/>
                  </a:ext>
                </a:extLst>
              </p:cNvPr>
              <p:cNvSpPr txBox="1"/>
              <p:nvPr/>
            </p:nvSpPr>
            <p:spPr>
              <a:xfrm>
                <a:off x="2767335" y="5629906"/>
                <a:ext cx="12393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45D064C-9F41-F0AD-578C-1FB61AE0E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335" y="5629906"/>
                <a:ext cx="1239377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24A7CD-3C7E-2721-3EBB-A8CA08A07BD8}"/>
                  </a:ext>
                </a:extLst>
              </p:cNvPr>
              <p:cNvSpPr txBox="1"/>
              <p:nvPr/>
            </p:nvSpPr>
            <p:spPr>
              <a:xfrm>
                <a:off x="1638226" y="2365066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24A7CD-3C7E-2721-3EBB-A8CA08A07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26" y="2365066"/>
                <a:ext cx="744114" cy="7078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D727DF-52D0-60C5-5D0F-43FC4B6004B1}"/>
                  </a:ext>
                </a:extLst>
              </p:cNvPr>
              <p:cNvSpPr txBox="1"/>
              <p:nvPr/>
            </p:nvSpPr>
            <p:spPr>
              <a:xfrm>
                <a:off x="1638226" y="3311587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D727DF-52D0-60C5-5D0F-43FC4B600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26" y="3311587"/>
                <a:ext cx="744114" cy="7078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ACE18C-DAA3-DFA2-2E4A-C8CEC29DBAB2}"/>
                  </a:ext>
                </a:extLst>
              </p:cNvPr>
              <p:cNvSpPr txBox="1"/>
              <p:nvPr/>
            </p:nvSpPr>
            <p:spPr>
              <a:xfrm>
                <a:off x="1638226" y="430443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CACE18C-DAA3-DFA2-2E4A-C8CEC29DB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26" y="430443"/>
                <a:ext cx="744114" cy="7078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E8CDCD-B342-E708-BA7A-91EE451AE767}"/>
                  </a:ext>
                </a:extLst>
              </p:cNvPr>
              <p:cNvSpPr txBox="1"/>
              <p:nvPr/>
            </p:nvSpPr>
            <p:spPr>
              <a:xfrm>
                <a:off x="1638226" y="5568350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E8CDCD-B342-E708-BA7A-91EE451AE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26" y="5568350"/>
                <a:ext cx="744114" cy="70788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1EC3495-1A67-BC92-A597-77CE5E84A0C3}"/>
                  </a:ext>
                </a:extLst>
              </p:cNvPr>
              <p:cNvSpPr txBox="1"/>
              <p:nvPr/>
            </p:nvSpPr>
            <p:spPr>
              <a:xfrm>
                <a:off x="4391706" y="3311587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1EC3495-1A67-BC92-A597-77CE5E84A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706" y="3311587"/>
                <a:ext cx="744114" cy="70788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C51C39-46E9-72BA-CF4F-351D6C801041}"/>
                  </a:ext>
                </a:extLst>
              </p:cNvPr>
              <p:cNvSpPr txBox="1"/>
              <p:nvPr/>
            </p:nvSpPr>
            <p:spPr>
              <a:xfrm>
                <a:off x="4391706" y="430443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C51C39-46E9-72BA-CF4F-351D6C801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706" y="430443"/>
                <a:ext cx="744114" cy="70788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8E949CC-8009-425C-CC9A-4A39ED418481}"/>
                  </a:ext>
                </a:extLst>
              </p:cNvPr>
              <p:cNvSpPr txBox="1"/>
              <p:nvPr/>
            </p:nvSpPr>
            <p:spPr>
              <a:xfrm>
                <a:off x="4391706" y="5568350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8E949CC-8009-425C-CC9A-4A39ED418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706" y="5568350"/>
                <a:ext cx="744114" cy="70788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7215FEFF-4ED1-7F41-73D5-0D36F3E8ACD4}"/>
              </a:ext>
            </a:extLst>
          </p:cNvPr>
          <p:cNvSpPr txBox="1"/>
          <p:nvPr/>
        </p:nvSpPr>
        <p:spPr>
          <a:xfrm>
            <a:off x="2873068" y="1499075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finite</a:t>
            </a:r>
            <a:br>
              <a:rPr lang="en-US" dirty="0"/>
            </a:br>
            <a:r>
              <a:rPr lang="en-US" dirty="0"/>
              <a:t>functional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1DC0BD-392D-2FBE-FFF4-A099FC20E7EB}"/>
              </a:ext>
            </a:extLst>
          </p:cNvPr>
          <p:cNvSpPr txBox="1"/>
          <p:nvPr/>
        </p:nvSpPr>
        <p:spPr>
          <a:xfrm>
            <a:off x="6096000" y="1457691"/>
            <a:ext cx="1336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infinitesimal</a:t>
            </a:r>
            <a:br>
              <a:rPr lang="en-US" dirty="0"/>
            </a:br>
            <a:r>
              <a:rPr lang="en-US" dirty="0"/>
              <a:t>k-form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19E0DB4-0824-F6CA-E7FB-948603E1A6B9}"/>
              </a:ext>
            </a:extLst>
          </p:cNvPr>
          <p:cNvCxnSpPr/>
          <p:nvPr/>
        </p:nvCxnSpPr>
        <p:spPr>
          <a:xfrm>
            <a:off x="4274760" y="1799243"/>
            <a:ext cx="1615440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50D7AA-C755-046D-0061-DA5781AD34DE}"/>
                  </a:ext>
                </a:extLst>
              </p:cNvPr>
              <p:cNvSpPr txBox="1"/>
              <p:nvPr/>
            </p:nvSpPr>
            <p:spPr>
              <a:xfrm>
                <a:off x="5514885" y="4258108"/>
                <a:ext cx="2621102" cy="1099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50D7AA-C755-046D-0061-DA5781AD3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85" y="4258108"/>
                <a:ext cx="2621102" cy="10992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B2C98D-27C2-938C-649E-251E85F47ABB}"/>
                  </a:ext>
                </a:extLst>
              </p:cNvPr>
              <p:cNvSpPr txBox="1"/>
              <p:nvPr/>
            </p:nvSpPr>
            <p:spPr>
              <a:xfrm>
                <a:off x="644604" y="4515358"/>
                <a:ext cx="50206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B2C98D-27C2-938C-649E-251E85F47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04" y="4515358"/>
                <a:ext cx="502061" cy="58477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D433CA-0A58-5606-2447-12A19A30B77F}"/>
                  </a:ext>
                </a:extLst>
              </p:cNvPr>
              <p:cNvSpPr txBox="1"/>
              <p:nvPr/>
            </p:nvSpPr>
            <p:spPr>
              <a:xfrm>
                <a:off x="2804588" y="4515358"/>
                <a:ext cx="1164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D433CA-0A58-5606-2447-12A19A30B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588" y="4515358"/>
                <a:ext cx="1164871" cy="58477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C4EC8A-6151-6B52-6206-136C5CAAA4EA}"/>
                  </a:ext>
                </a:extLst>
              </p:cNvPr>
              <p:cNvSpPr txBox="1"/>
              <p:nvPr/>
            </p:nvSpPr>
            <p:spPr>
              <a:xfrm>
                <a:off x="1638226" y="4453802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C4EC8A-6151-6B52-6206-136C5CAAA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226" y="4453802"/>
                <a:ext cx="744114" cy="7078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FC44D7-A5EA-8C73-2458-93099A726B7A}"/>
                  </a:ext>
                </a:extLst>
              </p:cNvPr>
              <p:cNvSpPr txBox="1"/>
              <p:nvPr/>
            </p:nvSpPr>
            <p:spPr>
              <a:xfrm>
                <a:off x="4391706" y="4453802"/>
                <a:ext cx="7441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7FC44D7-A5EA-8C73-2458-93099A726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706" y="4453802"/>
                <a:ext cx="744114" cy="70788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582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A7D0A-169B-526D-706B-637DE580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3DF0-9158-B1A6-355B-109AD1F67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B3FF7-3A94-448A-E761-4176D4354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06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2CAC06D-E758-2E76-6A99-BF0F71901C2D}"/>
              </a:ext>
            </a:extLst>
          </p:cNvPr>
          <p:cNvGrpSpPr/>
          <p:nvPr/>
        </p:nvGrpSpPr>
        <p:grpSpPr>
          <a:xfrm>
            <a:off x="217579" y="1334023"/>
            <a:ext cx="3948431" cy="1475653"/>
            <a:chOff x="7537708" y="528483"/>
            <a:chExt cx="3948431" cy="1475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6402C2A-30C7-A3B9-8C75-DC92D1A6DB48}"/>
                    </a:ext>
                  </a:extLst>
                </p:cNvPr>
                <p:cNvSpPr txBox="1"/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EC943D8-72FA-54DD-33D4-B9DA2A406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6DE073E-EF37-35D5-B197-A0AAFDC14921}"/>
                </a:ext>
              </a:extLst>
            </p:cNvPr>
            <p:cNvSpPr/>
            <p:nvPr/>
          </p:nvSpPr>
          <p:spPr>
            <a:xfrm>
              <a:off x="8161020" y="1142999"/>
              <a:ext cx="3223260" cy="861137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2240" h="662940">
                  <a:moveTo>
                    <a:pt x="0" y="662940"/>
                  </a:moveTo>
                  <a:cubicBezTo>
                    <a:pt x="252730" y="497840"/>
                    <a:pt x="442931" y="185270"/>
                    <a:pt x="783023" y="98334"/>
                  </a:cubicBezTo>
                  <a:cubicBezTo>
                    <a:pt x="1123115" y="11398"/>
                    <a:pt x="1726656" y="113714"/>
                    <a:pt x="2040551" y="141322"/>
                  </a:cubicBezTo>
                  <a:cubicBezTo>
                    <a:pt x="2354446" y="168930"/>
                    <a:pt x="2470785" y="133350"/>
                    <a:pt x="2682240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42F3D65A-1E55-5229-5BAE-48CB527F74F2}"/>
                </a:ext>
              </a:extLst>
            </p:cNvPr>
            <p:cNvSpPr/>
            <p:nvPr/>
          </p:nvSpPr>
          <p:spPr>
            <a:xfrm rot="5868436">
              <a:off x="9635153" y="1139782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2668EE7-E3A0-EF99-7F82-FB07A2BFF9DC}"/>
                    </a:ext>
                  </a:extLst>
                </p:cNvPr>
                <p:cNvSpPr txBox="1"/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8CC0F76-CE9E-F3D4-8B80-DFBDC4531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AE039F2-3C58-573B-6D70-CF6204C574C7}"/>
                    </a:ext>
                  </a:extLst>
                </p:cNvPr>
                <p:cNvSpPr txBox="1"/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A41FA9E-62BF-7D51-1284-4BE6DB405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8D5CDA-0778-B006-25E6-C07C408C0D62}"/>
                  </a:ext>
                </a:extLst>
              </p:cNvPr>
              <p:cNvSpPr txBox="1"/>
              <p:nvPr/>
            </p:nvSpPr>
            <p:spPr>
              <a:xfrm>
                <a:off x="893297" y="239149"/>
                <a:ext cx="29100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𝜕𝛾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8D5CDA-0778-B006-25E6-C07C408C0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97" y="239149"/>
                <a:ext cx="2910027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BA008FD6-5BD6-4520-6574-E18EA22DA63F}"/>
              </a:ext>
            </a:extLst>
          </p:cNvPr>
          <p:cNvGrpSpPr/>
          <p:nvPr/>
        </p:nvGrpSpPr>
        <p:grpSpPr>
          <a:xfrm>
            <a:off x="4784948" y="946955"/>
            <a:ext cx="3223260" cy="2092457"/>
            <a:chOff x="6827261" y="1276665"/>
            <a:chExt cx="3673978" cy="235088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205EEA-AC8B-103C-D8B9-0530A490B77D}"/>
                </a:ext>
              </a:extLst>
            </p:cNvPr>
            <p:cNvSpPr/>
            <p:nvPr/>
          </p:nvSpPr>
          <p:spPr>
            <a:xfrm>
              <a:off x="6827771" y="2946783"/>
              <a:ext cx="1930602" cy="680762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60926"/>
                <a:gd name="connsiteY0" fmla="*/ 0 h 506437"/>
                <a:gd name="connsiteX1" fmla="*/ 295421 w 1260926"/>
                <a:gd name="connsiteY1" fmla="*/ 393896 h 506437"/>
                <a:gd name="connsiteX2" fmla="*/ 1260926 w 1260926"/>
                <a:gd name="connsiteY2" fmla="*/ 506437 h 506437"/>
                <a:gd name="connsiteX0" fmla="*/ 0 w 1260926"/>
                <a:gd name="connsiteY0" fmla="*/ 0 h 506587"/>
                <a:gd name="connsiteX1" fmla="*/ 295421 w 1260926"/>
                <a:gd name="connsiteY1" fmla="*/ 393896 h 506587"/>
                <a:gd name="connsiteX2" fmla="*/ 1260926 w 1260926"/>
                <a:gd name="connsiteY2" fmla="*/ 506437 h 50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0926" h="506587">
                  <a:moveTo>
                    <a:pt x="0" y="0"/>
                  </a:moveTo>
                  <a:cubicBezTo>
                    <a:pt x="365" y="178558"/>
                    <a:pt x="105507" y="309490"/>
                    <a:pt x="295421" y="393896"/>
                  </a:cubicBezTo>
                  <a:cubicBezTo>
                    <a:pt x="485335" y="478302"/>
                    <a:pt x="924327" y="509037"/>
                    <a:pt x="1260926" y="50643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01C3D2C-515C-44C8-B740-A92A007F14FD}"/>
                </a:ext>
              </a:extLst>
            </p:cNvPr>
            <p:cNvSpPr/>
            <p:nvPr/>
          </p:nvSpPr>
          <p:spPr>
            <a:xfrm flipH="1">
              <a:off x="8754729" y="2945314"/>
              <a:ext cx="1744702" cy="681830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7382"/>
                <a:gd name="connsiteX1" fmla="*/ 295421 w 1139483"/>
                <a:gd name="connsiteY1" fmla="*/ 393896 h 507382"/>
                <a:gd name="connsiteX2" fmla="*/ 1139483 w 1139483"/>
                <a:gd name="connsiteY2" fmla="*/ 506437 h 507382"/>
                <a:gd name="connsiteX0" fmla="*/ 27 w 1139510"/>
                <a:gd name="connsiteY0" fmla="*/ 0 h 507382"/>
                <a:gd name="connsiteX1" fmla="*/ 295448 w 1139510"/>
                <a:gd name="connsiteY1" fmla="*/ 393896 h 507382"/>
                <a:gd name="connsiteX2" fmla="*/ 1139510 w 1139510"/>
                <a:gd name="connsiteY2" fmla="*/ 506437 h 50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9510" h="507382">
                  <a:moveTo>
                    <a:pt x="27" y="0"/>
                  </a:moveTo>
                  <a:cubicBezTo>
                    <a:pt x="-1989" y="195227"/>
                    <a:pt x="105534" y="309490"/>
                    <a:pt x="295448" y="393896"/>
                  </a:cubicBezTo>
                  <a:cubicBezTo>
                    <a:pt x="485362" y="478302"/>
                    <a:pt x="812436" y="513801"/>
                    <a:pt x="1139510" y="50643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67BF9D6-4C91-9CEA-1A23-7B0A049488A1}"/>
                </a:ext>
              </a:extLst>
            </p:cNvPr>
            <p:cNvSpPr/>
            <p:nvPr/>
          </p:nvSpPr>
          <p:spPr>
            <a:xfrm flipV="1">
              <a:off x="6827769" y="2403749"/>
              <a:ext cx="1504029" cy="543035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994226"/>
                <a:gd name="connsiteY0" fmla="*/ 0 h 465956"/>
                <a:gd name="connsiteX1" fmla="*/ 295421 w 994226"/>
                <a:gd name="connsiteY1" fmla="*/ 393896 h 465956"/>
                <a:gd name="connsiteX2" fmla="*/ 994226 w 994226"/>
                <a:gd name="connsiteY2" fmla="*/ 465956 h 465956"/>
                <a:gd name="connsiteX0" fmla="*/ 0 w 994226"/>
                <a:gd name="connsiteY0" fmla="*/ 0 h 465956"/>
                <a:gd name="connsiteX1" fmla="*/ 321615 w 994226"/>
                <a:gd name="connsiteY1" fmla="*/ 358178 h 465956"/>
                <a:gd name="connsiteX2" fmla="*/ 994226 w 994226"/>
                <a:gd name="connsiteY2" fmla="*/ 465956 h 465956"/>
                <a:gd name="connsiteX0" fmla="*/ 0 w 982320"/>
                <a:gd name="connsiteY0" fmla="*/ 0 h 396466"/>
                <a:gd name="connsiteX1" fmla="*/ 321615 w 982320"/>
                <a:gd name="connsiteY1" fmla="*/ 358178 h 396466"/>
                <a:gd name="connsiteX2" fmla="*/ 982320 w 982320"/>
                <a:gd name="connsiteY2" fmla="*/ 373087 h 396466"/>
                <a:gd name="connsiteX0" fmla="*/ 0 w 982320"/>
                <a:gd name="connsiteY0" fmla="*/ 0 h 404098"/>
                <a:gd name="connsiteX1" fmla="*/ 321615 w 982320"/>
                <a:gd name="connsiteY1" fmla="*/ 358178 h 404098"/>
                <a:gd name="connsiteX2" fmla="*/ 982320 w 982320"/>
                <a:gd name="connsiteY2" fmla="*/ 373087 h 40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2320" h="404098">
                  <a:moveTo>
                    <a:pt x="0" y="0"/>
                  </a:moveTo>
                  <a:cubicBezTo>
                    <a:pt x="2747" y="169032"/>
                    <a:pt x="131701" y="273772"/>
                    <a:pt x="321615" y="358178"/>
                  </a:cubicBezTo>
                  <a:cubicBezTo>
                    <a:pt x="511529" y="442584"/>
                    <a:pt x="648102" y="387594"/>
                    <a:pt x="982320" y="37308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93DDAC2-A5DB-DD34-0B8F-9C4C6EA3D36B}"/>
                </a:ext>
              </a:extLst>
            </p:cNvPr>
            <p:cNvSpPr/>
            <p:nvPr/>
          </p:nvSpPr>
          <p:spPr>
            <a:xfrm flipH="1" flipV="1">
              <a:off x="8472195" y="2404257"/>
              <a:ext cx="2029044" cy="551239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3087"/>
                <a:gd name="connsiteX1" fmla="*/ 366859 w 1210921"/>
                <a:gd name="connsiteY1" fmla="*/ 260546 h 373087"/>
                <a:gd name="connsiteX2" fmla="*/ 1210921 w 1210921"/>
                <a:gd name="connsiteY2" fmla="*/ 373087 h 373087"/>
                <a:gd name="connsiteX0" fmla="*/ 0 w 1087096"/>
                <a:gd name="connsiteY0" fmla="*/ 0 h 365944"/>
                <a:gd name="connsiteX1" fmla="*/ 243034 w 1087096"/>
                <a:gd name="connsiteY1" fmla="*/ 253403 h 365944"/>
                <a:gd name="connsiteX2" fmla="*/ 1087096 w 1087096"/>
                <a:gd name="connsiteY2" fmla="*/ 365944 h 365944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10921"/>
                <a:gd name="connsiteY0" fmla="*/ 0 h 368325"/>
                <a:gd name="connsiteX1" fmla="*/ 366859 w 1210921"/>
                <a:gd name="connsiteY1" fmla="*/ 255784 h 368325"/>
                <a:gd name="connsiteX2" fmla="*/ 1210921 w 1210921"/>
                <a:gd name="connsiteY2" fmla="*/ 368325 h 368325"/>
                <a:gd name="connsiteX0" fmla="*/ 0 w 1208540"/>
                <a:gd name="connsiteY0" fmla="*/ 0 h 373087"/>
                <a:gd name="connsiteX1" fmla="*/ 364478 w 1208540"/>
                <a:gd name="connsiteY1" fmla="*/ 260546 h 373087"/>
                <a:gd name="connsiteX2" fmla="*/ 1208540 w 1208540"/>
                <a:gd name="connsiteY2" fmla="*/ 373087 h 373087"/>
                <a:gd name="connsiteX0" fmla="*/ 0 w 1363321"/>
                <a:gd name="connsiteY0" fmla="*/ 0 h 380231"/>
                <a:gd name="connsiteX1" fmla="*/ 364478 w 1363321"/>
                <a:gd name="connsiteY1" fmla="*/ 260546 h 380231"/>
                <a:gd name="connsiteX2" fmla="*/ 1363321 w 1363321"/>
                <a:gd name="connsiteY2" fmla="*/ 380231 h 380231"/>
                <a:gd name="connsiteX0" fmla="*/ 0 w 1325221"/>
                <a:gd name="connsiteY0" fmla="*/ 0 h 377850"/>
                <a:gd name="connsiteX1" fmla="*/ 364478 w 1325221"/>
                <a:gd name="connsiteY1" fmla="*/ 260546 h 377850"/>
                <a:gd name="connsiteX2" fmla="*/ 1325221 w 1325221"/>
                <a:gd name="connsiteY2" fmla="*/ 377850 h 377850"/>
                <a:gd name="connsiteX0" fmla="*/ 0 w 1325221"/>
                <a:gd name="connsiteY0" fmla="*/ 0 h 377982"/>
                <a:gd name="connsiteX1" fmla="*/ 364478 w 1325221"/>
                <a:gd name="connsiteY1" fmla="*/ 260546 h 377982"/>
                <a:gd name="connsiteX2" fmla="*/ 1325221 w 1325221"/>
                <a:gd name="connsiteY2" fmla="*/ 377850 h 377982"/>
                <a:gd name="connsiteX0" fmla="*/ 0 w 1325221"/>
                <a:gd name="connsiteY0" fmla="*/ 0 h 378132"/>
                <a:gd name="connsiteX1" fmla="*/ 219222 w 1325221"/>
                <a:gd name="connsiteY1" fmla="*/ 281977 h 378132"/>
                <a:gd name="connsiteX2" fmla="*/ 1325221 w 1325221"/>
                <a:gd name="connsiteY2" fmla="*/ 377850 h 37813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407062"/>
                <a:gd name="connsiteX1" fmla="*/ 433534 w 1325221"/>
                <a:gd name="connsiteY1" fmla="*/ 365320 h 407062"/>
                <a:gd name="connsiteX2" fmla="*/ 1325221 w 1325221"/>
                <a:gd name="connsiteY2" fmla="*/ 377850 h 407062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5221" h="410203">
                  <a:moveTo>
                    <a:pt x="0" y="0"/>
                  </a:moveTo>
                  <a:cubicBezTo>
                    <a:pt x="7510" y="116645"/>
                    <a:pt x="243620" y="273770"/>
                    <a:pt x="433534" y="365320"/>
                  </a:cubicBezTo>
                  <a:cubicBezTo>
                    <a:pt x="623448" y="456870"/>
                    <a:pt x="1000529" y="380450"/>
                    <a:pt x="1325221" y="37785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773E735-2306-D75D-0922-038037A1B50A}"/>
                </a:ext>
              </a:extLst>
            </p:cNvPr>
            <p:cNvSpPr/>
            <p:nvPr/>
          </p:nvSpPr>
          <p:spPr>
            <a:xfrm>
              <a:off x="6827261" y="1535798"/>
              <a:ext cx="3670331" cy="142473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7188" h="1060211">
                  <a:moveTo>
                    <a:pt x="222" y="1032955"/>
                  </a:moveTo>
                  <a:cubicBezTo>
                    <a:pt x="-9340" y="677636"/>
                    <a:pt x="291460" y="218293"/>
                    <a:pt x="573003" y="71407"/>
                  </a:cubicBezTo>
                  <a:cubicBezTo>
                    <a:pt x="854546" y="-75479"/>
                    <a:pt x="1411644" y="30890"/>
                    <a:pt x="1689481" y="151638"/>
                  </a:cubicBezTo>
                  <a:cubicBezTo>
                    <a:pt x="1967318" y="272386"/>
                    <a:pt x="2386234" y="705588"/>
                    <a:pt x="2397188" y="1060211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73A01C2-02DA-A6DB-A3CA-9CCE623DFA8C}"/>
                    </a:ext>
                  </a:extLst>
                </p:cNvPr>
                <p:cNvSpPr txBox="1"/>
                <p:nvPr/>
              </p:nvSpPr>
              <p:spPr>
                <a:xfrm>
                  <a:off x="9395286" y="1276665"/>
                  <a:ext cx="46358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73A01C2-02DA-A6DB-A3CA-9CCE623DF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5286" y="1276665"/>
                  <a:ext cx="463588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4EC8D30-D61F-2009-8AF7-7446FE2471C9}"/>
                    </a:ext>
                  </a:extLst>
                </p:cNvPr>
                <p:cNvSpPr txBox="1"/>
                <p:nvPr/>
              </p:nvSpPr>
              <p:spPr>
                <a:xfrm>
                  <a:off x="7711651" y="2987497"/>
                  <a:ext cx="46519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4EC8D30-D61F-2009-8AF7-7446FE2471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1651" y="2987497"/>
                  <a:ext cx="465191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03AF986-D4AF-B7D7-ED10-9AB6E6103F27}"/>
                  </a:ext>
                </a:extLst>
              </p:cNvPr>
              <p:cNvSpPr txBox="1"/>
              <p:nvPr/>
            </p:nvSpPr>
            <p:spPr>
              <a:xfrm>
                <a:off x="5710870" y="253922"/>
                <a:ext cx="165417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03AF986-D4AF-B7D7-ED10-9AB6E6103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870" y="253922"/>
                <a:ext cx="1654171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06C895-03B3-790F-4B10-7E7A27973040}"/>
                  </a:ext>
                </a:extLst>
              </p:cNvPr>
              <p:cNvSpPr txBox="1"/>
              <p:nvPr/>
            </p:nvSpPr>
            <p:spPr>
              <a:xfrm>
                <a:off x="9374511" y="253922"/>
                <a:ext cx="170296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06C895-03B3-790F-4B10-7E7A27973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511" y="253922"/>
                <a:ext cx="1702966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4DAD39C-8A6C-9365-FEDC-D0C272A238EC}"/>
              </a:ext>
            </a:extLst>
          </p:cNvPr>
          <p:cNvGrpSpPr/>
          <p:nvPr/>
        </p:nvGrpSpPr>
        <p:grpSpPr>
          <a:xfrm>
            <a:off x="8571687" y="1093580"/>
            <a:ext cx="3111535" cy="2275212"/>
            <a:chOff x="238987" y="4050684"/>
            <a:chExt cx="3377494" cy="252076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A1F4721-02F3-45DB-61DA-9375B157458A}"/>
                </a:ext>
              </a:extLst>
            </p:cNvPr>
            <p:cNvSpPr/>
            <p:nvPr/>
          </p:nvSpPr>
          <p:spPr>
            <a:xfrm>
              <a:off x="676202" y="4072595"/>
              <a:ext cx="2940279" cy="2480667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14158"/>
                <a:gd name="connsiteY0" fmla="*/ 1035443 h 1062699"/>
                <a:gd name="connsiteX1" fmla="*/ 573003 w 2414158"/>
                <a:gd name="connsiteY1" fmla="*/ 73895 h 1062699"/>
                <a:gd name="connsiteX2" fmla="*/ 1689481 w 2414158"/>
                <a:gd name="connsiteY2" fmla="*/ 154126 h 1062699"/>
                <a:gd name="connsiteX3" fmla="*/ 2347696 w 2414158"/>
                <a:gd name="connsiteY3" fmla="*/ 860459 h 1062699"/>
                <a:gd name="connsiteX4" fmla="*/ 2397188 w 2414158"/>
                <a:gd name="connsiteY4" fmla="*/ 1062699 h 1062699"/>
                <a:gd name="connsiteX0" fmla="*/ 222 w 2414158"/>
                <a:gd name="connsiteY0" fmla="*/ 1026067 h 1053323"/>
                <a:gd name="connsiteX1" fmla="*/ 573003 w 2414158"/>
                <a:gd name="connsiteY1" fmla="*/ 64519 h 1053323"/>
                <a:gd name="connsiteX2" fmla="*/ 1689481 w 2414158"/>
                <a:gd name="connsiteY2" fmla="*/ 144750 h 1053323"/>
                <a:gd name="connsiteX3" fmla="*/ 2153599 w 2414158"/>
                <a:gd name="connsiteY3" fmla="*/ 601586 h 1053323"/>
                <a:gd name="connsiteX4" fmla="*/ 2347696 w 2414158"/>
                <a:gd name="connsiteY4" fmla="*/ 851083 h 1053323"/>
                <a:gd name="connsiteX5" fmla="*/ 2397188 w 2414158"/>
                <a:gd name="connsiteY5" fmla="*/ 1053323 h 1053323"/>
                <a:gd name="connsiteX0" fmla="*/ 25047 w 2438983"/>
                <a:gd name="connsiteY0" fmla="*/ 1010621 h 1037877"/>
                <a:gd name="connsiteX1" fmla="*/ 48346 w 2438983"/>
                <a:gd name="connsiteY1" fmla="*/ 801615 h 1037877"/>
                <a:gd name="connsiteX2" fmla="*/ 597828 w 2438983"/>
                <a:gd name="connsiteY2" fmla="*/ 49073 h 1037877"/>
                <a:gd name="connsiteX3" fmla="*/ 1714306 w 2438983"/>
                <a:gd name="connsiteY3" fmla="*/ 129304 h 1037877"/>
                <a:gd name="connsiteX4" fmla="*/ 2178424 w 2438983"/>
                <a:gd name="connsiteY4" fmla="*/ 586140 h 1037877"/>
                <a:gd name="connsiteX5" fmla="*/ 2372521 w 2438983"/>
                <a:gd name="connsiteY5" fmla="*/ 835637 h 1037877"/>
                <a:gd name="connsiteX6" fmla="*/ 2422013 w 2438983"/>
                <a:gd name="connsiteY6" fmla="*/ 1037877 h 1037877"/>
                <a:gd name="connsiteX0" fmla="*/ 25047 w 2438983"/>
                <a:gd name="connsiteY0" fmla="*/ 995141 h 1022397"/>
                <a:gd name="connsiteX1" fmla="*/ 48346 w 2438983"/>
                <a:gd name="connsiteY1" fmla="*/ 786135 h 1022397"/>
                <a:gd name="connsiteX2" fmla="*/ 152859 w 2438983"/>
                <a:gd name="connsiteY2" fmla="*/ 576329 h 1022397"/>
                <a:gd name="connsiteX3" fmla="*/ 597828 w 2438983"/>
                <a:gd name="connsiteY3" fmla="*/ 33593 h 1022397"/>
                <a:gd name="connsiteX4" fmla="*/ 1714306 w 2438983"/>
                <a:gd name="connsiteY4" fmla="*/ 113824 h 1022397"/>
                <a:gd name="connsiteX5" fmla="*/ 2178424 w 2438983"/>
                <a:gd name="connsiteY5" fmla="*/ 570660 h 1022397"/>
                <a:gd name="connsiteX6" fmla="*/ 2372521 w 2438983"/>
                <a:gd name="connsiteY6" fmla="*/ 820157 h 1022397"/>
                <a:gd name="connsiteX7" fmla="*/ 2422013 w 2438983"/>
                <a:gd name="connsiteY7" fmla="*/ 1022397 h 1022397"/>
                <a:gd name="connsiteX0" fmla="*/ 1166345 w 2395799"/>
                <a:gd name="connsiteY0" fmla="*/ 1879724 h 1879724"/>
                <a:gd name="connsiteX1" fmla="*/ 5162 w 2395799"/>
                <a:gd name="connsiteY1" fmla="*/ 786135 h 1879724"/>
                <a:gd name="connsiteX2" fmla="*/ 109675 w 2395799"/>
                <a:gd name="connsiteY2" fmla="*/ 576329 h 1879724"/>
                <a:gd name="connsiteX3" fmla="*/ 554644 w 2395799"/>
                <a:gd name="connsiteY3" fmla="*/ 33593 h 1879724"/>
                <a:gd name="connsiteX4" fmla="*/ 1671122 w 2395799"/>
                <a:gd name="connsiteY4" fmla="*/ 113824 h 1879724"/>
                <a:gd name="connsiteX5" fmla="*/ 2135240 w 2395799"/>
                <a:gd name="connsiteY5" fmla="*/ 570660 h 1879724"/>
                <a:gd name="connsiteX6" fmla="*/ 2329337 w 2395799"/>
                <a:gd name="connsiteY6" fmla="*/ 820157 h 1879724"/>
                <a:gd name="connsiteX7" fmla="*/ 2378829 w 2395799"/>
                <a:gd name="connsiteY7" fmla="*/ 1022397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8" fmla="*/ 1166345 w 2338027"/>
                <a:gd name="connsiteY8" fmla="*/ 1879724 h 1879724"/>
                <a:gd name="connsiteX0" fmla="*/ 1166345 w 2338507"/>
                <a:gd name="connsiteY0" fmla="*/ 1879724 h 1879724"/>
                <a:gd name="connsiteX1" fmla="*/ 5162 w 2338507"/>
                <a:gd name="connsiteY1" fmla="*/ 786135 h 1879724"/>
                <a:gd name="connsiteX2" fmla="*/ 109675 w 2338507"/>
                <a:gd name="connsiteY2" fmla="*/ 576329 h 1879724"/>
                <a:gd name="connsiteX3" fmla="*/ 554644 w 2338507"/>
                <a:gd name="connsiteY3" fmla="*/ 33593 h 1879724"/>
                <a:gd name="connsiteX4" fmla="*/ 1671122 w 2338507"/>
                <a:gd name="connsiteY4" fmla="*/ 113824 h 1879724"/>
                <a:gd name="connsiteX5" fmla="*/ 2135240 w 2338507"/>
                <a:gd name="connsiteY5" fmla="*/ 570660 h 1879724"/>
                <a:gd name="connsiteX6" fmla="*/ 2329337 w 2338507"/>
                <a:gd name="connsiteY6" fmla="*/ 820157 h 1879724"/>
                <a:gd name="connsiteX7" fmla="*/ 1333697 w 2338507"/>
                <a:gd name="connsiteY7" fmla="*/ 1804912 h 1879724"/>
                <a:gd name="connsiteX8" fmla="*/ 1166345 w 2338507"/>
                <a:gd name="connsiteY8" fmla="*/ 1879724 h 1879724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067167 w 2239329"/>
                <a:gd name="connsiteY0" fmla="*/ 1879724 h 1895998"/>
                <a:gd name="connsiteX1" fmla="*/ 119987 w 2239329"/>
                <a:gd name="connsiteY1" fmla="*/ 1466583 h 1895998"/>
                <a:gd name="connsiteX2" fmla="*/ 10497 w 2239329"/>
                <a:gd name="connsiteY2" fmla="*/ 576329 h 1895998"/>
                <a:gd name="connsiteX3" fmla="*/ 455466 w 2239329"/>
                <a:gd name="connsiteY3" fmla="*/ 33593 h 1895998"/>
                <a:gd name="connsiteX4" fmla="*/ 1571944 w 2239329"/>
                <a:gd name="connsiteY4" fmla="*/ 113824 h 1895998"/>
                <a:gd name="connsiteX5" fmla="*/ 2036062 w 2239329"/>
                <a:gd name="connsiteY5" fmla="*/ 570660 h 1895998"/>
                <a:gd name="connsiteX6" fmla="*/ 2230159 w 2239329"/>
                <a:gd name="connsiteY6" fmla="*/ 820157 h 1895998"/>
                <a:gd name="connsiteX7" fmla="*/ 1234519 w 2239329"/>
                <a:gd name="connsiteY7" fmla="*/ 1804912 h 1895998"/>
                <a:gd name="connsiteX8" fmla="*/ 1067167 w 2239329"/>
                <a:gd name="connsiteY8" fmla="*/ 1879724 h 1895998"/>
                <a:gd name="connsiteX0" fmla="*/ 870368 w 2258141"/>
                <a:gd name="connsiteY0" fmla="*/ 1726623 h 1865337"/>
                <a:gd name="connsiteX1" fmla="*/ 137191 w 2258141"/>
                <a:gd name="connsiteY1" fmla="*/ 1466583 h 1865337"/>
                <a:gd name="connsiteX2" fmla="*/ 27701 w 2258141"/>
                <a:gd name="connsiteY2" fmla="*/ 576329 h 1865337"/>
                <a:gd name="connsiteX3" fmla="*/ 472670 w 2258141"/>
                <a:gd name="connsiteY3" fmla="*/ 33593 h 1865337"/>
                <a:gd name="connsiteX4" fmla="*/ 1589148 w 2258141"/>
                <a:gd name="connsiteY4" fmla="*/ 113824 h 1865337"/>
                <a:gd name="connsiteX5" fmla="*/ 2053266 w 2258141"/>
                <a:gd name="connsiteY5" fmla="*/ 570660 h 1865337"/>
                <a:gd name="connsiteX6" fmla="*/ 2247363 w 2258141"/>
                <a:gd name="connsiteY6" fmla="*/ 820157 h 1865337"/>
                <a:gd name="connsiteX7" fmla="*/ 1251723 w 2258141"/>
                <a:gd name="connsiteY7" fmla="*/ 1804912 h 1865337"/>
                <a:gd name="connsiteX8" fmla="*/ 870368 w 2258141"/>
                <a:gd name="connsiteY8" fmla="*/ 1726623 h 1865337"/>
                <a:gd name="connsiteX0" fmla="*/ 870368 w 2251149"/>
                <a:gd name="connsiteY0" fmla="*/ 1726623 h 1752456"/>
                <a:gd name="connsiteX1" fmla="*/ 137191 w 2251149"/>
                <a:gd name="connsiteY1" fmla="*/ 1466583 h 1752456"/>
                <a:gd name="connsiteX2" fmla="*/ 27701 w 2251149"/>
                <a:gd name="connsiteY2" fmla="*/ 576329 h 1752456"/>
                <a:gd name="connsiteX3" fmla="*/ 472670 w 2251149"/>
                <a:gd name="connsiteY3" fmla="*/ 33593 h 1752456"/>
                <a:gd name="connsiteX4" fmla="*/ 1589148 w 2251149"/>
                <a:gd name="connsiteY4" fmla="*/ 113824 h 1752456"/>
                <a:gd name="connsiteX5" fmla="*/ 2053266 w 2251149"/>
                <a:gd name="connsiteY5" fmla="*/ 570660 h 1752456"/>
                <a:gd name="connsiteX6" fmla="*/ 2247363 w 2251149"/>
                <a:gd name="connsiteY6" fmla="*/ 820157 h 1752456"/>
                <a:gd name="connsiteX7" fmla="*/ 1898709 w 2251149"/>
                <a:gd name="connsiteY7" fmla="*/ 1640471 h 1752456"/>
                <a:gd name="connsiteX8" fmla="*/ 870368 w 2251149"/>
                <a:gd name="connsiteY8" fmla="*/ 1726623 h 1752456"/>
                <a:gd name="connsiteX0" fmla="*/ 870368 w 2080001"/>
                <a:gd name="connsiteY0" fmla="*/ 1726623 h 1766694"/>
                <a:gd name="connsiteX1" fmla="*/ 137191 w 2080001"/>
                <a:gd name="connsiteY1" fmla="*/ 1466583 h 1766694"/>
                <a:gd name="connsiteX2" fmla="*/ 27701 w 2080001"/>
                <a:gd name="connsiteY2" fmla="*/ 576329 h 1766694"/>
                <a:gd name="connsiteX3" fmla="*/ 472670 w 2080001"/>
                <a:gd name="connsiteY3" fmla="*/ 33593 h 1766694"/>
                <a:gd name="connsiteX4" fmla="*/ 1589148 w 2080001"/>
                <a:gd name="connsiteY4" fmla="*/ 113824 h 1766694"/>
                <a:gd name="connsiteX5" fmla="*/ 2053266 w 2080001"/>
                <a:gd name="connsiteY5" fmla="*/ 570660 h 1766694"/>
                <a:gd name="connsiteX6" fmla="*/ 1898709 w 2080001"/>
                <a:gd name="connsiteY6" fmla="*/ 1640471 h 1766694"/>
                <a:gd name="connsiteX7" fmla="*/ 870368 w 2080001"/>
                <a:gd name="connsiteY7" fmla="*/ 1726623 h 1766694"/>
                <a:gd name="connsiteX0" fmla="*/ 870368 w 2056137"/>
                <a:gd name="connsiteY0" fmla="*/ 1726623 h 1757803"/>
                <a:gd name="connsiteX1" fmla="*/ 137191 w 2056137"/>
                <a:gd name="connsiteY1" fmla="*/ 1466583 h 1757803"/>
                <a:gd name="connsiteX2" fmla="*/ 27701 w 2056137"/>
                <a:gd name="connsiteY2" fmla="*/ 576329 h 1757803"/>
                <a:gd name="connsiteX3" fmla="*/ 472670 w 2056137"/>
                <a:gd name="connsiteY3" fmla="*/ 33593 h 1757803"/>
                <a:gd name="connsiteX4" fmla="*/ 1589148 w 2056137"/>
                <a:gd name="connsiteY4" fmla="*/ 113824 h 1757803"/>
                <a:gd name="connsiteX5" fmla="*/ 2053266 w 2056137"/>
                <a:gd name="connsiteY5" fmla="*/ 570660 h 1757803"/>
                <a:gd name="connsiteX6" fmla="*/ 1739451 w 2056137"/>
                <a:gd name="connsiteY6" fmla="*/ 1623460 h 1757803"/>
                <a:gd name="connsiteX7" fmla="*/ 870368 w 2056137"/>
                <a:gd name="connsiteY7" fmla="*/ 1726623 h 1757803"/>
                <a:gd name="connsiteX0" fmla="*/ 906469 w 2057307"/>
                <a:gd name="connsiteY0" fmla="*/ 1851372 h 1858399"/>
                <a:gd name="connsiteX1" fmla="*/ 138454 w 2057307"/>
                <a:gd name="connsiteY1" fmla="*/ 1466583 h 1858399"/>
                <a:gd name="connsiteX2" fmla="*/ 28964 w 2057307"/>
                <a:gd name="connsiteY2" fmla="*/ 576329 h 1858399"/>
                <a:gd name="connsiteX3" fmla="*/ 473933 w 2057307"/>
                <a:gd name="connsiteY3" fmla="*/ 33593 h 1858399"/>
                <a:gd name="connsiteX4" fmla="*/ 1590411 w 2057307"/>
                <a:gd name="connsiteY4" fmla="*/ 113824 h 1858399"/>
                <a:gd name="connsiteX5" fmla="*/ 2054529 w 2057307"/>
                <a:gd name="connsiteY5" fmla="*/ 570660 h 1858399"/>
                <a:gd name="connsiteX6" fmla="*/ 1740714 w 2057307"/>
                <a:gd name="connsiteY6" fmla="*/ 1623460 h 1858399"/>
                <a:gd name="connsiteX7" fmla="*/ 906469 w 2057307"/>
                <a:gd name="connsiteY7" fmla="*/ 1851372 h 1858399"/>
                <a:gd name="connsiteX0" fmla="*/ 896667 w 2047505"/>
                <a:gd name="connsiteY0" fmla="*/ 1851372 h 1856760"/>
                <a:gd name="connsiteX1" fmla="*/ 163490 w 2047505"/>
                <a:gd name="connsiteY1" fmla="*/ 1494935 h 1856760"/>
                <a:gd name="connsiteX2" fmla="*/ 19162 w 2047505"/>
                <a:gd name="connsiteY2" fmla="*/ 576329 h 1856760"/>
                <a:gd name="connsiteX3" fmla="*/ 464131 w 2047505"/>
                <a:gd name="connsiteY3" fmla="*/ 33593 h 1856760"/>
                <a:gd name="connsiteX4" fmla="*/ 1580609 w 2047505"/>
                <a:gd name="connsiteY4" fmla="*/ 113824 h 1856760"/>
                <a:gd name="connsiteX5" fmla="*/ 2044727 w 2047505"/>
                <a:gd name="connsiteY5" fmla="*/ 570660 h 1856760"/>
                <a:gd name="connsiteX6" fmla="*/ 1730912 w 2047505"/>
                <a:gd name="connsiteY6" fmla="*/ 1623460 h 1856760"/>
                <a:gd name="connsiteX7" fmla="*/ 896667 w 2047505"/>
                <a:gd name="connsiteY7" fmla="*/ 1851372 h 1856760"/>
                <a:gd name="connsiteX0" fmla="*/ 896667 w 2003466"/>
                <a:gd name="connsiteY0" fmla="*/ 1851372 h 1856524"/>
                <a:gd name="connsiteX1" fmla="*/ 163490 w 2003466"/>
                <a:gd name="connsiteY1" fmla="*/ 1494935 h 1856524"/>
                <a:gd name="connsiteX2" fmla="*/ 19162 w 2003466"/>
                <a:gd name="connsiteY2" fmla="*/ 576329 h 1856524"/>
                <a:gd name="connsiteX3" fmla="*/ 464131 w 2003466"/>
                <a:gd name="connsiteY3" fmla="*/ 33593 h 1856524"/>
                <a:gd name="connsiteX4" fmla="*/ 1580609 w 2003466"/>
                <a:gd name="connsiteY4" fmla="*/ 113824 h 1856524"/>
                <a:gd name="connsiteX5" fmla="*/ 1999936 w 2003466"/>
                <a:gd name="connsiteY5" fmla="*/ 593341 h 1856524"/>
                <a:gd name="connsiteX6" fmla="*/ 1730912 w 2003466"/>
                <a:gd name="connsiteY6" fmla="*/ 1623460 h 1856524"/>
                <a:gd name="connsiteX7" fmla="*/ 896667 w 2003466"/>
                <a:gd name="connsiteY7" fmla="*/ 1851372 h 1856524"/>
                <a:gd name="connsiteX0" fmla="*/ 824838 w 1931637"/>
                <a:gd name="connsiteY0" fmla="*/ 1856001 h 1861153"/>
                <a:gd name="connsiteX1" fmla="*/ 91661 w 1931637"/>
                <a:gd name="connsiteY1" fmla="*/ 1499564 h 1861153"/>
                <a:gd name="connsiteX2" fmla="*/ 43807 w 1931637"/>
                <a:gd name="connsiteY2" fmla="*/ 643768 h 1861153"/>
                <a:gd name="connsiteX3" fmla="*/ 392302 w 1931637"/>
                <a:gd name="connsiteY3" fmla="*/ 38222 h 1861153"/>
                <a:gd name="connsiteX4" fmla="*/ 1508780 w 1931637"/>
                <a:gd name="connsiteY4" fmla="*/ 118453 h 1861153"/>
                <a:gd name="connsiteX5" fmla="*/ 1928107 w 1931637"/>
                <a:gd name="connsiteY5" fmla="*/ 597970 h 1861153"/>
                <a:gd name="connsiteX6" fmla="*/ 1659083 w 1931637"/>
                <a:gd name="connsiteY6" fmla="*/ 1628089 h 1861153"/>
                <a:gd name="connsiteX7" fmla="*/ 824838 w 1931637"/>
                <a:gd name="connsiteY7" fmla="*/ 1856001 h 1861153"/>
                <a:gd name="connsiteX0" fmla="*/ 824838 w 1931637"/>
                <a:gd name="connsiteY0" fmla="*/ 1874491 h 1879643"/>
                <a:gd name="connsiteX1" fmla="*/ 91661 w 1931637"/>
                <a:gd name="connsiteY1" fmla="*/ 1518054 h 1879643"/>
                <a:gd name="connsiteX2" fmla="*/ 43807 w 1931637"/>
                <a:gd name="connsiteY2" fmla="*/ 662258 h 1879643"/>
                <a:gd name="connsiteX3" fmla="*/ 392302 w 1931637"/>
                <a:gd name="connsiteY3" fmla="*/ 56712 h 1879643"/>
                <a:gd name="connsiteX4" fmla="*/ 953825 w 1931637"/>
                <a:gd name="connsiteY4" fmla="*/ 34971 h 1879643"/>
                <a:gd name="connsiteX5" fmla="*/ 1508780 w 1931637"/>
                <a:gd name="connsiteY5" fmla="*/ 136943 h 1879643"/>
                <a:gd name="connsiteX6" fmla="*/ 1928107 w 1931637"/>
                <a:gd name="connsiteY6" fmla="*/ 616460 h 1879643"/>
                <a:gd name="connsiteX7" fmla="*/ 1659083 w 1931637"/>
                <a:gd name="connsiteY7" fmla="*/ 1646579 h 1879643"/>
                <a:gd name="connsiteX8" fmla="*/ 824838 w 1931637"/>
                <a:gd name="connsiteY8" fmla="*/ 1874491 h 1879643"/>
                <a:gd name="connsiteX0" fmla="*/ 863762 w 1970561"/>
                <a:gd name="connsiteY0" fmla="*/ 1874551 h 1879703"/>
                <a:gd name="connsiteX1" fmla="*/ 130585 w 1970561"/>
                <a:gd name="connsiteY1" fmla="*/ 1518114 h 1879703"/>
                <a:gd name="connsiteX2" fmla="*/ 82731 w 1970561"/>
                <a:gd name="connsiteY2" fmla="*/ 662318 h 1879703"/>
                <a:gd name="connsiteX3" fmla="*/ 992749 w 1970561"/>
                <a:gd name="connsiteY3" fmla="*/ 35031 h 1879703"/>
                <a:gd name="connsiteX4" fmla="*/ 1547704 w 1970561"/>
                <a:gd name="connsiteY4" fmla="*/ 137003 h 1879703"/>
                <a:gd name="connsiteX5" fmla="*/ 1967031 w 1970561"/>
                <a:gd name="connsiteY5" fmla="*/ 616520 h 1879703"/>
                <a:gd name="connsiteX6" fmla="*/ 1698007 w 1970561"/>
                <a:gd name="connsiteY6" fmla="*/ 1646639 h 1879703"/>
                <a:gd name="connsiteX7" fmla="*/ 863762 w 1970561"/>
                <a:gd name="connsiteY7" fmla="*/ 1874551 h 1879703"/>
                <a:gd name="connsiteX0" fmla="*/ 863762 w 2001868"/>
                <a:gd name="connsiteY0" fmla="*/ 1839654 h 1844806"/>
                <a:gd name="connsiteX1" fmla="*/ 130585 w 2001868"/>
                <a:gd name="connsiteY1" fmla="*/ 1483217 h 1844806"/>
                <a:gd name="connsiteX2" fmla="*/ 82731 w 2001868"/>
                <a:gd name="connsiteY2" fmla="*/ 627421 h 1844806"/>
                <a:gd name="connsiteX3" fmla="*/ 992749 w 2001868"/>
                <a:gd name="connsiteY3" fmla="*/ 134 h 1844806"/>
                <a:gd name="connsiteX4" fmla="*/ 1967031 w 2001868"/>
                <a:gd name="connsiteY4" fmla="*/ 581623 h 1844806"/>
                <a:gd name="connsiteX5" fmla="*/ 1698007 w 2001868"/>
                <a:gd name="connsiteY5" fmla="*/ 1611742 h 1844806"/>
                <a:gd name="connsiteX6" fmla="*/ 863762 w 2001868"/>
                <a:gd name="connsiteY6" fmla="*/ 1839654 h 1844806"/>
                <a:gd name="connsiteX0" fmla="*/ 863762 w 2001868"/>
                <a:gd name="connsiteY0" fmla="*/ 1839520 h 1844672"/>
                <a:gd name="connsiteX1" fmla="*/ 130585 w 2001868"/>
                <a:gd name="connsiteY1" fmla="*/ 1483083 h 1844672"/>
                <a:gd name="connsiteX2" fmla="*/ 82731 w 2001868"/>
                <a:gd name="connsiteY2" fmla="*/ 627287 h 1844672"/>
                <a:gd name="connsiteX3" fmla="*/ 992749 w 2001868"/>
                <a:gd name="connsiteY3" fmla="*/ 0 h 1844672"/>
                <a:gd name="connsiteX4" fmla="*/ 1967031 w 2001868"/>
                <a:gd name="connsiteY4" fmla="*/ 581489 h 1844672"/>
                <a:gd name="connsiteX5" fmla="*/ 1698007 w 2001868"/>
                <a:gd name="connsiteY5" fmla="*/ 1611608 h 1844672"/>
                <a:gd name="connsiteX6" fmla="*/ 863762 w 2001868"/>
                <a:gd name="connsiteY6" fmla="*/ 1839520 h 1844672"/>
                <a:gd name="connsiteX0" fmla="*/ 863762 w 2001868"/>
                <a:gd name="connsiteY0" fmla="*/ 1840982 h 1846134"/>
                <a:gd name="connsiteX1" fmla="*/ 130585 w 2001868"/>
                <a:gd name="connsiteY1" fmla="*/ 1484545 h 1846134"/>
                <a:gd name="connsiteX2" fmla="*/ 82731 w 2001868"/>
                <a:gd name="connsiteY2" fmla="*/ 628749 h 1846134"/>
                <a:gd name="connsiteX3" fmla="*/ 992749 w 2001868"/>
                <a:gd name="connsiteY3" fmla="*/ 1462 h 1846134"/>
                <a:gd name="connsiteX4" fmla="*/ 1967031 w 2001868"/>
                <a:gd name="connsiteY4" fmla="*/ 582951 h 1846134"/>
                <a:gd name="connsiteX5" fmla="*/ 1698007 w 2001868"/>
                <a:gd name="connsiteY5" fmla="*/ 1613070 h 1846134"/>
                <a:gd name="connsiteX6" fmla="*/ 863762 w 2001868"/>
                <a:gd name="connsiteY6" fmla="*/ 1840982 h 1846134"/>
                <a:gd name="connsiteX0" fmla="*/ 802969 w 1941075"/>
                <a:gd name="connsiteY0" fmla="*/ 1840523 h 1845675"/>
                <a:gd name="connsiteX1" fmla="*/ 69792 w 1941075"/>
                <a:gd name="connsiteY1" fmla="*/ 1484086 h 1845675"/>
                <a:gd name="connsiteX2" fmla="*/ 127599 w 1941075"/>
                <a:gd name="connsiteY2" fmla="*/ 471263 h 1845675"/>
                <a:gd name="connsiteX3" fmla="*/ 931956 w 1941075"/>
                <a:gd name="connsiteY3" fmla="*/ 1003 h 1845675"/>
                <a:gd name="connsiteX4" fmla="*/ 1906238 w 1941075"/>
                <a:gd name="connsiteY4" fmla="*/ 582492 h 1845675"/>
                <a:gd name="connsiteX5" fmla="*/ 1637214 w 1941075"/>
                <a:gd name="connsiteY5" fmla="*/ 1612611 h 1845675"/>
                <a:gd name="connsiteX6" fmla="*/ 802969 w 1941075"/>
                <a:gd name="connsiteY6" fmla="*/ 1840523 h 1845675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371" h="1845981">
                  <a:moveTo>
                    <a:pt x="802969" y="1839521"/>
                  </a:moveTo>
                  <a:cubicBezTo>
                    <a:pt x="541732" y="1818100"/>
                    <a:pt x="182354" y="1711294"/>
                    <a:pt x="69792" y="1483084"/>
                  </a:cubicBezTo>
                  <a:cubicBezTo>
                    <a:pt x="-42770" y="1254874"/>
                    <a:pt x="-16095" y="717442"/>
                    <a:pt x="127599" y="470261"/>
                  </a:cubicBezTo>
                  <a:cubicBezTo>
                    <a:pt x="271293" y="223080"/>
                    <a:pt x="469368" y="-217"/>
                    <a:pt x="931956" y="1"/>
                  </a:cubicBezTo>
                  <a:cubicBezTo>
                    <a:pt x="1394544" y="219"/>
                    <a:pt x="1765725" y="202971"/>
                    <a:pt x="1883268" y="471572"/>
                  </a:cubicBezTo>
                  <a:cubicBezTo>
                    <a:pt x="2000811" y="740173"/>
                    <a:pt x="1817264" y="1383618"/>
                    <a:pt x="1637214" y="1611609"/>
                  </a:cubicBezTo>
                  <a:cubicBezTo>
                    <a:pt x="1457164" y="1839600"/>
                    <a:pt x="1064206" y="1860942"/>
                    <a:pt x="802969" y="1839521"/>
                  </a:cubicBezTo>
                  <a:close/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890B82E-C21F-FF91-362C-1AA3CC44E554}"/>
                    </a:ext>
                  </a:extLst>
                </p:cNvPr>
                <p:cNvSpPr txBox="1"/>
                <p:nvPr/>
              </p:nvSpPr>
              <p:spPr>
                <a:xfrm>
                  <a:off x="2892794" y="4434883"/>
                  <a:ext cx="5022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890B82E-C21F-FF91-362C-1AA3CC44E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2794" y="4434883"/>
                  <a:ext cx="502252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916C60D-78CF-669A-5EF6-EE1002C96F7B}"/>
                    </a:ext>
                  </a:extLst>
                </p:cNvPr>
                <p:cNvSpPr txBox="1"/>
                <p:nvPr/>
              </p:nvSpPr>
              <p:spPr>
                <a:xfrm>
                  <a:off x="238987" y="5803492"/>
                  <a:ext cx="46358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916C60D-78CF-669A-5EF6-EE1002C96F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987" y="5803492"/>
                  <a:ext cx="463588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B5BC83C-F920-AD81-292C-DA705C8A4251}"/>
                </a:ext>
              </a:extLst>
            </p:cNvPr>
            <p:cNvSpPr/>
            <p:nvPr/>
          </p:nvSpPr>
          <p:spPr>
            <a:xfrm rot="5676904">
              <a:off x="1221101" y="5003052"/>
              <a:ext cx="2461925" cy="674859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97239"/>
                <a:gd name="connsiteY0" fmla="*/ 1032955 h 1032955"/>
                <a:gd name="connsiteX1" fmla="*/ 573003 w 2497239"/>
                <a:gd name="connsiteY1" fmla="*/ 71407 h 1032955"/>
                <a:gd name="connsiteX2" fmla="*/ 1689481 w 2497239"/>
                <a:gd name="connsiteY2" fmla="*/ 151638 h 1032955"/>
                <a:gd name="connsiteX3" fmla="*/ 2497239 w 2497239"/>
                <a:gd name="connsiteY3" fmla="*/ 931196 h 1032955"/>
                <a:gd name="connsiteX0" fmla="*/ 237 w 2474503"/>
                <a:gd name="connsiteY0" fmla="*/ 1029940 h 1029941"/>
                <a:gd name="connsiteX1" fmla="*/ 550267 w 2474503"/>
                <a:gd name="connsiteY1" fmla="*/ 71199 h 1029941"/>
                <a:gd name="connsiteX2" fmla="*/ 1666745 w 2474503"/>
                <a:gd name="connsiteY2" fmla="*/ 151430 h 1029941"/>
                <a:gd name="connsiteX3" fmla="*/ 2474503 w 2474503"/>
                <a:gd name="connsiteY3" fmla="*/ 930988 h 1029941"/>
                <a:gd name="connsiteX0" fmla="*/ 237 w 2467673"/>
                <a:gd name="connsiteY0" fmla="*/ 1029940 h 1029939"/>
                <a:gd name="connsiteX1" fmla="*/ 550267 w 2467673"/>
                <a:gd name="connsiteY1" fmla="*/ 71199 h 1029939"/>
                <a:gd name="connsiteX2" fmla="*/ 1666745 w 2467673"/>
                <a:gd name="connsiteY2" fmla="*/ 151430 h 1029939"/>
                <a:gd name="connsiteX3" fmla="*/ 2467673 w 2467673"/>
                <a:gd name="connsiteY3" fmla="*/ 922108 h 1029939"/>
                <a:gd name="connsiteX0" fmla="*/ 237 w 2458194"/>
                <a:gd name="connsiteY0" fmla="*/ 1029940 h 1029941"/>
                <a:gd name="connsiteX1" fmla="*/ 550267 w 2458194"/>
                <a:gd name="connsiteY1" fmla="*/ 71199 h 1029941"/>
                <a:gd name="connsiteX2" fmla="*/ 1666745 w 2458194"/>
                <a:gd name="connsiteY2" fmla="*/ 151430 h 1029941"/>
                <a:gd name="connsiteX3" fmla="*/ 2458194 w 2458194"/>
                <a:gd name="connsiteY3" fmla="*/ 923279 h 102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8194" h="1029941">
                  <a:moveTo>
                    <a:pt x="237" y="1029940"/>
                  </a:moveTo>
                  <a:cubicBezTo>
                    <a:pt x="-9325" y="674621"/>
                    <a:pt x="272516" y="217617"/>
                    <a:pt x="550267" y="71199"/>
                  </a:cubicBezTo>
                  <a:cubicBezTo>
                    <a:pt x="828018" y="-75219"/>
                    <a:pt x="1388908" y="30682"/>
                    <a:pt x="1666745" y="151430"/>
                  </a:cubicBezTo>
                  <a:cubicBezTo>
                    <a:pt x="1944582" y="272178"/>
                    <a:pt x="2447240" y="568656"/>
                    <a:pt x="2458194" y="923279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4BE9F4B-89FB-709E-E119-AA17744A5204}"/>
                </a:ext>
              </a:extLst>
            </p:cNvPr>
            <p:cNvSpPr/>
            <p:nvPr/>
          </p:nvSpPr>
          <p:spPr>
            <a:xfrm rot="16476904">
              <a:off x="507691" y="4936029"/>
              <a:ext cx="2461169" cy="690480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97239"/>
                <a:gd name="connsiteY0" fmla="*/ 1032955 h 1032955"/>
                <a:gd name="connsiteX1" fmla="*/ 573003 w 2497239"/>
                <a:gd name="connsiteY1" fmla="*/ 71407 h 1032955"/>
                <a:gd name="connsiteX2" fmla="*/ 1689481 w 2497239"/>
                <a:gd name="connsiteY2" fmla="*/ 151638 h 1032955"/>
                <a:gd name="connsiteX3" fmla="*/ 2497239 w 2497239"/>
                <a:gd name="connsiteY3" fmla="*/ 931196 h 1032955"/>
                <a:gd name="connsiteX0" fmla="*/ 237 w 2474503"/>
                <a:gd name="connsiteY0" fmla="*/ 1029940 h 1029941"/>
                <a:gd name="connsiteX1" fmla="*/ 550267 w 2474503"/>
                <a:gd name="connsiteY1" fmla="*/ 71199 h 1029941"/>
                <a:gd name="connsiteX2" fmla="*/ 1666745 w 2474503"/>
                <a:gd name="connsiteY2" fmla="*/ 151430 h 1029941"/>
                <a:gd name="connsiteX3" fmla="*/ 2474503 w 2474503"/>
                <a:gd name="connsiteY3" fmla="*/ 930988 h 1029941"/>
                <a:gd name="connsiteX0" fmla="*/ 249 w 2457440"/>
                <a:gd name="connsiteY0" fmla="*/ 1053781 h 1053781"/>
                <a:gd name="connsiteX1" fmla="*/ 533204 w 2457440"/>
                <a:gd name="connsiteY1" fmla="*/ 72841 h 1053781"/>
                <a:gd name="connsiteX2" fmla="*/ 1649682 w 2457440"/>
                <a:gd name="connsiteY2" fmla="*/ 153072 h 1053781"/>
                <a:gd name="connsiteX3" fmla="*/ 2457440 w 2457440"/>
                <a:gd name="connsiteY3" fmla="*/ 932630 h 105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7440" h="1053781">
                  <a:moveTo>
                    <a:pt x="249" y="1053781"/>
                  </a:moveTo>
                  <a:cubicBezTo>
                    <a:pt x="-9313" y="698462"/>
                    <a:pt x="258299" y="222959"/>
                    <a:pt x="533204" y="72841"/>
                  </a:cubicBezTo>
                  <a:cubicBezTo>
                    <a:pt x="808109" y="-77277"/>
                    <a:pt x="1371845" y="32324"/>
                    <a:pt x="1649682" y="153072"/>
                  </a:cubicBezTo>
                  <a:cubicBezTo>
                    <a:pt x="1927519" y="273820"/>
                    <a:pt x="2446486" y="578007"/>
                    <a:pt x="2457440" y="93263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A8AC543-4F1F-467B-757E-020733D8BF7F}"/>
                  </a:ext>
                </a:extLst>
              </p:cNvPr>
              <p:cNvSpPr txBox="1"/>
              <p:nvPr/>
            </p:nvSpPr>
            <p:spPr>
              <a:xfrm>
                <a:off x="1257768" y="3523161"/>
                <a:ext cx="191225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𝜕𝜕𝛾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A8AC543-4F1F-467B-757E-020733D8B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768" y="3523161"/>
                <a:ext cx="1912255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8B04FE1-DA0E-A512-67C3-336EBB02D152}"/>
                  </a:ext>
                </a:extLst>
              </p:cNvPr>
              <p:cNvSpPr txBox="1"/>
              <p:nvPr/>
            </p:nvSpPr>
            <p:spPr>
              <a:xfrm>
                <a:off x="5314966" y="3523161"/>
                <a:ext cx="191110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𝜕𝜕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8B04FE1-DA0E-A512-67C3-336EBB02D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966" y="3523161"/>
                <a:ext cx="1911101" cy="646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11F972-DFF4-39D3-D288-78F4585BB4DD}"/>
                  </a:ext>
                </a:extLst>
              </p:cNvPr>
              <p:cNvSpPr txBox="1"/>
              <p:nvPr/>
            </p:nvSpPr>
            <p:spPr>
              <a:xfrm>
                <a:off x="9372164" y="3523161"/>
                <a:ext cx="19610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𝜕𝜕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11F972-DFF4-39D3-D288-78F4585BB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164" y="3523161"/>
                <a:ext cx="1961050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50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31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69853-628B-3A40-C084-69A69A719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B4212C9-4F02-FFBE-E466-1137354BCBCE}"/>
              </a:ext>
            </a:extLst>
          </p:cNvPr>
          <p:cNvGrpSpPr/>
          <p:nvPr/>
        </p:nvGrpSpPr>
        <p:grpSpPr>
          <a:xfrm>
            <a:off x="8799739" y="1018394"/>
            <a:ext cx="3223260" cy="2013874"/>
            <a:chOff x="6827261" y="1364951"/>
            <a:chExt cx="3673978" cy="226259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0486F29-8C89-E7FE-C8F1-ABCA8DC0C986}"/>
                </a:ext>
              </a:extLst>
            </p:cNvPr>
            <p:cNvSpPr/>
            <p:nvPr/>
          </p:nvSpPr>
          <p:spPr>
            <a:xfrm>
              <a:off x="6827771" y="2946783"/>
              <a:ext cx="1930602" cy="680762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60926"/>
                <a:gd name="connsiteY0" fmla="*/ 0 h 506437"/>
                <a:gd name="connsiteX1" fmla="*/ 295421 w 1260926"/>
                <a:gd name="connsiteY1" fmla="*/ 393896 h 506437"/>
                <a:gd name="connsiteX2" fmla="*/ 1260926 w 1260926"/>
                <a:gd name="connsiteY2" fmla="*/ 506437 h 506437"/>
                <a:gd name="connsiteX0" fmla="*/ 0 w 1260926"/>
                <a:gd name="connsiteY0" fmla="*/ 0 h 506587"/>
                <a:gd name="connsiteX1" fmla="*/ 295421 w 1260926"/>
                <a:gd name="connsiteY1" fmla="*/ 393896 h 506587"/>
                <a:gd name="connsiteX2" fmla="*/ 1260926 w 1260926"/>
                <a:gd name="connsiteY2" fmla="*/ 506437 h 50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0926" h="506587">
                  <a:moveTo>
                    <a:pt x="0" y="0"/>
                  </a:moveTo>
                  <a:cubicBezTo>
                    <a:pt x="365" y="178558"/>
                    <a:pt x="105507" y="309490"/>
                    <a:pt x="295421" y="393896"/>
                  </a:cubicBezTo>
                  <a:cubicBezTo>
                    <a:pt x="485335" y="478302"/>
                    <a:pt x="924327" y="509037"/>
                    <a:pt x="1260926" y="50643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A7A8A2D-00EE-223C-179C-51958ADF0ECC}"/>
                </a:ext>
              </a:extLst>
            </p:cNvPr>
            <p:cNvSpPr/>
            <p:nvPr/>
          </p:nvSpPr>
          <p:spPr>
            <a:xfrm flipH="1">
              <a:off x="8754729" y="2945314"/>
              <a:ext cx="1744702" cy="681830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7382"/>
                <a:gd name="connsiteX1" fmla="*/ 295421 w 1139483"/>
                <a:gd name="connsiteY1" fmla="*/ 393896 h 507382"/>
                <a:gd name="connsiteX2" fmla="*/ 1139483 w 1139483"/>
                <a:gd name="connsiteY2" fmla="*/ 506437 h 507382"/>
                <a:gd name="connsiteX0" fmla="*/ 27 w 1139510"/>
                <a:gd name="connsiteY0" fmla="*/ 0 h 507382"/>
                <a:gd name="connsiteX1" fmla="*/ 295448 w 1139510"/>
                <a:gd name="connsiteY1" fmla="*/ 393896 h 507382"/>
                <a:gd name="connsiteX2" fmla="*/ 1139510 w 1139510"/>
                <a:gd name="connsiteY2" fmla="*/ 506437 h 50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9510" h="507382">
                  <a:moveTo>
                    <a:pt x="27" y="0"/>
                  </a:moveTo>
                  <a:cubicBezTo>
                    <a:pt x="-1989" y="195227"/>
                    <a:pt x="105534" y="309490"/>
                    <a:pt x="295448" y="393896"/>
                  </a:cubicBezTo>
                  <a:cubicBezTo>
                    <a:pt x="485362" y="478302"/>
                    <a:pt x="812436" y="513801"/>
                    <a:pt x="1139510" y="50643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73F01AA-A5F1-F30C-6BFE-B4E4506602AF}"/>
                </a:ext>
              </a:extLst>
            </p:cNvPr>
            <p:cNvSpPr/>
            <p:nvPr/>
          </p:nvSpPr>
          <p:spPr>
            <a:xfrm flipV="1">
              <a:off x="6827769" y="2403749"/>
              <a:ext cx="1504029" cy="543035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994226"/>
                <a:gd name="connsiteY0" fmla="*/ 0 h 465956"/>
                <a:gd name="connsiteX1" fmla="*/ 295421 w 994226"/>
                <a:gd name="connsiteY1" fmla="*/ 393896 h 465956"/>
                <a:gd name="connsiteX2" fmla="*/ 994226 w 994226"/>
                <a:gd name="connsiteY2" fmla="*/ 465956 h 465956"/>
                <a:gd name="connsiteX0" fmla="*/ 0 w 994226"/>
                <a:gd name="connsiteY0" fmla="*/ 0 h 465956"/>
                <a:gd name="connsiteX1" fmla="*/ 321615 w 994226"/>
                <a:gd name="connsiteY1" fmla="*/ 358178 h 465956"/>
                <a:gd name="connsiteX2" fmla="*/ 994226 w 994226"/>
                <a:gd name="connsiteY2" fmla="*/ 465956 h 465956"/>
                <a:gd name="connsiteX0" fmla="*/ 0 w 982320"/>
                <a:gd name="connsiteY0" fmla="*/ 0 h 396466"/>
                <a:gd name="connsiteX1" fmla="*/ 321615 w 982320"/>
                <a:gd name="connsiteY1" fmla="*/ 358178 h 396466"/>
                <a:gd name="connsiteX2" fmla="*/ 982320 w 982320"/>
                <a:gd name="connsiteY2" fmla="*/ 373087 h 396466"/>
                <a:gd name="connsiteX0" fmla="*/ 0 w 982320"/>
                <a:gd name="connsiteY0" fmla="*/ 0 h 404098"/>
                <a:gd name="connsiteX1" fmla="*/ 321615 w 982320"/>
                <a:gd name="connsiteY1" fmla="*/ 358178 h 404098"/>
                <a:gd name="connsiteX2" fmla="*/ 982320 w 982320"/>
                <a:gd name="connsiteY2" fmla="*/ 373087 h 40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2320" h="404098">
                  <a:moveTo>
                    <a:pt x="0" y="0"/>
                  </a:moveTo>
                  <a:cubicBezTo>
                    <a:pt x="2747" y="169032"/>
                    <a:pt x="131701" y="273772"/>
                    <a:pt x="321615" y="358178"/>
                  </a:cubicBezTo>
                  <a:cubicBezTo>
                    <a:pt x="511529" y="442584"/>
                    <a:pt x="648102" y="387594"/>
                    <a:pt x="982320" y="37308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29A271F-BD03-186D-1F07-515504C3AB74}"/>
                </a:ext>
              </a:extLst>
            </p:cNvPr>
            <p:cNvSpPr/>
            <p:nvPr/>
          </p:nvSpPr>
          <p:spPr>
            <a:xfrm flipH="1" flipV="1">
              <a:off x="8472195" y="2404257"/>
              <a:ext cx="2029044" cy="551239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3087"/>
                <a:gd name="connsiteX1" fmla="*/ 366859 w 1210921"/>
                <a:gd name="connsiteY1" fmla="*/ 260546 h 373087"/>
                <a:gd name="connsiteX2" fmla="*/ 1210921 w 1210921"/>
                <a:gd name="connsiteY2" fmla="*/ 373087 h 373087"/>
                <a:gd name="connsiteX0" fmla="*/ 0 w 1087096"/>
                <a:gd name="connsiteY0" fmla="*/ 0 h 365944"/>
                <a:gd name="connsiteX1" fmla="*/ 243034 w 1087096"/>
                <a:gd name="connsiteY1" fmla="*/ 253403 h 365944"/>
                <a:gd name="connsiteX2" fmla="*/ 1087096 w 1087096"/>
                <a:gd name="connsiteY2" fmla="*/ 365944 h 365944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10921"/>
                <a:gd name="connsiteY0" fmla="*/ 0 h 368325"/>
                <a:gd name="connsiteX1" fmla="*/ 366859 w 1210921"/>
                <a:gd name="connsiteY1" fmla="*/ 255784 h 368325"/>
                <a:gd name="connsiteX2" fmla="*/ 1210921 w 1210921"/>
                <a:gd name="connsiteY2" fmla="*/ 368325 h 368325"/>
                <a:gd name="connsiteX0" fmla="*/ 0 w 1208540"/>
                <a:gd name="connsiteY0" fmla="*/ 0 h 373087"/>
                <a:gd name="connsiteX1" fmla="*/ 364478 w 1208540"/>
                <a:gd name="connsiteY1" fmla="*/ 260546 h 373087"/>
                <a:gd name="connsiteX2" fmla="*/ 1208540 w 1208540"/>
                <a:gd name="connsiteY2" fmla="*/ 373087 h 373087"/>
                <a:gd name="connsiteX0" fmla="*/ 0 w 1363321"/>
                <a:gd name="connsiteY0" fmla="*/ 0 h 380231"/>
                <a:gd name="connsiteX1" fmla="*/ 364478 w 1363321"/>
                <a:gd name="connsiteY1" fmla="*/ 260546 h 380231"/>
                <a:gd name="connsiteX2" fmla="*/ 1363321 w 1363321"/>
                <a:gd name="connsiteY2" fmla="*/ 380231 h 380231"/>
                <a:gd name="connsiteX0" fmla="*/ 0 w 1325221"/>
                <a:gd name="connsiteY0" fmla="*/ 0 h 377850"/>
                <a:gd name="connsiteX1" fmla="*/ 364478 w 1325221"/>
                <a:gd name="connsiteY1" fmla="*/ 260546 h 377850"/>
                <a:gd name="connsiteX2" fmla="*/ 1325221 w 1325221"/>
                <a:gd name="connsiteY2" fmla="*/ 377850 h 377850"/>
                <a:gd name="connsiteX0" fmla="*/ 0 w 1325221"/>
                <a:gd name="connsiteY0" fmla="*/ 0 h 377982"/>
                <a:gd name="connsiteX1" fmla="*/ 364478 w 1325221"/>
                <a:gd name="connsiteY1" fmla="*/ 260546 h 377982"/>
                <a:gd name="connsiteX2" fmla="*/ 1325221 w 1325221"/>
                <a:gd name="connsiteY2" fmla="*/ 377850 h 377982"/>
                <a:gd name="connsiteX0" fmla="*/ 0 w 1325221"/>
                <a:gd name="connsiteY0" fmla="*/ 0 h 378132"/>
                <a:gd name="connsiteX1" fmla="*/ 219222 w 1325221"/>
                <a:gd name="connsiteY1" fmla="*/ 281977 h 378132"/>
                <a:gd name="connsiteX2" fmla="*/ 1325221 w 1325221"/>
                <a:gd name="connsiteY2" fmla="*/ 377850 h 37813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407062"/>
                <a:gd name="connsiteX1" fmla="*/ 433534 w 1325221"/>
                <a:gd name="connsiteY1" fmla="*/ 365320 h 407062"/>
                <a:gd name="connsiteX2" fmla="*/ 1325221 w 1325221"/>
                <a:gd name="connsiteY2" fmla="*/ 377850 h 407062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5221" h="410203">
                  <a:moveTo>
                    <a:pt x="0" y="0"/>
                  </a:moveTo>
                  <a:cubicBezTo>
                    <a:pt x="7510" y="116645"/>
                    <a:pt x="243620" y="273770"/>
                    <a:pt x="433534" y="365320"/>
                  </a:cubicBezTo>
                  <a:cubicBezTo>
                    <a:pt x="623448" y="456870"/>
                    <a:pt x="1000529" y="380450"/>
                    <a:pt x="1325221" y="37785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4026427-A93A-E722-2D2F-94D0063B633E}"/>
                </a:ext>
              </a:extLst>
            </p:cNvPr>
            <p:cNvSpPr/>
            <p:nvPr/>
          </p:nvSpPr>
          <p:spPr>
            <a:xfrm>
              <a:off x="6827261" y="1535798"/>
              <a:ext cx="3670331" cy="142473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7188" h="1060211">
                  <a:moveTo>
                    <a:pt x="222" y="1032955"/>
                  </a:moveTo>
                  <a:cubicBezTo>
                    <a:pt x="-9340" y="677636"/>
                    <a:pt x="291460" y="218293"/>
                    <a:pt x="573003" y="71407"/>
                  </a:cubicBezTo>
                  <a:cubicBezTo>
                    <a:pt x="854546" y="-75479"/>
                    <a:pt x="1411644" y="30890"/>
                    <a:pt x="1689481" y="151638"/>
                  </a:cubicBezTo>
                  <a:cubicBezTo>
                    <a:pt x="1967318" y="272386"/>
                    <a:pt x="2386234" y="705588"/>
                    <a:pt x="2397188" y="1060211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0D8B224-A101-A141-FC4B-04AB2F1D66A8}"/>
                    </a:ext>
                  </a:extLst>
                </p:cNvPr>
                <p:cNvSpPr txBox="1"/>
                <p:nvPr/>
              </p:nvSpPr>
              <p:spPr>
                <a:xfrm>
                  <a:off x="9615141" y="1364951"/>
                  <a:ext cx="46358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0D8B224-A101-A141-FC4B-04AB2F1D6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5141" y="1364951"/>
                  <a:ext cx="463588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B803172-78B6-26CC-26F4-D9AE386CE0F5}"/>
                    </a:ext>
                  </a:extLst>
                </p:cNvPr>
                <p:cNvSpPr txBox="1"/>
                <p:nvPr/>
              </p:nvSpPr>
              <p:spPr>
                <a:xfrm>
                  <a:off x="7711651" y="3003550"/>
                  <a:ext cx="46519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B803172-78B6-26CC-26F4-D9AE386CE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1651" y="3003550"/>
                  <a:ext cx="465191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3ABBF52-89C6-541F-626F-21F6E9522F23}"/>
                  </a:ext>
                </a:extLst>
              </p:cNvPr>
              <p:cNvSpPr txBox="1"/>
              <p:nvPr/>
            </p:nvSpPr>
            <p:spPr>
              <a:xfrm>
                <a:off x="9725661" y="246778"/>
                <a:ext cx="165417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3ABBF52-89C6-541F-626F-21F6E9522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5661" y="246778"/>
                <a:ext cx="165417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16B382E-CB6B-820A-54ED-72A6268257AF}"/>
                  </a:ext>
                </a:extLst>
              </p:cNvPr>
              <p:cNvSpPr txBox="1"/>
              <p:nvPr/>
            </p:nvSpPr>
            <p:spPr>
              <a:xfrm>
                <a:off x="9527054" y="3284329"/>
                <a:ext cx="191110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𝜕𝜕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16B382E-CB6B-820A-54ED-72A626825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7054" y="3284329"/>
                <a:ext cx="1911101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B680E7-C0E0-B504-E18E-9D0BDE041FCC}"/>
                  </a:ext>
                </a:extLst>
              </p:cNvPr>
              <p:cNvSpPr txBox="1"/>
              <p:nvPr/>
            </p:nvSpPr>
            <p:spPr>
              <a:xfrm>
                <a:off x="3427555" y="1044075"/>
                <a:ext cx="3137397" cy="7815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4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B680E7-C0E0-B504-E18E-9D0BDE041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555" y="1044075"/>
                <a:ext cx="3137397" cy="7815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9E02379-F94C-DF35-684C-B1E1CAAE2B93}"/>
                  </a:ext>
                </a:extLst>
              </p:cNvPr>
              <p:cNvSpPr txBox="1"/>
              <p:nvPr/>
            </p:nvSpPr>
            <p:spPr>
              <a:xfrm>
                <a:off x="2560074" y="5694243"/>
                <a:ext cx="4880631" cy="656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=0⇒</m:t>
                      </m:r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9E02379-F94C-DF35-684C-B1E1CAAE2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074" y="5694243"/>
                <a:ext cx="4880631" cy="6562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2549B8-9F57-620C-6EF5-3B0650F20BE7}"/>
                  </a:ext>
                </a:extLst>
              </p:cNvPr>
              <p:cNvSpPr txBox="1"/>
              <p:nvPr/>
            </p:nvSpPr>
            <p:spPr>
              <a:xfrm>
                <a:off x="432363" y="5047912"/>
                <a:ext cx="69686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Every closed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dirty="0"/>
                  <a:t> surface is a boundary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52549B8-9F57-620C-6EF5-3B0650F20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63" y="5047912"/>
                <a:ext cx="6968639" cy="646331"/>
              </a:xfrm>
              <a:prstGeom prst="rect">
                <a:avLst/>
              </a:prstGeom>
              <a:blipFill>
                <a:blip r:embed="rId8"/>
                <a:stretch>
                  <a:fillRect l="-2712" t="-14151" r="-1575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0E245D-96D6-64C9-4FC2-8BEA0D76B61A}"/>
                  </a:ext>
                </a:extLst>
              </p:cNvPr>
              <p:cNvSpPr txBox="1"/>
              <p:nvPr/>
            </p:nvSpPr>
            <p:spPr>
              <a:xfrm>
                <a:off x="432363" y="397744"/>
                <a:ext cx="728834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Every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dirty="0"/>
                  <a:t> surface has a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600" dirty="0"/>
                  <a:t> boundary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0E245D-96D6-64C9-4FC2-8BEA0D76B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63" y="397744"/>
                <a:ext cx="7288342" cy="646331"/>
              </a:xfrm>
              <a:prstGeom prst="rect">
                <a:avLst/>
              </a:prstGeom>
              <a:blipFill>
                <a:blip r:embed="rId9"/>
                <a:stretch>
                  <a:fillRect l="-2592" t="-14151" r="-2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08405CD-248B-2C84-47EA-209118D2E5D6}"/>
              </a:ext>
            </a:extLst>
          </p:cNvPr>
          <p:cNvSpPr txBox="1"/>
          <p:nvPr/>
        </p:nvSpPr>
        <p:spPr>
          <a:xfrm>
            <a:off x="432363" y="3497856"/>
            <a:ext cx="6596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Every boundary is a closed surface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30759A-E0CA-9489-99BB-C248A28A5500}"/>
                  </a:ext>
                </a:extLst>
              </p:cNvPr>
              <p:cNvSpPr txBox="1"/>
              <p:nvPr/>
            </p:nvSpPr>
            <p:spPr>
              <a:xfrm>
                <a:off x="3438808" y="4144187"/>
                <a:ext cx="3135602" cy="856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4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30759A-E0CA-9489-99BB-C248A28A5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808" y="4144187"/>
                <a:ext cx="3135602" cy="85658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3CB41C79-7E62-046E-BA35-B4B2352ABD3D}"/>
              </a:ext>
            </a:extLst>
          </p:cNvPr>
          <p:cNvSpPr txBox="1"/>
          <p:nvPr/>
        </p:nvSpPr>
        <p:spPr>
          <a:xfrm>
            <a:off x="432363" y="1947800"/>
            <a:ext cx="6466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 closed surface has no boundary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643B0B-D4C7-3657-8FA3-E904954F81DE}"/>
                  </a:ext>
                </a:extLst>
              </p:cNvPr>
              <p:cNvSpPr txBox="1"/>
              <p:nvPr/>
            </p:nvSpPr>
            <p:spPr>
              <a:xfrm>
                <a:off x="2345111" y="2594131"/>
                <a:ext cx="5156155" cy="7815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𝜕</m:t>
                    </m:r>
                    <m:sSup>
                      <m:sSup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44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=0⇒</m:t>
                    </m:r>
                    <m:sSup>
                      <m:sSup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44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3600" dirty="0"/>
                  <a:t>is closed</a:t>
                </a:r>
                <a:endParaRPr lang="en-US" sz="4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643B0B-D4C7-3657-8FA3-E904954F8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111" y="2594131"/>
                <a:ext cx="5156155" cy="781561"/>
              </a:xfrm>
              <a:prstGeom prst="rect">
                <a:avLst/>
              </a:prstGeom>
              <a:blipFill>
                <a:blip r:embed="rId11"/>
                <a:stretch>
                  <a:fillRect r="-2837" b="-28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0BC2222-271B-1CF3-FEA7-99C4A087093E}"/>
              </a:ext>
            </a:extLst>
          </p:cNvPr>
          <p:cNvSpPr txBox="1"/>
          <p:nvPr/>
        </p:nvSpPr>
        <p:spPr>
          <a:xfrm>
            <a:off x="7396654" y="5257769"/>
            <a:ext cx="1422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 something</a:t>
            </a:r>
          </a:p>
        </p:txBody>
      </p:sp>
    </p:spTree>
    <p:extLst>
      <p:ext uri="{BB962C8B-B14F-4D97-AF65-F5344CB8AC3E}">
        <p14:creationId xmlns:p14="http://schemas.microsoft.com/office/powerpoint/2010/main" val="1128302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3C14D-2BF4-53E9-5AA7-151382D5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7B4B00A0-E8A4-900A-96FC-312904C38FDC}"/>
              </a:ext>
            </a:extLst>
          </p:cNvPr>
          <p:cNvGrpSpPr/>
          <p:nvPr/>
        </p:nvGrpSpPr>
        <p:grpSpPr>
          <a:xfrm>
            <a:off x="4669848" y="1686758"/>
            <a:ext cx="2894319" cy="2542773"/>
            <a:chOff x="4619026" y="4325091"/>
            <a:chExt cx="2285576" cy="2007968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FC55A5C-F938-C665-3A64-8076F4A2C3CF}"/>
                </a:ext>
              </a:extLst>
            </p:cNvPr>
            <p:cNvSpPr/>
            <p:nvPr/>
          </p:nvSpPr>
          <p:spPr>
            <a:xfrm rot="16476904">
              <a:off x="4815908" y="5232410"/>
              <a:ext cx="1649189" cy="472248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97239"/>
                <a:gd name="connsiteY0" fmla="*/ 1032955 h 1032955"/>
                <a:gd name="connsiteX1" fmla="*/ 573003 w 2497239"/>
                <a:gd name="connsiteY1" fmla="*/ 71407 h 1032955"/>
                <a:gd name="connsiteX2" fmla="*/ 1689481 w 2497239"/>
                <a:gd name="connsiteY2" fmla="*/ 151638 h 1032955"/>
                <a:gd name="connsiteX3" fmla="*/ 2497239 w 2497239"/>
                <a:gd name="connsiteY3" fmla="*/ 931196 h 1032955"/>
                <a:gd name="connsiteX0" fmla="*/ 237 w 2474503"/>
                <a:gd name="connsiteY0" fmla="*/ 1029940 h 1029941"/>
                <a:gd name="connsiteX1" fmla="*/ 550267 w 2474503"/>
                <a:gd name="connsiteY1" fmla="*/ 71199 h 1029941"/>
                <a:gd name="connsiteX2" fmla="*/ 1666745 w 2474503"/>
                <a:gd name="connsiteY2" fmla="*/ 151430 h 1029941"/>
                <a:gd name="connsiteX3" fmla="*/ 2474503 w 2474503"/>
                <a:gd name="connsiteY3" fmla="*/ 930988 h 1029941"/>
                <a:gd name="connsiteX0" fmla="*/ 249 w 2457440"/>
                <a:gd name="connsiteY0" fmla="*/ 1053781 h 1053781"/>
                <a:gd name="connsiteX1" fmla="*/ 533204 w 2457440"/>
                <a:gd name="connsiteY1" fmla="*/ 72841 h 1053781"/>
                <a:gd name="connsiteX2" fmla="*/ 1649682 w 2457440"/>
                <a:gd name="connsiteY2" fmla="*/ 153072 h 1053781"/>
                <a:gd name="connsiteX3" fmla="*/ 2457440 w 2457440"/>
                <a:gd name="connsiteY3" fmla="*/ 932630 h 105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7440" h="1053781">
                  <a:moveTo>
                    <a:pt x="249" y="1053781"/>
                  </a:moveTo>
                  <a:cubicBezTo>
                    <a:pt x="-9313" y="698462"/>
                    <a:pt x="258299" y="222959"/>
                    <a:pt x="533204" y="72841"/>
                  </a:cubicBezTo>
                  <a:cubicBezTo>
                    <a:pt x="808109" y="-77277"/>
                    <a:pt x="1371845" y="32324"/>
                    <a:pt x="1649682" y="153072"/>
                  </a:cubicBezTo>
                  <a:cubicBezTo>
                    <a:pt x="1927519" y="273820"/>
                    <a:pt x="2446486" y="578007"/>
                    <a:pt x="2457440" y="93263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837ED15-C351-25D0-C104-AA4AB66776A5}"/>
                </a:ext>
              </a:extLst>
            </p:cNvPr>
            <p:cNvSpPr/>
            <p:nvPr/>
          </p:nvSpPr>
          <p:spPr>
            <a:xfrm>
              <a:off x="4885350" y="4662014"/>
              <a:ext cx="1066596" cy="1650661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14158"/>
                <a:gd name="connsiteY0" fmla="*/ 1035443 h 1062699"/>
                <a:gd name="connsiteX1" fmla="*/ 573003 w 2414158"/>
                <a:gd name="connsiteY1" fmla="*/ 73895 h 1062699"/>
                <a:gd name="connsiteX2" fmla="*/ 1689481 w 2414158"/>
                <a:gd name="connsiteY2" fmla="*/ 154126 h 1062699"/>
                <a:gd name="connsiteX3" fmla="*/ 2347696 w 2414158"/>
                <a:gd name="connsiteY3" fmla="*/ 860459 h 1062699"/>
                <a:gd name="connsiteX4" fmla="*/ 2397188 w 2414158"/>
                <a:gd name="connsiteY4" fmla="*/ 1062699 h 1062699"/>
                <a:gd name="connsiteX0" fmla="*/ 222 w 2414158"/>
                <a:gd name="connsiteY0" fmla="*/ 1026067 h 1053323"/>
                <a:gd name="connsiteX1" fmla="*/ 573003 w 2414158"/>
                <a:gd name="connsiteY1" fmla="*/ 64519 h 1053323"/>
                <a:gd name="connsiteX2" fmla="*/ 1689481 w 2414158"/>
                <a:gd name="connsiteY2" fmla="*/ 144750 h 1053323"/>
                <a:gd name="connsiteX3" fmla="*/ 2153599 w 2414158"/>
                <a:gd name="connsiteY3" fmla="*/ 601586 h 1053323"/>
                <a:gd name="connsiteX4" fmla="*/ 2347696 w 2414158"/>
                <a:gd name="connsiteY4" fmla="*/ 851083 h 1053323"/>
                <a:gd name="connsiteX5" fmla="*/ 2397188 w 2414158"/>
                <a:gd name="connsiteY5" fmla="*/ 1053323 h 1053323"/>
                <a:gd name="connsiteX0" fmla="*/ 25047 w 2438983"/>
                <a:gd name="connsiteY0" fmla="*/ 1010621 h 1037877"/>
                <a:gd name="connsiteX1" fmla="*/ 48346 w 2438983"/>
                <a:gd name="connsiteY1" fmla="*/ 801615 h 1037877"/>
                <a:gd name="connsiteX2" fmla="*/ 597828 w 2438983"/>
                <a:gd name="connsiteY2" fmla="*/ 49073 h 1037877"/>
                <a:gd name="connsiteX3" fmla="*/ 1714306 w 2438983"/>
                <a:gd name="connsiteY3" fmla="*/ 129304 h 1037877"/>
                <a:gd name="connsiteX4" fmla="*/ 2178424 w 2438983"/>
                <a:gd name="connsiteY4" fmla="*/ 586140 h 1037877"/>
                <a:gd name="connsiteX5" fmla="*/ 2372521 w 2438983"/>
                <a:gd name="connsiteY5" fmla="*/ 835637 h 1037877"/>
                <a:gd name="connsiteX6" fmla="*/ 2422013 w 2438983"/>
                <a:gd name="connsiteY6" fmla="*/ 1037877 h 1037877"/>
                <a:gd name="connsiteX0" fmla="*/ 25047 w 2438983"/>
                <a:gd name="connsiteY0" fmla="*/ 995141 h 1022397"/>
                <a:gd name="connsiteX1" fmla="*/ 48346 w 2438983"/>
                <a:gd name="connsiteY1" fmla="*/ 786135 h 1022397"/>
                <a:gd name="connsiteX2" fmla="*/ 152859 w 2438983"/>
                <a:gd name="connsiteY2" fmla="*/ 576329 h 1022397"/>
                <a:gd name="connsiteX3" fmla="*/ 597828 w 2438983"/>
                <a:gd name="connsiteY3" fmla="*/ 33593 h 1022397"/>
                <a:gd name="connsiteX4" fmla="*/ 1714306 w 2438983"/>
                <a:gd name="connsiteY4" fmla="*/ 113824 h 1022397"/>
                <a:gd name="connsiteX5" fmla="*/ 2178424 w 2438983"/>
                <a:gd name="connsiteY5" fmla="*/ 570660 h 1022397"/>
                <a:gd name="connsiteX6" fmla="*/ 2372521 w 2438983"/>
                <a:gd name="connsiteY6" fmla="*/ 820157 h 1022397"/>
                <a:gd name="connsiteX7" fmla="*/ 2422013 w 2438983"/>
                <a:gd name="connsiteY7" fmla="*/ 1022397 h 1022397"/>
                <a:gd name="connsiteX0" fmla="*/ 1166345 w 2395799"/>
                <a:gd name="connsiteY0" fmla="*/ 1879724 h 1879724"/>
                <a:gd name="connsiteX1" fmla="*/ 5162 w 2395799"/>
                <a:gd name="connsiteY1" fmla="*/ 786135 h 1879724"/>
                <a:gd name="connsiteX2" fmla="*/ 109675 w 2395799"/>
                <a:gd name="connsiteY2" fmla="*/ 576329 h 1879724"/>
                <a:gd name="connsiteX3" fmla="*/ 554644 w 2395799"/>
                <a:gd name="connsiteY3" fmla="*/ 33593 h 1879724"/>
                <a:gd name="connsiteX4" fmla="*/ 1671122 w 2395799"/>
                <a:gd name="connsiteY4" fmla="*/ 113824 h 1879724"/>
                <a:gd name="connsiteX5" fmla="*/ 2135240 w 2395799"/>
                <a:gd name="connsiteY5" fmla="*/ 570660 h 1879724"/>
                <a:gd name="connsiteX6" fmla="*/ 2329337 w 2395799"/>
                <a:gd name="connsiteY6" fmla="*/ 820157 h 1879724"/>
                <a:gd name="connsiteX7" fmla="*/ 2378829 w 2395799"/>
                <a:gd name="connsiteY7" fmla="*/ 1022397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8" fmla="*/ 1166345 w 2338027"/>
                <a:gd name="connsiteY8" fmla="*/ 1879724 h 1879724"/>
                <a:gd name="connsiteX0" fmla="*/ 1166345 w 2338507"/>
                <a:gd name="connsiteY0" fmla="*/ 1879724 h 1879724"/>
                <a:gd name="connsiteX1" fmla="*/ 5162 w 2338507"/>
                <a:gd name="connsiteY1" fmla="*/ 786135 h 1879724"/>
                <a:gd name="connsiteX2" fmla="*/ 109675 w 2338507"/>
                <a:gd name="connsiteY2" fmla="*/ 576329 h 1879724"/>
                <a:gd name="connsiteX3" fmla="*/ 554644 w 2338507"/>
                <a:gd name="connsiteY3" fmla="*/ 33593 h 1879724"/>
                <a:gd name="connsiteX4" fmla="*/ 1671122 w 2338507"/>
                <a:gd name="connsiteY4" fmla="*/ 113824 h 1879724"/>
                <a:gd name="connsiteX5" fmla="*/ 2135240 w 2338507"/>
                <a:gd name="connsiteY5" fmla="*/ 570660 h 1879724"/>
                <a:gd name="connsiteX6" fmla="*/ 2329337 w 2338507"/>
                <a:gd name="connsiteY6" fmla="*/ 820157 h 1879724"/>
                <a:gd name="connsiteX7" fmla="*/ 1333697 w 2338507"/>
                <a:gd name="connsiteY7" fmla="*/ 1804912 h 1879724"/>
                <a:gd name="connsiteX8" fmla="*/ 1166345 w 2338507"/>
                <a:gd name="connsiteY8" fmla="*/ 1879724 h 1879724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067167 w 2239329"/>
                <a:gd name="connsiteY0" fmla="*/ 1879724 h 1895998"/>
                <a:gd name="connsiteX1" fmla="*/ 119987 w 2239329"/>
                <a:gd name="connsiteY1" fmla="*/ 1466583 h 1895998"/>
                <a:gd name="connsiteX2" fmla="*/ 10497 w 2239329"/>
                <a:gd name="connsiteY2" fmla="*/ 576329 h 1895998"/>
                <a:gd name="connsiteX3" fmla="*/ 455466 w 2239329"/>
                <a:gd name="connsiteY3" fmla="*/ 33593 h 1895998"/>
                <a:gd name="connsiteX4" fmla="*/ 1571944 w 2239329"/>
                <a:gd name="connsiteY4" fmla="*/ 113824 h 1895998"/>
                <a:gd name="connsiteX5" fmla="*/ 2036062 w 2239329"/>
                <a:gd name="connsiteY5" fmla="*/ 570660 h 1895998"/>
                <a:gd name="connsiteX6" fmla="*/ 2230159 w 2239329"/>
                <a:gd name="connsiteY6" fmla="*/ 820157 h 1895998"/>
                <a:gd name="connsiteX7" fmla="*/ 1234519 w 2239329"/>
                <a:gd name="connsiteY7" fmla="*/ 1804912 h 1895998"/>
                <a:gd name="connsiteX8" fmla="*/ 1067167 w 2239329"/>
                <a:gd name="connsiteY8" fmla="*/ 1879724 h 1895998"/>
                <a:gd name="connsiteX0" fmla="*/ 870368 w 2258141"/>
                <a:gd name="connsiteY0" fmla="*/ 1726623 h 1865337"/>
                <a:gd name="connsiteX1" fmla="*/ 137191 w 2258141"/>
                <a:gd name="connsiteY1" fmla="*/ 1466583 h 1865337"/>
                <a:gd name="connsiteX2" fmla="*/ 27701 w 2258141"/>
                <a:gd name="connsiteY2" fmla="*/ 576329 h 1865337"/>
                <a:gd name="connsiteX3" fmla="*/ 472670 w 2258141"/>
                <a:gd name="connsiteY3" fmla="*/ 33593 h 1865337"/>
                <a:gd name="connsiteX4" fmla="*/ 1589148 w 2258141"/>
                <a:gd name="connsiteY4" fmla="*/ 113824 h 1865337"/>
                <a:gd name="connsiteX5" fmla="*/ 2053266 w 2258141"/>
                <a:gd name="connsiteY5" fmla="*/ 570660 h 1865337"/>
                <a:gd name="connsiteX6" fmla="*/ 2247363 w 2258141"/>
                <a:gd name="connsiteY6" fmla="*/ 820157 h 1865337"/>
                <a:gd name="connsiteX7" fmla="*/ 1251723 w 2258141"/>
                <a:gd name="connsiteY7" fmla="*/ 1804912 h 1865337"/>
                <a:gd name="connsiteX8" fmla="*/ 870368 w 2258141"/>
                <a:gd name="connsiteY8" fmla="*/ 1726623 h 1865337"/>
                <a:gd name="connsiteX0" fmla="*/ 870368 w 2251149"/>
                <a:gd name="connsiteY0" fmla="*/ 1726623 h 1752456"/>
                <a:gd name="connsiteX1" fmla="*/ 137191 w 2251149"/>
                <a:gd name="connsiteY1" fmla="*/ 1466583 h 1752456"/>
                <a:gd name="connsiteX2" fmla="*/ 27701 w 2251149"/>
                <a:gd name="connsiteY2" fmla="*/ 576329 h 1752456"/>
                <a:gd name="connsiteX3" fmla="*/ 472670 w 2251149"/>
                <a:gd name="connsiteY3" fmla="*/ 33593 h 1752456"/>
                <a:gd name="connsiteX4" fmla="*/ 1589148 w 2251149"/>
                <a:gd name="connsiteY4" fmla="*/ 113824 h 1752456"/>
                <a:gd name="connsiteX5" fmla="*/ 2053266 w 2251149"/>
                <a:gd name="connsiteY5" fmla="*/ 570660 h 1752456"/>
                <a:gd name="connsiteX6" fmla="*/ 2247363 w 2251149"/>
                <a:gd name="connsiteY6" fmla="*/ 820157 h 1752456"/>
                <a:gd name="connsiteX7" fmla="*/ 1898709 w 2251149"/>
                <a:gd name="connsiteY7" fmla="*/ 1640471 h 1752456"/>
                <a:gd name="connsiteX8" fmla="*/ 870368 w 2251149"/>
                <a:gd name="connsiteY8" fmla="*/ 1726623 h 1752456"/>
                <a:gd name="connsiteX0" fmla="*/ 870368 w 2080001"/>
                <a:gd name="connsiteY0" fmla="*/ 1726623 h 1766694"/>
                <a:gd name="connsiteX1" fmla="*/ 137191 w 2080001"/>
                <a:gd name="connsiteY1" fmla="*/ 1466583 h 1766694"/>
                <a:gd name="connsiteX2" fmla="*/ 27701 w 2080001"/>
                <a:gd name="connsiteY2" fmla="*/ 576329 h 1766694"/>
                <a:gd name="connsiteX3" fmla="*/ 472670 w 2080001"/>
                <a:gd name="connsiteY3" fmla="*/ 33593 h 1766694"/>
                <a:gd name="connsiteX4" fmla="*/ 1589148 w 2080001"/>
                <a:gd name="connsiteY4" fmla="*/ 113824 h 1766694"/>
                <a:gd name="connsiteX5" fmla="*/ 2053266 w 2080001"/>
                <a:gd name="connsiteY5" fmla="*/ 570660 h 1766694"/>
                <a:gd name="connsiteX6" fmla="*/ 1898709 w 2080001"/>
                <a:gd name="connsiteY6" fmla="*/ 1640471 h 1766694"/>
                <a:gd name="connsiteX7" fmla="*/ 870368 w 2080001"/>
                <a:gd name="connsiteY7" fmla="*/ 1726623 h 1766694"/>
                <a:gd name="connsiteX0" fmla="*/ 870368 w 2056137"/>
                <a:gd name="connsiteY0" fmla="*/ 1726623 h 1757803"/>
                <a:gd name="connsiteX1" fmla="*/ 137191 w 2056137"/>
                <a:gd name="connsiteY1" fmla="*/ 1466583 h 1757803"/>
                <a:gd name="connsiteX2" fmla="*/ 27701 w 2056137"/>
                <a:gd name="connsiteY2" fmla="*/ 576329 h 1757803"/>
                <a:gd name="connsiteX3" fmla="*/ 472670 w 2056137"/>
                <a:gd name="connsiteY3" fmla="*/ 33593 h 1757803"/>
                <a:gd name="connsiteX4" fmla="*/ 1589148 w 2056137"/>
                <a:gd name="connsiteY4" fmla="*/ 113824 h 1757803"/>
                <a:gd name="connsiteX5" fmla="*/ 2053266 w 2056137"/>
                <a:gd name="connsiteY5" fmla="*/ 570660 h 1757803"/>
                <a:gd name="connsiteX6" fmla="*/ 1739451 w 2056137"/>
                <a:gd name="connsiteY6" fmla="*/ 1623460 h 1757803"/>
                <a:gd name="connsiteX7" fmla="*/ 870368 w 2056137"/>
                <a:gd name="connsiteY7" fmla="*/ 1726623 h 1757803"/>
                <a:gd name="connsiteX0" fmla="*/ 906469 w 2057307"/>
                <a:gd name="connsiteY0" fmla="*/ 1851372 h 1858399"/>
                <a:gd name="connsiteX1" fmla="*/ 138454 w 2057307"/>
                <a:gd name="connsiteY1" fmla="*/ 1466583 h 1858399"/>
                <a:gd name="connsiteX2" fmla="*/ 28964 w 2057307"/>
                <a:gd name="connsiteY2" fmla="*/ 576329 h 1858399"/>
                <a:gd name="connsiteX3" fmla="*/ 473933 w 2057307"/>
                <a:gd name="connsiteY3" fmla="*/ 33593 h 1858399"/>
                <a:gd name="connsiteX4" fmla="*/ 1590411 w 2057307"/>
                <a:gd name="connsiteY4" fmla="*/ 113824 h 1858399"/>
                <a:gd name="connsiteX5" fmla="*/ 2054529 w 2057307"/>
                <a:gd name="connsiteY5" fmla="*/ 570660 h 1858399"/>
                <a:gd name="connsiteX6" fmla="*/ 1740714 w 2057307"/>
                <a:gd name="connsiteY6" fmla="*/ 1623460 h 1858399"/>
                <a:gd name="connsiteX7" fmla="*/ 906469 w 2057307"/>
                <a:gd name="connsiteY7" fmla="*/ 1851372 h 1858399"/>
                <a:gd name="connsiteX0" fmla="*/ 896667 w 2047505"/>
                <a:gd name="connsiteY0" fmla="*/ 1851372 h 1856760"/>
                <a:gd name="connsiteX1" fmla="*/ 163490 w 2047505"/>
                <a:gd name="connsiteY1" fmla="*/ 1494935 h 1856760"/>
                <a:gd name="connsiteX2" fmla="*/ 19162 w 2047505"/>
                <a:gd name="connsiteY2" fmla="*/ 576329 h 1856760"/>
                <a:gd name="connsiteX3" fmla="*/ 464131 w 2047505"/>
                <a:gd name="connsiteY3" fmla="*/ 33593 h 1856760"/>
                <a:gd name="connsiteX4" fmla="*/ 1580609 w 2047505"/>
                <a:gd name="connsiteY4" fmla="*/ 113824 h 1856760"/>
                <a:gd name="connsiteX5" fmla="*/ 2044727 w 2047505"/>
                <a:gd name="connsiteY5" fmla="*/ 570660 h 1856760"/>
                <a:gd name="connsiteX6" fmla="*/ 1730912 w 2047505"/>
                <a:gd name="connsiteY6" fmla="*/ 1623460 h 1856760"/>
                <a:gd name="connsiteX7" fmla="*/ 896667 w 2047505"/>
                <a:gd name="connsiteY7" fmla="*/ 1851372 h 1856760"/>
                <a:gd name="connsiteX0" fmla="*/ 896667 w 2003466"/>
                <a:gd name="connsiteY0" fmla="*/ 1851372 h 1856524"/>
                <a:gd name="connsiteX1" fmla="*/ 163490 w 2003466"/>
                <a:gd name="connsiteY1" fmla="*/ 1494935 h 1856524"/>
                <a:gd name="connsiteX2" fmla="*/ 19162 w 2003466"/>
                <a:gd name="connsiteY2" fmla="*/ 576329 h 1856524"/>
                <a:gd name="connsiteX3" fmla="*/ 464131 w 2003466"/>
                <a:gd name="connsiteY3" fmla="*/ 33593 h 1856524"/>
                <a:gd name="connsiteX4" fmla="*/ 1580609 w 2003466"/>
                <a:gd name="connsiteY4" fmla="*/ 113824 h 1856524"/>
                <a:gd name="connsiteX5" fmla="*/ 1999936 w 2003466"/>
                <a:gd name="connsiteY5" fmla="*/ 593341 h 1856524"/>
                <a:gd name="connsiteX6" fmla="*/ 1730912 w 2003466"/>
                <a:gd name="connsiteY6" fmla="*/ 1623460 h 1856524"/>
                <a:gd name="connsiteX7" fmla="*/ 896667 w 2003466"/>
                <a:gd name="connsiteY7" fmla="*/ 1851372 h 1856524"/>
                <a:gd name="connsiteX0" fmla="*/ 824838 w 1931637"/>
                <a:gd name="connsiteY0" fmla="*/ 1856001 h 1861153"/>
                <a:gd name="connsiteX1" fmla="*/ 91661 w 1931637"/>
                <a:gd name="connsiteY1" fmla="*/ 1499564 h 1861153"/>
                <a:gd name="connsiteX2" fmla="*/ 43807 w 1931637"/>
                <a:gd name="connsiteY2" fmla="*/ 643768 h 1861153"/>
                <a:gd name="connsiteX3" fmla="*/ 392302 w 1931637"/>
                <a:gd name="connsiteY3" fmla="*/ 38222 h 1861153"/>
                <a:gd name="connsiteX4" fmla="*/ 1508780 w 1931637"/>
                <a:gd name="connsiteY4" fmla="*/ 118453 h 1861153"/>
                <a:gd name="connsiteX5" fmla="*/ 1928107 w 1931637"/>
                <a:gd name="connsiteY5" fmla="*/ 597970 h 1861153"/>
                <a:gd name="connsiteX6" fmla="*/ 1659083 w 1931637"/>
                <a:gd name="connsiteY6" fmla="*/ 1628089 h 1861153"/>
                <a:gd name="connsiteX7" fmla="*/ 824838 w 1931637"/>
                <a:gd name="connsiteY7" fmla="*/ 1856001 h 1861153"/>
                <a:gd name="connsiteX0" fmla="*/ 824838 w 1931637"/>
                <a:gd name="connsiteY0" fmla="*/ 1874491 h 1879643"/>
                <a:gd name="connsiteX1" fmla="*/ 91661 w 1931637"/>
                <a:gd name="connsiteY1" fmla="*/ 1518054 h 1879643"/>
                <a:gd name="connsiteX2" fmla="*/ 43807 w 1931637"/>
                <a:gd name="connsiteY2" fmla="*/ 662258 h 1879643"/>
                <a:gd name="connsiteX3" fmla="*/ 392302 w 1931637"/>
                <a:gd name="connsiteY3" fmla="*/ 56712 h 1879643"/>
                <a:gd name="connsiteX4" fmla="*/ 953825 w 1931637"/>
                <a:gd name="connsiteY4" fmla="*/ 34971 h 1879643"/>
                <a:gd name="connsiteX5" fmla="*/ 1508780 w 1931637"/>
                <a:gd name="connsiteY5" fmla="*/ 136943 h 1879643"/>
                <a:gd name="connsiteX6" fmla="*/ 1928107 w 1931637"/>
                <a:gd name="connsiteY6" fmla="*/ 616460 h 1879643"/>
                <a:gd name="connsiteX7" fmla="*/ 1659083 w 1931637"/>
                <a:gd name="connsiteY7" fmla="*/ 1646579 h 1879643"/>
                <a:gd name="connsiteX8" fmla="*/ 824838 w 1931637"/>
                <a:gd name="connsiteY8" fmla="*/ 1874491 h 1879643"/>
                <a:gd name="connsiteX0" fmla="*/ 863762 w 1970561"/>
                <a:gd name="connsiteY0" fmla="*/ 1874551 h 1879703"/>
                <a:gd name="connsiteX1" fmla="*/ 130585 w 1970561"/>
                <a:gd name="connsiteY1" fmla="*/ 1518114 h 1879703"/>
                <a:gd name="connsiteX2" fmla="*/ 82731 w 1970561"/>
                <a:gd name="connsiteY2" fmla="*/ 662318 h 1879703"/>
                <a:gd name="connsiteX3" fmla="*/ 992749 w 1970561"/>
                <a:gd name="connsiteY3" fmla="*/ 35031 h 1879703"/>
                <a:gd name="connsiteX4" fmla="*/ 1547704 w 1970561"/>
                <a:gd name="connsiteY4" fmla="*/ 137003 h 1879703"/>
                <a:gd name="connsiteX5" fmla="*/ 1967031 w 1970561"/>
                <a:gd name="connsiteY5" fmla="*/ 616520 h 1879703"/>
                <a:gd name="connsiteX6" fmla="*/ 1698007 w 1970561"/>
                <a:gd name="connsiteY6" fmla="*/ 1646639 h 1879703"/>
                <a:gd name="connsiteX7" fmla="*/ 863762 w 1970561"/>
                <a:gd name="connsiteY7" fmla="*/ 1874551 h 1879703"/>
                <a:gd name="connsiteX0" fmla="*/ 863762 w 2001868"/>
                <a:gd name="connsiteY0" fmla="*/ 1839654 h 1844806"/>
                <a:gd name="connsiteX1" fmla="*/ 130585 w 2001868"/>
                <a:gd name="connsiteY1" fmla="*/ 1483217 h 1844806"/>
                <a:gd name="connsiteX2" fmla="*/ 82731 w 2001868"/>
                <a:gd name="connsiteY2" fmla="*/ 627421 h 1844806"/>
                <a:gd name="connsiteX3" fmla="*/ 992749 w 2001868"/>
                <a:gd name="connsiteY3" fmla="*/ 134 h 1844806"/>
                <a:gd name="connsiteX4" fmla="*/ 1967031 w 2001868"/>
                <a:gd name="connsiteY4" fmla="*/ 581623 h 1844806"/>
                <a:gd name="connsiteX5" fmla="*/ 1698007 w 2001868"/>
                <a:gd name="connsiteY5" fmla="*/ 1611742 h 1844806"/>
                <a:gd name="connsiteX6" fmla="*/ 863762 w 2001868"/>
                <a:gd name="connsiteY6" fmla="*/ 1839654 h 1844806"/>
                <a:gd name="connsiteX0" fmla="*/ 863762 w 2001868"/>
                <a:gd name="connsiteY0" fmla="*/ 1839520 h 1844672"/>
                <a:gd name="connsiteX1" fmla="*/ 130585 w 2001868"/>
                <a:gd name="connsiteY1" fmla="*/ 1483083 h 1844672"/>
                <a:gd name="connsiteX2" fmla="*/ 82731 w 2001868"/>
                <a:gd name="connsiteY2" fmla="*/ 627287 h 1844672"/>
                <a:gd name="connsiteX3" fmla="*/ 992749 w 2001868"/>
                <a:gd name="connsiteY3" fmla="*/ 0 h 1844672"/>
                <a:gd name="connsiteX4" fmla="*/ 1967031 w 2001868"/>
                <a:gd name="connsiteY4" fmla="*/ 581489 h 1844672"/>
                <a:gd name="connsiteX5" fmla="*/ 1698007 w 2001868"/>
                <a:gd name="connsiteY5" fmla="*/ 1611608 h 1844672"/>
                <a:gd name="connsiteX6" fmla="*/ 863762 w 2001868"/>
                <a:gd name="connsiteY6" fmla="*/ 1839520 h 1844672"/>
                <a:gd name="connsiteX0" fmla="*/ 863762 w 2001868"/>
                <a:gd name="connsiteY0" fmla="*/ 1840982 h 1846134"/>
                <a:gd name="connsiteX1" fmla="*/ 130585 w 2001868"/>
                <a:gd name="connsiteY1" fmla="*/ 1484545 h 1846134"/>
                <a:gd name="connsiteX2" fmla="*/ 82731 w 2001868"/>
                <a:gd name="connsiteY2" fmla="*/ 628749 h 1846134"/>
                <a:gd name="connsiteX3" fmla="*/ 992749 w 2001868"/>
                <a:gd name="connsiteY3" fmla="*/ 1462 h 1846134"/>
                <a:gd name="connsiteX4" fmla="*/ 1967031 w 2001868"/>
                <a:gd name="connsiteY4" fmla="*/ 582951 h 1846134"/>
                <a:gd name="connsiteX5" fmla="*/ 1698007 w 2001868"/>
                <a:gd name="connsiteY5" fmla="*/ 1613070 h 1846134"/>
                <a:gd name="connsiteX6" fmla="*/ 863762 w 2001868"/>
                <a:gd name="connsiteY6" fmla="*/ 1840982 h 1846134"/>
                <a:gd name="connsiteX0" fmla="*/ 802969 w 1941075"/>
                <a:gd name="connsiteY0" fmla="*/ 1840523 h 1845675"/>
                <a:gd name="connsiteX1" fmla="*/ 69792 w 1941075"/>
                <a:gd name="connsiteY1" fmla="*/ 1484086 h 1845675"/>
                <a:gd name="connsiteX2" fmla="*/ 127599 w 1941075"/>
                <a:gd name="connsiteY2" fmla="*/ 471263 h 1845675"/>
                <a:gd name="connsiteX3" fmla="*/ 931956 w 1941075"/>
                <a:gd name="connsiteY3" fmla="*/ 1003 h 1845675"/>
                <a:gd name="connsiteX4" fmla="*/ 1906238 w 1941075"/>
                <a:gd name="connsiteY4" fmla="*/ 582492 h 1845675"/>
                <a:gd name="connsiteX5" fmla="*/ 1637214 w 1941075"/>
                <a:gd name="connsiteY5" fmla="*/ 1612611 h 1845675"/>
                <a:gd name="connsiteX6" fmla="*/ 802969 w 1941075"/>
                <a:gd name="connsiteY6" fmla="*/ 1840523 h 1845675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902827 w 1925308"/>
                <a:gd name="connsiteY0" fmla="*/ 1842165 h 1848429"/>
                <a:gd name="connsiteX1" fmla="*/ 76418 w 1925308"/>
                <a:gd name="connsiteY1" fmla="*/ 1483084 h 1848429"/>
                <a:gd name="connsiteX2" fmla="*/ 134225 w 1925308"/>
                <a:gd name="connsiteY2" fmla="*/ 470261 h 1848429"/>
                <a:gd name="connsiteX3" fmla="*/ 938582 w 1925308"/>
                <a:gd name="connsiteY3" fmla="*/ 1 h 1848429"/>
                <a:gd name="connsiteX4" fmla="*/ 1889894 w 1925308"/>
                <a:gd name="connsiteY4" fmla="*/ 471572 h 1848429"/>
                <a:gd name="connsiteX5" fmla="*/ 1643840 w 1925308"/>
                <a:gd name="connsiteY5" fmla="*/ 1611609 h 1848429"/>
                <a:gd name="connsiteX6" fmla="*/ 902827 w 1925308"/>
                <a:gd name="connsiteY6" fmla="*/ 1842165 h 1848429"/>
                <a:gd name="connsiteX0" fmla="*/ 906394 w 1928875"/>
                <a:gd name="connsiteY0" fmla="*/ 1842165 h 1848429"/>
                <a:gd name="connsiteX1" fmla="*/ 79985 w 1928875"/>
                <a:gd name="connsiteY1" fmla="*/ 1483084 h 1848429"/>
                <a:gd name="connsiteX2" fmla="*/ 137792 w 1928875"/>
                <a:gd name="connsiteY2" fmla="*/ 470261 h 1848429"/>
                <a:gd name="connsiteX3" fmla="*/ 1012641 w 1928875"/>
                <a:gd name="connsiteY3" fmla="*/ 1 h 1848429"/>
                <a:gd name="connsiteX4" fmla="*/ 1893461 w 1928875"/>
                <a:gd name="connsiteY4" fmla="*/ 471572 h 1848429"/>
                <a:gd name="connsiteX5" fmla="*/ 1647407 w 1928875"/>
                <a:gd name="connsiteY5" fmla="*/ 1611609 h 1848429"/>
                <a:gd name="connsiteX6" fmla="*/ 906394 w 1928875"/>
                <a:gd name="connsiteY6" fmla="*/ 1842165 h 1848429"/>
                <a:gd name="connsiteX0" fmla="*/ 906394 w 1928875"/>
                <a:gd name="connsiteY0" fmla="*/ 1848789 h 1855053"/>
                <a:gd name="connsiteX1" fmla="*/ 79985 w 1928875"/>
                <a:gd name="connsiteY1" fmla="*/ 1489708 h 1855053"/>
                <a:gd name="connsiteX2" fmla="*/ 137792 w 1928875"/>
                <a:gd name="connsiteY2" fmla="*/ 476885 h 1855053"/>
                <a:gd name="connsiteX3" fmla="*/ 1012641 w 1928875"/>
                <a:gd name="connsiteY3" fmla="*/ 6625 h 1855053"/>
                <a:gd name="connsiteX4" fmla="*/ 1893461 w 1928875"/>
                <a:gd name="connsiteY4" fmla="*/ 478196 h 1855053"/>
                <a:gd name="connsiteX5" fmla="*/ 1647407 w 1928875"/>
                <a:gd name="connsiteY5" fmla="*/ 1618233 h 1855053"/>
                <a:gd name="connsiteX6" fmla="*/ 906394 w 1928875"/>
                <a:gd name="connsiteY6" fmla="*/ 1848789 h 1855053"/>
                <a:gd name="connsiteX0" fmla="*/ 906747 w 1929228"/>
                <a:gd name="connsiteY0" fmla="*/ 1838396 h 1844660"/>
                <a:gd name="connsiteX1" fmla="*/ 80338 w 1929228"/>
                <a:gd name="connsiteY1" fmla="*/ 1479315 h 1844660"/>
                <a:gd name="connsiteX2" fmla="*/ 138145 w 1929228"/>
                <a:gd name="connsiteY2" fmla="*/ 466492 h 1844660"/>
                <a:gd name="connsiteX3" fmla="*/ 1019816 w 1929228"/>
                <a:gd name="connsiteY3" fmla="*/ 6810 h 1844660"/>
                <a:gd name="connsiteX4" fmla="*/ 1893814 w 1929228"/>
                <a:gd name="connsiteY4" fmla="*/ 467803 h 1844660"/>
                <a:gd name="connsiteX5" fmla="*/ 1647760 w 1929228"/>
                <a:gd name="connsiteY5" fmla="*/ 1607840 h 1844660"/>
                <a:gd name="connsiteX6" fmla="*/ 906747 w 1929228"/>
                <a:gd name="connsiteY6" fmla="*/ 1838396 h 1844660"/>
                <a:gd name="connsiteX0" fmla="*/ 887278 w 1928271"/>
                <a:gd name="connsiteY0" fmla="*/ 1833108 h 1839774"/>
                <a:gd name="connsiteX1" fmla="*/ 79061 w 1928271"/>
                <a:gd name="connsiteY1" fmla="*/ 1479315 h 1839774"/>
                <a:gd name="connsiteX2" fmla="*/ 136868 w 1928271"/>
                <a:gd name="connsiteY2" fmla="*/ 466492 h 1839774"/>
                <a:gd name="connsiteX3" fmla="*/ 1018539 w 1928271"/>
                <a:gd name="connsiteY3" fmla="*/ 6810 h 1839774"/>
                <a:gd name="connsiteX4" fmla="*/ 1892537 w 1928271"/>
                <a:gd name="connsiteY4" fmla="*/ 467803 h 1839774"/>
                <a:gd name="connsiteX5" fmla="*/ 1646483 w 1928271"/>
                <a:gd name="connsiteY5" fmla="*/ 1607840 h 1839774"/>
                <a:gd name="connsiteX6" fmla="*/ 887278 w 1928271"/>
                <a:gd name="connsiteY6" fmla="*/ 1833108 h 1839774"/>
                <a:gd name="connsiteX0" fmla="*/ 1892537 w 1979857"/>
                <a:gd name="connsiteY0" fmla="*/ 467803 h 1839774"/>
                <a:gd name="connsiteX1" fmla="*/ 1646483 w 1979857"/>
                <a:gd name="connsiteY1" fmla="*/ 1607840 h 1839774"/>
                <a:gd name="connsiteX2" fmla="*/ 887278 w 1979857"/>
                <a:gd name="connsiteY2" fmla="*/ 1833108 h 1839774"/>
                <a:gd name="connsiteX3" fmla="*/ 79061 w 1979857"/>
                <a:gd name="connsiteY3" fmla="*/ 1479315 h 1839774"/>
                <a:gd name="connsiteX4" fmla="*/ 136868 w 1979857"/>
                <a:gd name="connsiteY4" fmla="*/ 466492 h 1839774"/>
                <a:gd name="connsiteX5" fmla="*/ 1018539 w 1979857"/>
                <a:gd name="connsiteY5" fmla="*/ 6810 h 1839774"/>
                <a:gd name="connsiteX6" fmla="*/ 1979857 w 1979857"/>
                <a:gd name="connsiteY6" fmla="*/ 569350 h 1839774"/>
                <a:gd name="connsiteX0" fmla="*/ 1892537 w 1928271"/>
                <a:gd name="connsiteY0" fmla="*/ 467803 h 1839774"/>
                <a:gd name="connsiteX1" fmla="*/ 1646483 w 1928271"/>
                <a:gd name="connsiteY1" fmla="*/ 1607840 h 1839774"/>
                <a:gd name="connsiteX2" fmla="*/ 887278 w 1928271"/>
                <a:gd name="connsiteY2" fmla="*/ 1833108 h 1839774"/>
                <a:gd name="connsiteX3" fmla="*/ 79061 w 1928271"/>
                <a:gd name="connsiteY3" fmla="*/ 1479315 h 1839774"/>
                <a:gd name="connsiteX4" fmla="*/ 136868 w 1928271"/>
                <a:gd name="connsiteY4" fmla="*/ 466492 h 1839774"/>
                <a:gd name="connsiteX5" fmla="*/ 1018539 w 1928271"/>
                <a:gd name="connsiteY5" fmla="*/ 6810 h 1839774"/>
                <a:gd name="connsiteX0" fmla="*/ 1646483 w 1646483"/>
                <a:gd name="connsiteY0" fmla="*/ 1607840 h 1839774"/>
                <a:gd name="connsiteX1" fmla="*/ 887278 w 1646483"/>
                <a:gd name="connsiteY1" fmla="*/ 1833108 h 1839774"/>
                <a:gd name="connsiteX2" fmla="*/ 79061 w 1646483"/>
                <a:gd name="connsiteY2" fmla="*/ 1479315 h 1839774"/>
                <a:gd name="connsiteX3" fmla="*/ 136868 w 1646483"/>
                <a:gd name="connsiteY3" fmla="*/ 466492 h 1839774"/>
                <a:gd name="connsiteX4" fmla="*/ 1018539 w 1646483"/>
                <a:gd name="connsiteY4" fmla="*/ 6810 h 1839774"/>
                <a:gd name="connsiteX0" fmla="*/ 887278 w 1018539"/>
                <a:gd name="connsiteY0" fmla="*/ 1833108 h 1833107"/>
                <a:gd name="connsiteX1" fmla="*/ 79061 w 1018539"/>
                <a:gd name="connsiteY1" fmla="*/ 1479315 h 1833107"/>
                <a:gd name="connsiteX2" fmla="*/ 136868 w 1018539"/>
                <a:gd name="connsiteY2" fmla="*/ 466492 h 1833107"/>
                <a:gd name="connsiteX3" fmla="*/ 1018539 w 1018539"/>
                <a:gd name="connsiteY3" fmla="*/ 6810 h 1833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8539" h="1833107">
                  <a:moveTo>
                    <a:pt x="887278" y="1833108"/>
                  </a:moveTo>
                  <a:cubicBezTo>
                    <a:pt x="626041" y="1811687"/>
                    <a:pt x="204129" y="1707084"/>
                    <a:pt x="79061" y="1479315"/>
                  </a:cubicBezTo>
                  <a:cubicBezTo>
                    <a:pt x="-46007" y="1251546"/>
                    <a:pt x="-19712" y="711910"/>
                    <a:pt x="136868" y="466492"/>
                  </a:cubicBezTo>
                  <a:cubicBezTo>
                    <a:pt x="293448" y="221075"/>
                    <a:pt x="562773" y="-46297"/>
                    <a:pt x="1018539" y="6810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9B083CB7-8FB9-3144-2B6E-6FDF2D8DE321}"/>
                    </a:ext>
                  </a:extLst>
                </p:cNvPr>
                <p:cNvSpPr txBox="1"/>
                <p:nvPr/>
              </p:nvSpPr>
              <p:spPr>
                <a:xfrm>
                  <a:off x="4619026" y="4325091"/>
                  <a:ext cx="503000" cy="5590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4000" b="0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9B083CB7-8FB9-3144-2B6E-6FDF2D8DE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9026" y="4325091"/>
                  <a:ext cx="503000" cy="55900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9A329FE-80CF-AD86-2A6C-3266A547F8D8}"/>
                </a:ext>
              </a:extLst>
            </p:cNvPr>
            <p:cNvSpPr/>
            <p:nvPr/>
          </p:nvSpPr>
          <p:spPr>
            <a:xfrm rot="5676904">
              <a:off x="5296700" y="5277429"/>
              <a:ext cx="1649696" cy="46156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97239"/>
                <a:gd name="connsiteY0" fmla="*/ 1032955 h 1032955"/>
                <a:gd name="connsiteX1" fmla="*/ 573003 w 2497239"/>
                <a:gd name="connsiteY1" fmla="*/ 71407 h 1032955"/>
                <a:gd name="connsiteX2" fmla="*/ 1689481 w 2497239"/>
                <a:gd name="connsiteY2" fmla="*/ 151638 h 1032955"/>
                <a:gd name="connsiteX3" fmla="*/ 2497239 w 2497239"/>
                <a:gd name="connsiteY3" fmla="*/ 931196 h 1032955"/>
                <a:gd name="connsiteX0" fmla="*/ 237 w 2474503"/>
                <a:gd name="connsiteY0" fmla="*/ 1029940 h 1029941"/>
                <a:gd name="connsiteX1" fmla="*/ 550267 w 2474503"/>
                <a:gd name="connsiteY1" fmla="*/ 71199 h 1029941"/>
                <a:gd name="connsiteX2" fmla="*/ 1666745 w 2474503"/>
                <a:gd name="connsiteY2" fmla="*/ 151430 h 1029941"/>
                <a:gd name="connsiteX3" fmla="*/ 2474503 w 2474503"/>
                <a:gd name="connsiteY3" fmla="*/ 930988 h 1029941"/>
                <a:gd name="connsiteX0" fmla="*/ 237 w 2467673"/>
                <a:gd name="connsiteY0" fmla="*/ 1029940 h 1029939"/>
                <a:gd name="connsiteX1" fmla="*/ 550267 w 2467673"/>
                <a:gd name="connsiteY1" fmla="*/ 71199 h 1029939"/>
                <a:gd name="connsiteX2" fmla="*/ 1666745 w 2467673"/>
                <a:gd name="connsiteY2" fmla="*/ 151430 h 1029939"/>
                <a:gd name="connsiteX3" fmla="*/ 2467673 w 2467673"/>
                <a:gd name="connsiteY3" fmla="*/ 922108 h 1029939"/>
                <a:gd name="connsiteX0" fmla="*/ 237 w 2458194"/>
                <a:gd name="connsiteY0" fmla="*/ 1029940 h 1029941"/>
                <a:gd name="connsiteX1" fmla="*/ 550267 w 2458194"/>
                <a:gd name="connsiteY1" fmla="*/ 71199 h 1029941"/>
                <a:gd name="connsiteX2" fmla="*/ 1666745 w 2458194"/>
                <a:gd name="connsiteY2" fmla="*/ 151430 h 1029941"/>
                <a:gd name="connsiteX3" fmla="*/ 2458194 w 2458194"/>
                <a:gd name="connsiteY3" fmla="*/ 923279 h 102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8194" h="1029941">
                  <a:moveTo>
                    <a:pt x="237" y="1029940"/>
                  </a:moveTo>
                  <a:cubicBezTo>
                    <a:pt x="-9325" y="674621"/>
                    <a:pt x="272516" y="217617"/>
                    <a:pt x="550267" y="71199"/>
                  </a:cubicBezTo>
                  <a:cubicBezTo>
                    <a:pt x="828018" y="-75219"/>
                    <a:pt x="1388908" y="30682"/>
                    <a:pt x="1666745" y="151430"/>
                  </a:cubicBezTo>
                  <a:cubicBezTo>
                    <a:pt x="1944582" y="272178"/>
                    <a:pt x="2447240" y="568656"/>
                    <a:pt x="2458194" y="923279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EFF0F7D-F877-C025-A2B9-987A74199383}"/>
                </a:ext>
              </a:extLst>
            </p:cNvPr>
            <p:cNvSpPr/>
            <p:nvPr/>
          </p:nvSpPr>
          <p:spPr>
            <a:xfrm>
              <a:off x="5814493" y="4668147"/>
              <a:ext cx="1090109" cy="1650532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14158"/>
                <a:gd name="connsiteY0" fmla="*/ 1035443 h 1062699"/>
                <a:gd name="connsiteX1" fmla="*/ 573003 w 2414158"/>
                <a:gd name="connsiteY1" fmla="*/ 73895 h 1062699"/>
                <a:gd name="connsiteX2" fmla="*/ 1689481 w 2414158"/>
                <a:gd name="connsiteY2" fmla="*/ 154126 h 1062699"/>
                <a:gd name="connsiteX3" fmla="*/ 2347696 w 2414158"/>
                <a:gd name="connsiteY3" fmla="*/ 860459 h 1062699"/>
                <a:gd name="connsiteX4" fmla="*/ 2397188 w 2414158"/>
                <a:gd name="connsiteY4" fmla="*/ 1062699 h 1062699"/>
                <a:gd name="connsiteX0" fmla="*/ 222 w 2414158"/>
                <a:gd name="connsiteY0" fmla="*/ 1026067 h 1053323"/>
                <a:gd name="connsiteX1" fmla="*/ 573003 w 2414158"/>
                <a:gd name="connsiteY1" fmla="*/ 64519 h 1053323"/>
                <a:gd name="connsiteX2" fmla="*/ 1689481 w 2414158"/>
                <a:gd name="connsiteY2" fmla="*/ 144750 h 1053323"/>
                <a:gd name="connsiteX3" fmla="*/ 2153599 w 2414158"/>
                <a:gd name="connsiteY3" fmla="*/ 601586 h 1053323"/>
                <a:gd name="connsiteX4" fmla="*/ 2347696 w 2414158"/>
                <a:gd name="connsiteY4" fmla="*/ 851083 h 1053323"/>
                <a:gd name="connsiteX5" fmla="*/ 2397188 w 2414158"/>
                <a:gd name="connsiteY5" fmla="*/ 1053323 h 1053323"/>
                <a:gd name="connsiteX0" fmla="*/ 25047 w 2438983"/>
                <a:gd name="connsiteY0" fmla="*/ 1010621 h 1037877"/>
                <a:gd name="connsiteX1" fmla="*/ 48346 w 2438983"/>
                <a:gd name="connsiteY1" fmla="*/ 801615 h 1037877"/>
                <a:gd name="connsiteX2" fmla="*/ 597828 w 2438983"/>
                <a:gd name="connsiteY2" fmla="*/ 49073 h 1037877"/>
                <a:gd name="connsiteX3" fmla="*/ 1714306 w 2438983"/>
                <a:gd name="connsiteY3" fmla="*/ 129304 h 1037877"/>
                <a:gd name="connsiteX4" fmla="*/ 2178424 w 2438983"/>
                <a:gd name="connsiteY4" fmla="*/ 586140 h 1037877"/>
                <a:gd name="connsiteX5" fmla="*/ 2372521 w 2438983"/>
                <a:gd name="connsiteY5" fmla="*/ 835637 h 1037877"/>
                <a:gd name="connsiteX6" fmla="*/ 2422013 w 2438983"/>
                <a:gd name="connsiteY6" fmla="*/ 1037877 h 1037877"/>
                <a:gd name="connsiteX0" fmla="*/ 25047 w 2438983"/>
                <a:gd name="connsiteY0" fmla="*/ 995141 h 1022397"/>
                <a:gd name="connsiteX1" fmla="*/ 48346 w 2438983"/>
                <a:gd name="connsiteY1" fmla="*/ 786135 h 1022397"/>
                <a:gd name="connsiteX2" fmla="*/ 152859 w 2438983"/>
                <a:gd name="connsiteY2" fmla="*/ 576329 h 1022397"/>
                <a:gd name="connsiteX3" fmla="*/ 597828 w 2438983"/>
                <a:gd name="connsiteY3" fmla="*/ 33593 h 1022397"/>
                <a:gd name="connsiteX4" fmla="*/ 1714306 w 2438983"/>
                <a:gd name="connsiteY4" fmla="*/ 113824 h 1022397"/>
                <a:gd name="connsiteX5" fmla="*/ 2178424 w 2438983"/>
                <a:gd name="connsiteY5" fmla="*/ 570660 h 1022397"/>
                <a:gd name="connsiteX6" fmla="*/ 2372521 w 2438983"/>
                <a:gd name="connsiteY6" fmla="*/ 820157 h 1022397"/>
                <a:gd name="connsiteX7" fmla="*/ 2422013 w 2438983"/>
                <a:gd name="connsiteY7" fmla="*/ 1022397 h 1022397"/>
                <a:gd name="connsiteX0" fmla="*/ 1166345 w 2395799"/>
                <a:gd name="connsiteY0" fmla="*/ 1879724 h 1879724"/>
                <a:gd name="connsiteX1" fmla="*/ 5162 w 2395799"/>
                <a:gd name="connsiteY1" fmla="*/ 786135 h 1879724"/>
                <a:gd name="connsiteX2" fmla="*/ 109675 w 2395799"/>
                <a:gd name="connsiteY2" fmla="*/ 576329 h 1879724"/>
                <a:gd name="connsiteX3" fmla="*/ 554644 w 2395799"/>
                <a:gd name="connsiteY3" fmla="*/ 33593 h 1879724"/>
                <a:gd name="connsiteX4" fmla="*/ 1671122 w 2395799"/>
                <a:gd name="connsiteY4" fmla="*/ 113824 h 1879724"/>
                <a:gd name="connsiteX5" fmla="*/ 2135240 w 2395799"/>
                <a:gd name="connsiteY5" fmla="*/ 570660 h 1879724"/>
                <a:gd name="connsiteX6" fmla="*/ 2329337 w 2395799"/>
                <a:gd name="connsiteY6" fmla="*/ 820157 h 1879724"/>
                <a:gd name="connsiteX7" fmla="*/ 2378829 w 2395799"/>
                <a:gd name="connsiteY7" fmla="*/ 1022397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8" fmla="*/ 1166345 w 2338027"/>
                <a:gd name="connsiteY8" fmla="*/ 1879724 h 1879724"/>
                <a:gd name="connsiteX0" fmla="*/ 1166345 w 2338507"/>
                <a:gd name="connsiteY0" fmla="*/ 1879724 h 1879724"/>
                <a:gd name="connsiteX1" fmla="*/ 5162 w 2338507"/>
                <a:gd name="connsiteY1" fmla="*/ 786135 h 1879724"/>
                <a:gd name="connsiteX2" fmla="*/ 109675 w 2338507"/>
                <a:gd name="connsiteY2" fmla="*/ 576329 h 1879724"/>
                <a:gd name="connsiteX3" fmla="*/ 554644 w 2338507"/>
                <a:gd name="connsiteY3" fmla="*/ 33593 h 1879724"/>
                <a:gd name="connsiteX4" fmla="*/ 1671122 w 2338507"/>
                <a:gd name="connsiteY4" fmla="*/ 113824 h 1879724"/>
                <a:gd name="connsiteX5" fmla="*/ 2135240 w 2338507"/>
                <a:gd name="connsiteY5" fmla="*/ 570660 h 1879724"/>
                <a:gd name="connsiteX6" fmla="*/ 2329337 w 2338507"/>
                <a:gd name="connsiteY6" fmla="*/ 820157 h 1879724"/>
                <a:gd name="connsiteX7" fmla="*/ 1333697 w 2338507"/>
                <a:gd name="connsiteY7" fmla="*/ 1804912 h 1879724"/>
                <a:gd name="connsiteX8" fmla="*/ 1166345 w 2338507"/>
                <a:gd name="connsiteY8" fmla="*/ 1879724 h 1879724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067167 w 2239329"/>
                <a:gd name="connsiteY0" fmla="*/ 1879724 h 1895998"/>
                <a:gd name="connsiteX1" fmla="*/ 119987 w 2239329"/>
                <a:gd name="connsiteY1" fmla="*/ 1466583 h 1895998"/>
                <a:gd name="connsiteX2" fmla="*/ 10497 w 2239329"/>
                <a:gd name="connsiteY2" fmla="*/ 576329 h 1895998"/>
                <a:gd name="connsiteX3" fmla="*/ 455466 w 2239329"/>
                <a:gd name="connsiteY3" fmla="*/ 33593 h 1895998"/>
                <a:gd name="connsiteX4" fmla="*/ 1571944 w 2239329"/>
                <a:gd name="connsiteY4" fmla="*/ 113824 h 1895998"/>
                <a:gd name="connsiteX5" fmla="*/ 2036062 w 2239329"/>
                <a:gd name="connsiteY5" fmla="*/ 570660 h 1895998"/>
                <a:gd name="connsiteX6" fmla="*/ 2230159 w 2239329"/>
                <a:gd name="connsiteY6" fmla="*/ 820157 h 1895998"/>
                <a:gd name="connsiteX7" fmla="*/ 1234519 w 2239329"/>
                <a:gd name="connsiteY7" fmla="*/ 1804912 h 1895998"/>
                <a:gd name="connsiteX8" fmla="*/ 1067167 w 2239329"/>
                <a:gd name="connsiteY8" fmla="*/ 1879724 h 1895998"/>
                <a:gd name="connsiteX0" fmla="*/ 870368 w 2258141"/>
                <a:gd name="connsiteY0" fmla="*/ 1726623 h 1865337"/>
                <a:gd name="connsiteX1" fmla="*/ 137191 w 2258141"/>
                <a:gd name="connsiteY1" fmla="*/ 1466583 h 1865337"/>
                <a:gd name="connsiteX2" fmla="*/ 27701 w 2258141"/>
                <a:gd name="connsiteY2" fmla="*/ 576329 h 1865337"/>
                <a:gd name="connsiteX3" fmla="*/ 472670 w 2258141"/>
                <a:gd name="connsiteY3" fmla="*/ 33593 h 1865337"/>
                <a:gd name="connsiteX4" fmla="*/ 1589148 w 2258141"/>
                <a:gd name="connsiteY4" fmla="*/ 113824 h 1865337"/>
                <a:gd name="connsiteX5" fmla="*/ 2053266 w 2258141"/>
                <a:gd name="connsiteY5" fmla="*/ 570660 h 1865337"/>
                <a:gd name="connsiteX6" fmla="*/ 2247363 w 2258141"/>
                <a:gd name="connsiteY6" fmla="*/ 820157 h 1865337"/>
                <a:gd name="connsiteX7" fmla="*/ 1251723 w 2258141"/>
                <a:gd name="connsiteY7" fmla="*/ 1804912 h 1865337"/>
                <a:gd name="connsiteX8" fmla="*/ 870368 w 2258141"/>
                <a:gd name="connsiteY8" fmla="*/ 1726623 h 1865337"/>
                <a:gd name="connsiteX0" fmla="*/ 870368 w 2251149"/>
                <a:gd name="connsiteY0" fmla="*/ 1726623 h 1752456"/>
                <a:gd name="connsiteX1" fmla="*/ 137191 w 2251149"/>
                <a:gd name="connsiteY1" fmla="*/ 1466583 h 1752456"/>
                <a:gd name="connsiteX2" fmla="*/ 27701 w 2251149"/>
                <a:gd name="connsiteY2" fmla="*/ 576329 h 1752456"/>
                <a:gd name="connsiteX3" fmla="*/ 472670 w 2251149"/>
                <a:gd name="connsiteY3" fmla="*/ 33593 h 1752456"/>
                <a:gd name="connsiteX4" fmla="*/ 1589148 w 2251149"/>
                <a:gd name="connsiteY4" fmla="*/ 113824 h 1752456"/>
                <a:gd name="connsiteX5" fmla="*/ 2053266 w 2251149"/>
                <a:gd name="connsiteY5" fmla="*/ 570660 h 1752456"/>
                <a:gd name="connsiteX6" fmla="*/ 2247363 w 2251149"/>
                <a:gd name="connsiteY6" fmla="*/ 820157 h 1752456"/>
                <a:gd name="connsiteX7" fmla="*/ 1898709 w 2251149"/>
                <a:gd name="connsiteY7" fmla="*/ 1640471 h 1752456"/>
                <a:gd name="connsiteX8" fmla="*/ 870368 w 2251149"/>
                <a:gd name="connsiteY8" fmla="*/ 1726623 h 1752456"/>
                <a:gd name="connsiteX0" fmla="*/ 870368 w 2080001"/>
                <a:gd name="connsiteY0" fmla="*/ 1726623 h 1766694"/>
                <a:gd name="connsiteX1" fmla="*/ 137191 w 2080001"/>
                <a:gd name="connsiteY1" fmla="*/ 1466583 h 1766694"/>
                <a:gd name="connsiteX2" fmla="*/ 27701 w 2080001"/>
                <a:gd name="connsiteY2" fmla="*/ 576329 h 1766694"/>
                <a:gd name="connsiteX3" fmla="*/ 472670 w 2080001"/>
                <a:gd name="connsiteY3" fmla="*/ 33593 h 1766694"/>
                <a:gd name="connsiteX4" fmla="*/ 1589148 w 2080001"/>
                <a:gd name="connsiteY4" fmla="*/ 113824 h 1766694"/>
                <a:gd name="connsiteX5" fmla="*/ 2053266 w 2080001"/>
                <a:gd name="connsiteY5" fmla="*/ 570660 h 1766694"/>
                <a:gd name="connsiteX6" fmla="*/ 1898709 w 2080001"/>
                <a:gd name="connsiteY6" fmla="*/ 1640471 h 1766694"/>
                <a:gd name="connsiteX7" fmla="*/ 870368 w 2080001"/>
                <a:gd name="connsiteY7" fmla="*/ 1726623 h 1766694"/>
                <a:gd name="connsiteX0" fmla="*/ 870368 w 2056137"/>
                <a:gd name="connsiteY0" fmla="*/ 1726623 h 1757803"/>
                <a:gd name="connsiteX1" fmla="*/ 137191 w 2056137"/>
                <a:gd name="connsiteY1" fmla="*/ 1466583 h 1757803"/>
                <a:gd name="connsiteX2" fmla="*/ 27701 w 2056137"/>
                <a:gd name="connsiteY2" fmla="*/ 576329 h 1757803"/>
                <a:gd name="connsiteX3" fmla="*/ 472670 w 2056137"/>
                <a:gd name="connsiteY3" fmla="*/ 33593 h 1757803"/>
                <a:gd name="connsiteX4" fmla="*/ 1589148 w 2056137"/>
                <a:gd name="connsiteY4" fmla="*/ 113824 h 1757803"/>
                <a:gd name="connsiteX5" fmla="*/ 2053266 w 2056137"/>
                <a:gd name="connsiteY5" fmla="*/ 570660 h 1757803"/>
                <a:gd name="connsiteX6" fmla="*/ 1739451 w 2056137"/>
                <a:gd name="connsiteY6" fmla="*/ 1623460 h 1757803"/>
                <a:gd name="connsiteX7" fmla="*/ 870368 w 2056137"/>
                <a:gd name="connsiteY7" fmla="*/ 1726623 h 1757803"/>
                <a:gd name="connsiteX0" fmla="*/ 906469 w 2057307"/>
                <a:gd name="connsiteY0" fmla="*/ 1851372 h 1858399"/>
                <a:gd name="connsiteX1" fmla="*/ 138454 w 2057307"/>
                <a:gd name="connsiteY1" fmla="*/ 1466583 h 1858399"/>
                <a:gd name="connsiteX2" fmla="*/ 28964 w 2057307"/>
                <a:gd name="connsiteY2" fmla="*/ 576329 h 1858399"/>
                <a:gd name="connsiteX3" fmla="*/ 473933 w 2057307"/>
                <a:gd name="connsiteY3" fmla="*/ 33593 h 1858399"/>
                <a:gd name="connsiteX4" fmla="*/ 1590411 w 2057307"/>
                <a:gd name="connsiteY4" fmla="*/ 113824 h 1858399"/>
                <a:gd name="connsiteX5" fmla="*/ 2054529 w 2057307"/>
                <a:gd name="connsiteY5" fmla="*/ 570660 h 1858399"/>
                <a:gd name="connsiteX6" fmla="*/ 1740714 w 2057307"/>
                <a:gd name="connsiteY6" fmla="*/ 1623460 h 1858399"/>
                <a:gd name="connsiteX7" fmla="*/ 906469 w 2057307"/>
                <a:gd name="connsiteY7" fmla="*/ 1851372 h 1858399"/>
                <a:gd name="connsiteX0" fmla="*/ 896667 w 2047505"/>
                <a:gd name="connsiteY0" fmla="*/ 1851372 h 1856760"/>
                <a:gd name="connsiteX1" fmla="*/ 163490 w 2047505"/>
                <a:gd name="connsiteY1" fmla="*/ 1494935 h 1856760"/>
                <a:gd name="connsiteX2" fmla="*/ 19162 w 2047505"/>
                <a:gd name="connsiteY2" fmla="*/ 576329 h 1856760"/>
                <a:gd name="connsiteX3" fmla="*/ 464131 w 2047505"/>
                <a:gd name="connsiteY3" fmla="*/ 33593 h 1856760"/>
                <a:gd name="connsiteX4" fmla="*/ 1580609 w 2047505"/>
                <a:gd name="connsiteY4" fmla="*/ 113824 h 1856760"/>
                <a:gd name="connsiteX5" fmla="*/ 2044727 w 2047505"/>
                <a:gd name="connsiteY5" fmla="*/ 570660 h 1856760"/>
                <a:gd name="connsiteX6" fmla="*/ 1730912 w 2047505"/>
                <a:gd name="connsiteY6" fmla="*/ 1623460 h 1856760"/>
                <a:gd name="connsiteX7" fmla="*/ 896667 w 2047505"/>
                <a:gd name="connsiteY7" fmla="*/ 1851372 h 1856760"/>
                <a:gd name="connsiteX0" fmla="*/ 896667 w 2003466"/>
                <a:gd name="connsiteY0" fmla="*/ 1851372 h 1856524"/>
                <a:gd name="connsiteX1" fmla="*/ 163490 w 2003466"/>
                <a:gd name="connsiteY1" fmla="*/ 1494935 h 1856524"/>
                <a:gd name="connsiteX2" fmla="*/ 19162 w 2003466"/>
                <a:gd name="connsiteY2" fmla="*/ 576329 h 1856524"/>
                <a:gd name="connsiteX3" fmla="*/ 464131 w 2003466"/>
                <a:gd name="connsiteY3" fmla="*/ 33593 h 1856524"/>
                <a:gd name="connsiteX4" fmla="*/ 1580609 w 2003466"/>
                <a:gd name="connsiteY4" fmla="*/ 113824 h 1856524"/>
                <a:gd name="connsiteX5" fmla="*/ 1999936 w 2003466"/>
                <a:gd name="connsiteY5" fmla="*/ 593341 h 1856524"/>
                <a:gd name="connsiteX6" fmla="*/ 1730912 w 2003466"/>
                <a:gd name="connsiteY6" fmla="*/ 1623460 h 1856524"/>
                <a:gd name="connsiteX7" fmla="*/ 896667 w 2003466"/>
                <a:gd name="connsiteY7" fmla="*/ 1851372 h 1856524"/>
                <a:gd name="connsiteX0" fmla="*/ 824838 w 1931637"/>
                <a:gd name="connsiteY0" fmla="*/ 1856001 h 1861153"/>
                <a:gd name="connsiteX1" fmla="*/ 91661 w 1931637"/>
                <a:gd name="connsiteY1" fmla="*/ 1499564 h 1861153"/>
                <a:gd name="connsiteX2" fmla="*/ 43807 w 1931637"/>
                <a:gd name="connsiteY2" fmla="*/ 643768 h 1861153"/>
                <a:gd name="connsiteX3" fmla="*/ 392302 w 1931637"/>
                <a:gd name="connsiteY3" fmla="*/ 38222 h 1861153"/>
                <a:gd name="connsiteX4" fmla="*/ 1508780 w 1931637"/>
                <a:gd name="connsiteY4" fmla="*/ 118453 h 1861153"/>
                <a:gd name="connsiteX5" fmla="*/ 1928107 w 1931637"/>
                <a:gd name="connsiteY5" fmla="*/ 597970 h 1861153"/>
                <a:gd name="connsiteX6" fmla="*/ 1659083 w 1931637"/>
                <a:gd name="connsiteY6" fmla="*/ 1628089 h 1861153"/>
                <a:gd name="connsiteX7" fmla="*/ 824838 w 1931637"/>
                <a:gd name="connsiteY7" fmla="*/ 1856001 h 1861153"/>
                <a:gd name="connsiteX0" fmla="*/ 824838 w 1931637"/>
                <a:gd name="connsiteY0" fmla="*/ 1874491 h 1879643"/>
                <a:gd name="connsiteX1" fmla="*/ 91661 w 1931637"/>
                <a:gd name="connsiteY1" fmla="*/ 1518054 h 1879643"/>
                <a:gd name="connsiteX2" fmla="*/ 43807 w 1931637"/>
                <a:gd name="connsiteY2" fmla="*/ 662258 h 1879643"/>
                <a:gd name="connsiteX3" fmla="*/ 392302 w 1931637"/>
                <a:gd name="connsiteY3" fmla="*/ 56712 h 1879643"/>
                <a:gd name="connsiteX4" fmla="*/ 953825 w 1931637"/>
                <a:gd name="connsiteY4" fmla="*/ 34971 h 1879643"/>
                <a:gd name="connsiteX5" fmla="*/ 1508780 w 1931637"/>
                <a:gd name="connsiteY5" fmla="*/ 136943 h 1879643"/>
                <a:gd name="connsiteX6" fmla="*/ 1928107 w 1931637"/>
                <a:gd name="connsiteY6" fmla="*/ 616460 h 1879643"/>
                <a:gd name="connsiteX7" fmla="*/ 1659083 w 1931637"/>
                <a:gd name="connsiteY7" fmla="*/ 1646579 h 1879643"/>
                <a:gd name="connsiteX8" fmla="*/ 824838 w 1931637"/>
                <a:gd name="connsiteY8" fmla="*/ 1874491 h 1879643"/>
                <a:gd name="connsiteX0" fmla="*/ 863762 w 1970561"/>
                <a:gd name="connsiteY0" fmla="*/ 1874551 h 1879703"/>
                <a:gd name="connsiteX1" fmla="*/ 130585 w 1970561"/>
                <a:gd name="connsiteY1" fmla="*/ 1518114 h 1879703"/>
                <a:gd name="connsiteX2" fmla="*/ 82731 w 1970561"/>
                <a:gd name="connsiteY2" fmla="*/ 662318 h 1879703"/>
                <a:gd name="connsiteX3" fmla="*/ 992749 w 1970561"/>
                <a:gd name="connsiteY3" fmla="*/ 35031 h 1879703"/>
                <a:gd name="connsiteX4" fmla="*/ 1547704 w 1970561"/>
                <a:gd name="connsiteY4" fmla="*/ 137003 h 1879703"/>
                <a:gd name="connsiteX5" fmla="*/ 1967031 w 1970561"/>
                <a:gd name="connsiteY5" fmla="*/ 616520 h 1879703"/>
                <a:gd name="connsiteX6" fmla="*/ 1698007 w 1970561"/>
                <a:gd name="connsiteY6" fmla="*/ 1646639 h 1879703"/>
                <a:gd name="connsiteX7" fmla="*/ 863762 w 1970561"/>
                <a:gd name="connsiteY7" fmla="*/ 1874551 h 1879703"/>
                <a:gd name="connsiteX0" fmla="*/ 863762 w 2001868"/>
                <a:gd name="connsiteY0" fmla="*/ 1839654 h 1844806"/>
                <a:gd name="connsiteX1" fmla="*/ 130585 w 2001868"/>
                <a:gd name="connsiteY1" fmla="*/ 1483217 h 1844806"/>
                <a:gd name="connsiteX2" fmla="*/ 82731 w 2001868"/>
                <a:gd name="connsiteY2" fmla="*/ 627421 h 1844806"/>
                <a:gd name="connsiteX3" fmla="*/ 992749 w 2001868"/>
                <a:gd name="connsiteY3" fmla="*/ 134 h 1844806"/>
                <a:gd name="connsiteX4" fmla="*/ 1967031 w 2001868"/>
                <a:gd name="connsiteY4" fmla="*/ 581623 h 1844806"/>
                <a:gd name="connsiteX5" fmla="*/ 1698007 w 2001868"/>
                <a:gd name="connsiteY5" fmla="*/ 1611742 h 1844806"/>
                <a:gd name="connsiteX6" fmla="*/ 863762 w 2001868"/>
                <a:gd name="connsiteY6" fmla="*/ 1839654 h 1844806"/>
                <a:gd name="connsiteX0" fmla="*/ 863762 w 2001868"/>
                <a:gd name="connsiteY0" fmla="*/ 1839520 h 1844672"/>
                <a:gd name="connsiteX1" fmla="*/ 130585 w 2001868"/>
                <a:gd name="connsiteY1" fmla="*/ 1483083 h 1844672"/>
                <a:gd name="connsiteX2" fmla="*/ 82731 w 2001868"/>
                <a:gd name="connsiteY2" fmla="*/ 627287 h 1844672"/>
                <a:gd name="connsiteX3" fmla="*/ 992749 w 2001868"/>
                <a:gd name="connsiteY3" fmla="*/ 0 h 1844672"/>
                <a:gd name="connsiteX4" fmla="*/ 1967031 w 2001868"/>
                <a:gd name="connsiteY4" fmla="*/ 581489 h 1844672"/>
                <a:gd name="connsiteX5" fmla="*/ 1698007 w 2001868"/>
                <a:gd name="connsiteY5" fmla="*/ 1611608 h 1844672"/>
                <a:gd name="connsiteX6" fmla="*/ 863762 w 2001868"/>
                <a:gd name="connsiteY6" fmla="*/ 1839520 h 1844672"/>
                <a:gd name="connsiteX0" fmla="*/ 863762 w 2001868"/>
                <a:gd name="connsiteY0" fmla="*/ 1840982 h 1846134"/>
                <a:gd name="connsiteX1" fmla="*/ 130585 w 2001868"/>
                <a:gd name="connsiteY1" fmla="*/ 1484545 h 1846134"/>
                <a:gd name="connsiteX2" fmla="*/ 82731 w 2001868"/>
                <a:gd name="connsiteY2" fmla="*/ 628749 h 1846134"/>
                <a:gd name="connsiteX3" fmla="*/ 992749 w 2001868"/>
                <a:gd name="connsiteY3" fmla="*/ 1462 h 1846134"/>
                <a:gd name="connsiteX4" fmla="*/ 1967031 w 2001868"/>
                <a:gd name="connsiteY4" fmla="*/ 582951 h 1846134"/>
                <a:gd name="connsiteX5" fmla="*/ 1698007 w 2001868"/>
                <a:gd name="connsiteY5" fmla="*/ 1613070 h 1846134"/>
                <a:gd name="connsiteX6" fmla="*/ 863762 w 2001868"/>
                <a:gd name="connsiteY6" fmla="*/ 1840982 h 1846134"/>
                <a:gd name="connsiteX0" fmla="*/ 802969 w 1941075"/>
                <a:gd name="connsiteY0" fmla="*/ 1840523 h 1845675"/>
                <a:gd name="connsiteX1" fmla="*/ 69792 w 1941075"/>
                <a:gd name="connsiteY1" fmla="*/ 1484086 h 1845675"/>
                <a:gd name="connsiteX2" fmla="*/ 127599 w 1941075"/>
                <a:gd name="connsiteY2" fmla="*/ 471263 h 1845675"/>
                <a:gd name="connsiteX3" fmla="*/ 931956 w 1941075"/>
                <a:gd name="connsiteY3" fmla="*/ 1003 h 1845675"/>
                <a:gd name="connsiteX4" fmla="*/ 1906238 w 1941075"/>
                <a:gd name="connsiteY4" fmla="*/ 582492 h 1845675"/>
                <a:gd name="connsiteX5" fmla="*/ 1637214 w 1941075"/>
                <a:gd name="connsiteY5" fmla="*/ 1612611 h 1845675"/>
                <a:gd name="connsiteX6" fmla="*/ 802969 w 1941075"/>
                <a:gd name="connsiteY6" fmla="*/ 1840523 h 1845675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902827 w 1925308"/>
                <a:gd name="connsiteY0" fmla="*/ 1842165 h 1848429"/>
                <a:gd name="connsiteX1" fmla="*/ 76418 w 1925308"/>
                <a:gd name="connsiteY1" fmla="*/ 1483084 h 1848429"/>
                <a:gd name="connsiteX2" fmla="*/ 134225 w 1925308"/>
                <a:gd name="connsiteY2" fmla="*/ 470261 h 1848429"/>
                <a:gd name="connsiteX3" fmla="*/ 938582 w 1925308"/>
                <a:gd name="connsiteY3" fmla="*/ 1 h 1848429"/>
                <a:gd name="connsiteX4" fmla="*/ 1889894 w 1925308"/>
                <a:gd name="connsiteY4" fmla="*/ 471572 h 1848429"/>
                <a:gd name="connsiteX5" fmla="*/ 1643840 w 1925308"/>
                <a:gd name="connsiteY5" fmla="*/ 1611609 h 1848429"/>
                <a:gd name="connsiteX6" fmla="*/ 902827 w 1925308"/>
                <a:gd name="connsiteY6" fmla="*/ 1842165 h 1848429"/>
                <a:gd name="connsiteX0" fmla="*/ 906394 w 1928875"/>
                <a:gd name="connsiteY0" fmla="*/ 1842165 h 1848429"/>
                <a:gd name="connsiteX1" fmla="*/ 79985 w 1928875"/>
                <a:gd name="connsiteY1" fmla="*/ 1483084 h 1848429"/>
                <a:gd name="connsiteX2" fmla="*/ 137792 w 1928875"/>
                <a:gd name="connsiteY2" fmla="*/ 470261 h 1848429"/>
                <a:gd name="connsiteX3" fmla="*/ 1012641 w 1928875"/>
                <a:gd name="connsiteY3" fmla="*/ 1 h 1848429"/>
                <a:gd name="connsiteX4" fmla="*/ 1893461 w 1928875"/>
                <a:gd name="connsiteY4" fmla="*/ 471572 h 1848429"/>
                <a:gd name="connsiteX5" fmla="*/ 1647407 w 1928875"/>
                <a:gd name="connsiteY5" fmla="*/ 1611609 h 1848429"/>
                <a:gd name="connsiteX6" fmla="*/ 906394 w 1928875"/>
                <a:gd name="connsiteY6" fmla="*/ 1842165 h 1848429"/>
                <a:gd name="connsiteX0" fmla="*/ 906394 w 1928875"/>
                <a:gd name="connsiteY0" fmla="*/ 1848789 h 1855053"/>
                <a:gd name="connsiteX1" fmla="*/ 79985 w 1928875"/>
                <a:gd name="connsiteY1" fmla="*/ 1489708 h 1855053"/>
                <a:gd name="connsiteX2" fmla="*/ 137792 w 1928875"/>
                <a:gd name="connsiteY2" fmla="*/ 476885 h 1855053"/>
                <a:gd name="connsiteX3" fmla="*/ 1012641 w 1928875"/>
                <a:gd name="connsiteY3" fmla="*/ 6625 h 1855053"/>
                <a:gd name="connsiteX4" fmla="*/ 1893461 w 1928875"/>
                <a:gd name="connsiteY4" fmla="*/ 478196 h 1855053"/>
                <a:gd name="connsiteX5" fmla="*/ 1647407 w 1928875"/>
                <a:gd name="connsiteY5" fmla="*/ 1618233 h 1855053"/>
                <a:gd name="connsiteX6" fmla="*/ 906394 w 1928875"/>
                <a:gd name="connsiteY6" fmla="*/ 1848789 h 1855053"/>
                <a:gd name="connsiteX0" fmla="*/ 906747 w 1929228"/>
                <a:gd name="connsiteY0" fmla="*/ 1838396 h 1844660"/>
                <a:gd name="connsiteX1" fmla="*/ 80338 w 1929228"/>
                <a:gd name="connsiteY1" fmla="*/ 1479315 h 1844660"/>
                <a:gd name="connsiteX2" fmla="*/ 138145 w 1929228"/>
                <a:gd name="connsiteY2" fmla="*/ 466492 h 1844660"/>
                <a:gd name="connsiteX3" fmla="*/ 1019816 w 1929228"/>
                <a:gd name="connsiteY3" fmla="*/ 6810 h 1844660"/>
                <a:gd name="connsiteX4" fmla="*/ 1893814 w 1929228"/>
                <a:gd name="connsiteY4" fmla="*/ 467803 h 1844660"/>
                <a:gd name="connsiteX5" fmla="*/ 1647760 w 1929228"/>
                <a:gd name="connsiteY5" fmla="*/ 1607840 h 1844660"/>
                <a:gd name="connsiteX6" fmla="*/ 906747 w 1929228"/>
                <a:gd name="connsiteY6" fmla="*/ 1838396 h 1844660"/>
                <a:gd name="connsiteX0" fmla="*/ 887278 w 1928271"/>
                <a:gd name="connsiteY0" fmla="*/ 1833108 h 1839774"/>
                <a:gd name="connsiteX1" fmla="*/ 79061 w 1928271"/>
                <a:gd name="connsiteY1" fmla="*/ 1479315 h 1839774"/>
                <a:gd name="connsiteX2" fmla="*/ 136868 w 1928271"/>
                <a:gd name="connsiteY2" fmla="*/ 466492 h 1839774"/>
                <a:gd name="connsiteX3" fmla="*/ 1018539 w 1928271"/>
                <a:gd name="connsiteY3" fmla="*/ 6810 h 1839774"/>
                <a:gd name="connsiteX4" fmla="*/ 1892537 w 1928271"/>
                <a:gd name="connsiteY4" fmla="*/ 467803 h 1839774"/>
                <a:gd name="connsiteX5" fmla="*/ 1646483 w 1928271"/>
                <a:gd name="connsiteY5" fmla="*/ 1607840 h 1839774"/>
                <a:gd name="connsiteX6" fmla="*/ 887278 w 1928271"/>
                <a:gd name="connsiteY6" fmla="*/ 1833108 h 1839774"/>
                <a:gd name="connsiteX0" fmla="*/ 131181 w 1922584"/>
                <a:gd name="connsiteY0" fmla="*/ 466492 h 1839774"/>
                <a:gd name="connsiteX1" fmla="*/ 1012852 w 1922584"/>
                <a:gd name="connsiteY1" fmla="*/ 6810 h 1839774"/>
                <a:gd name="connsiteX2" fmla="*/ 1886850 w 1922584"/>
                <a:gd name="connsiteY2" fmla="*/ 467803 h 1839774"/>
                <a:gd name="connsiteX3" fmla="*/ 1640796 w 1922584"/>
                <a:gd name="connsiteY3" fmla="*/ 1607840 h 1839774"/>
                <a:gd name="connsiteX4" fmla="*/ 881591 w 1922584"/>
                <a:gd name="connsiteY4" fmla="*/ 1833108 h 1839774"/>
                <a:gd name="connsiteX5" fmla="*/ 73374 w 1922584"/>
                <a:gd name="connsiteY5" fmla="*/ 1479315 h 1839774"/>
                <a:gd name="connsiteX6" fmla="*/ 218501 w 1922584"/>
                <a:gd name="connsiteY6" fmla="*/ 568039 h 1839774"/>
                <a:gd name="connsiteX0" fmla="*/ 57807 w 1849210"/>
                <a:gd name="connsiteY0" fmla="*/ 466492 h 1839774"/>
                <a:gd name="connsiteX1" fmla="*/ 939478 w 1849210"/>
                <a:gd name="connsiteY1" fmla="*/ 6810 h 1839774"/>
                <a:gd name="connsiteX2" fmla="*/ 1813476 w 1849210"/>
                <a:gd name="connsiteY2" fmla="*/ 467803 h 1839774"/>
                <a:gd name="connsiteX3" fmla="*/ 1567422 w 1849210"/>
                <a:gd name="connsiteY3" fmla="*/ 1607840 h 1839774"/>
                <a:gd name="connsiteX4" fmla="*/ 808217 w 1849210"/>
                <a:gd name="connsiteY4" fmla="*/ 1833108 h 1839774"/>
                <a:gd name="connsiteX5" fmla="*/ 0 w 1849210"/>
                <a:gd name="connsiteY5" fmla="*/ 1479315 h 1839774"/>
                <a:gd name="connsiteX0" fmla="*/ 939478 w 1849210"/>
                <a:gd name="connsiteY0" fmla="*/ 0 h 1832964"/>
                <a:gd name="connsiteX1" fmla="*/ 1813476 w 1849210"/>
                <a:gd name="connsiteY1" fmla="*/ 460993 h 1832964"/>
                <a:gd name="connsiteX2" fmla="*/ 1567422 w 1849210"/>
                <a:gd name="connsiteY2" fmla="*/ 1601030 h 1832964"/>
                <a:gd name="connsiteX3" fmla="*/ 808217 w 1849210"/>
                <a:gd name="connsiteY3" fmla="*/ 1826298 h 1832964"/>
                <a:gd name="connsiteX4" fmla="*/ 0 w 1849210"/>
                <a:gd name="connsiteY4" fmla="*/ 1472505 h 1832964"/>
                <a:gd name="connsiteX0" fmla="*/ 131261 w 1040993"/>
                <a:gd name="connsiteY0" fmla="*/ 0 h 1832964"/>
                <a:gd name="connsiteX1" fmla="*/ 1005259 w 1040993"/>
                <a:gd name="connsiteY1" fmla="*/ 460993 h 1832964"/>
                <a:gd name="connsiteX2" fmla="*/ 759205 w 1040993"/>
                <a:gd name="connsiteY2" fmla="*/ 1601030 h 1832964"/>
                <a:gd name="connsiteX3" fmla="*/ 0 w 1040993"/>
                <a:gd name="connsiteY3" fmla="*/ 1826298 h 183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0993" h="1832964">
                  <a:moveTo>
                    <a:pt x="131261" y="0"/>
                  </a:moveTo>
                  <a:cubicBezTo>
                    <a:pt x="587027" y="53107"/>
                    <a:pt x="887716" y="192392"/>
                    <a:pt x="1005259" y="460993"/>
                  </a:cubicBezTo>
                  <a:cubicBezTo>
                    <a:pt x="1122802" y="729594"/>
                    <a:pt x="926748" y="1373479"/>
                    <a:pt x="759205" y="1601030"/>
                  </a:cubicBezTo>
                  <a:cubicBezTo>
                    <a:pt x="591662" y="1828581"/>
                    <a:pt x="261237" y="1847719"/>
                    <a:pt x="0" y="1826298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70CBDB9-7AF5-1E8A-2E95-2446DB5180AB}"/>
                    </a:ext>
                  </a:extLst>
                </p:cNvPr>
                <p:cNvSpPr txBox="1"/>
                <p:nvPr/>
              </p:nvSpPr>
              <p:spPr>
                <a:xfrm>
                  <a:off x="4920285" y="5221015"/>
                  <a:ext cx="553077" cy="4617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3200" b="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70CBDB9-7AF5-1E8A-2E95-2446DB5180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0285" y="5221015"/>
                  <a:ext cx="553077" cy="46178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1022C86-5056-2E19-DBBB-94DCC1BBBA30}"/>
                    </a:ext>
                  </a:extLst>
                </p:cNvPr>
                <p:cNvSpPr txBox="1"/>
                <p:nvPr/>
              </p:nvSpPr>
              <p:spPr>
                <a:xfrm>
                  <a:off x="6276533" y="5194956"/>
                  <a:ext cx="577027" cy="4617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3200" b="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41022C86-5056-2E19-DBBB-94DCC1BBB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6533" y="5194956"/>
                  <a:ext cx="577027" cy="46178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5BA4BAA-60F1-6AF2-986A-51D9FD643595}"/>
                    </a:ext>
                  </a:extLst>
                </p:cNvPr>
                <p:cNvSpPr txBox="1"/>
                <p:nvPr/>
              </p:nvSpPr>
              <p:spPr>
                <a:xfrm>
                  <a:off x="5607927" y="5147955"/>
                  <a:ext cx="588420" cy="4617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sub>
                        </m:sSub>
                      </m:oMath>
                    </m:oMathPara>
                  </a14:m>
                  <a:endParaRPr lang="en-US" sz="32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5BA4BAA-60F1-6AF2-986A-51D9FD643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7927" y="5147955"/>
                  <a:ext cx="588420" cy="46178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B17E5F8-3E67-5011-8B4D-6148E79EB267}"/>
              </a:ext>
            </a:extLst>
          </p:cNvPr>
          <p:cNvGrpSpPr/>
          <p:nvPr/>
        </p:nvGrpSpPr>
        <p:grpSpPr>
          <a:xfrm>
            <a:off x="419774" y="341130"/>
            <a:ext cx="4390333" cy="1908091"/>
            <a:chOff x="710668" y="666316"/>
            <a:chExt cx="4390333" cy="1908091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7C13B7A-506D-80BF-7FB3-55D4972E2FC6}"/>
                </a:ext>
              </a:extLst>
            </p:cNvPr>
            <p:cNvSpPr/>
            <p:nvPr/>
          </p:nvSpPr>
          <p:spPr>
            <a:xfrm>
              <a:off x="1215830" y="1421603"/>
              <a:ext cx="1609782" cy="777363"/>
            </a:xfrm>
            <a:custGeom>
              <a:avLst/>
              <a:gdLst>
                <a:gd name="connsiteX0" fmla="*/ 1296455 w 1609782"/>
                <a:gd name="connsiteY0" fmla="*/ 631 h 777994"/>
                <a:gd name="connsiteX1" fmla="*/ 1499249 w 1609782"/>
                <a:gd name="connsiteY1" fmla="*/ 3176 h 777994"/>
                <a:gd name="connsiteX2" fmla="*/ 1609782 w 1609782"/>
                <a:gd name="connsiteY2" fmla="*/ 10332 h 777994"/>
                <a:gd name="connsiteX3" fmla="*/ 1609782 w 1609782"/>
                <a:gd name="connsiteY3" fmla="*/ 347919 h 777994"/>
                <a:gd name="connsiteX4" fmla="*/ 0 w 1609782"/>
                <a:gd name="connsiteY4" fmla="*/ 777994 h 777994"/>
                <a:gd name="connsiteX5" fmla="*/ 940962 w 1609782"/>
                <a:gd name="connsiteY5" fmla="*/ 44590 h 777994"/>
                <a:gd name="connsiteX6" fmla="*/ 1296455 w 1609782"/>
                <a:gd name="connsiteY6" fmla="*/ 631 h 777994"/>
                <a:gd name="connsiteX0" fmla="*/ 1609782 w 1701222"/>
                <a:gd name="connsiteY0" fmla="*/ 347288 h 777363"/>
                <a:gd name="connsiteX1" fmla="*/ 0 w 1701222"/>
                <a:gd name="connsiteY1" fmla="*/ 777363 h 777363"/>
                <a:gd name="connsiteX2" fmla="*/ 940962 w 1701222"/>
                <a:gd name="connsiteY2" fmla="*/ 43959 h 777363"/>
                <a:gd name="connsiteX3" fmla="*/ 1296455 w 1701222"/>
                <a:gd name="connsiteY3" fmla="*/ 0 h 777363"/>
                <a:gd name="connsiteX4" fmla="*/ 1499249 w 1701222"/>
                <a:gd name="connsiteY4" fmla="*/ 2545 h 777363"/>
                <a:gd name="connsiteX5" fmla="*/ 1609782 w 1701222"/>
                <a:gd name="connsiteY5" fmla="*/ 9701 h 777363"/>
                <a:gd name="connsiteX6" fmla="*/ 1701222 w 1701222"/>
                <a:gd name="connsiteY6" fmla="*/ 438728 h 777363"/>
                <a:gd name="connsiteX0" fmla="*/ 1609782 w 1609782"/>
                <a:gd name="connsiteY0" fmla="*/ 347288 h 777363"/>
                <a:gd name="connsiteX1" fmla="*/ 0 w 1609782"/>
                <a:gd name="connsiteY1" fmla="*/ 777363 h 777363"/>
                <a:gd name="connsiteX2" fmla="*/ 940962 w 1609782"/>
                <a:gd name="connsiteY2" fmla="*/ 43959 h 777363"/>
                <a:gd name="connsiteX3" fmla="*/ 1296455 w 1609782"/>
                <a:gd name="connsiteY3" fmla="*/ 0 h 777363"/>
                <a:gd name="connsiteX4" fmla="*/ 1499249 w 1609782"/>
                <a:gd name="connsiteY4" fmla="*/ 2545 h 777363"/>
                <a:gd name="connsiteX5" fmla="*/ 1609782 w 1609782"/>
                <a:gd name="connsiteY5" fmla="*/ 9701 h 777363"/>
                <a:gd name="connsiteX0" fmla="*/ 0 w 1609782"/>
                <a:gd name="connsiteY0" fmla="*/ 777363 h 777363"/>
                <a:gd name="connsiteX1" fmla="*/ 940962 w 1609782"/>
                <a:gd name="connsiteY1" fmla="*/ 43959 h 777363"/>
                <a:gd name="connsiteX2" fmla="*/ 1296455 w 1609782"/>
                <a:gd name="connsiteY2" fmla="*/ 0 h 777363"/>
                <a:gd name="connsiteX3" fmla="*/ 1499249 w 1609782"/>
                <a:gd name="connsiteY3" fmla="*/ 2545 h 777363"/>
                <a:gd name="connsiteX4" fmla="*/ 1609782 w 1609782"/>
                <a:gd name="connsiteY4" fmla="*/ 9701 h 777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9782" h="777363">
                  <a:moveTo>
                    <a:pt x="0" y="777363"/>
                  </a:moveTo>
                  <a:cubicBezTo>
                    <a:pt x="303707" y="562904"/>
                    <a:pt x="532272" y="156886"/>
                    <a:pt x="940962" y="43959"/>
                  </a:cubicBezTo>
                  <a:cubicBezTo>
                    <a:pt x="1043135" y="15727"/>
                    <a:pt x="1165094" y="2860"/>
                    <a:pt x="1296455" y="0"/>
                  </a:cubicBezTo>
                  <a:lnTo>
                    <a:pt x="1499249" y="2545"/>
                  </a:lnTo>
                  <a:lnTo>
                    <a:pt x="1609782" y="9701"/>
                  </a:ln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9ECBA2B-07EC-1297-2003-1FD41F9ED7F3}"/>
                </a:ext>
              </a:extLst>
            </p:cNvPr>
            <p:cNvSpPr/>
            <p:nvPr/>
          </p:nvSpPr>
          <p:spPr>
            <a:xfrm>
              <a:off x="2820483" y="1338549"/>
              <a:ext cx="1613845" cy="194893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339277 w 2682240"/>
                <a:gd name="connsiteY2" fmla="*/ 71059 h 662940"/>
                <a:gd name="connsiteX3" fmla="*/ 2040551 w 2682240"/>
                <a:gd name="connsiteY3" fmla="*/ 141322 h 662940"/>
                <a:gd name="connsiteX4" fmla="*/ 2682240 w 2682240"/>
                <a:gd name="connsiteY4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339277 w 2682240"/>
                <a:gd name="connsiteY2" fmla="*/ 71059 h 662940"/>
                <a:gd name="connsiteX3" fmla="*/ 2040551 w 2682240"/>
                <a:gd name="connsiteY3" fmla="*/ 141322 h 662940"/>
                <a:gd name="connsiteX4" fmla="*/ 2682240 w 2682240"/>
                <a:gd name="connsiteY4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339277 w 2682240"/>
                <a:gd name="connsiteY2" fmla="*/ 71059 h 662940"/>
                <a:gd name="connsiteX3" fmla="*/ 2040551 w 2682240"/>
                <a:gd name="connsiteY3" fmla="*/ 141322 h 662940"/>
                <a:gd name="connsiteX4" fmla="*/ 2682240 w 2682240"/>
                <a:gd name="connsiteY4" fmla="*/ 0 h 662940"/>
                <a:gd name="connsiteX0" fmla="*/ 0 w 1899217"/>
                <a:gd name="connsiteY0" fmla="*/ 98334 h 150037"/>
                <a:gd name="connsiteX1" fmla="*/ 556254 w 1899217"/>
                <a:gd name="connsiteY1" fmla="*/ 71059 h 150037"/>
                <a:gd name="connsiteX2" fmla="*/ 1257528 w 1899217"/>
                <a:gd name="connsiteY2" fmla="*/ 141322 h 150037"/>
                <a:gd name="connsiteX3" fmla="*/ 1899217 w 1899217"/>
                <a:gd name="connsiteY3" fmla="*/ 0 h 150037"/>
                <a:gd name="connsiteX0" fmla="*/ 0 w 1342963"/>
                <a:gd name="connsiteY0" fmla="*/ 71059 h 150037"/>
                <a:gd name="connsiteX1" fmla="*/ 701274 w 1342963"/>
                <a:gd name="connsiteY1" fmla="*/ 141322 h 150037"/>
                <a:gd name="connsiteX2" fmla="*/ 1342963 w 1342963"/>
                <a:gd name="connsiteY2" fmla="*/ 0 h 15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2963" h="150037">
                  <a:moveTo>
                    <a:pt x="0" y="71059"/>
                  </a:moveTo>
                  <a:lnTo>
                    <a:pt x="701274" y="141322"/>
                  </a:lnTo>
                  <a:cubicBezTo>
                    <a:pt x="1015169" y="168930"/>
                    <a:pt x="1131508" y="133350"/>
                    <a:pt x="1342963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7F56BF3-0662-5593-F9DC-03F473F44165}"/>
                    </a:ext>
                  </a:extLst>
                </p:cNvPr>
                <p:cNvSpPr txBox="1"/>
                <p:nvPr/>
              </p:nvSpPr>
              <p:spPr>
                <a:xfrm>
                  <a:off x="1243866" y="666316"/>
                  <a:ext cx="583173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7F56BF3-0662-5593-F9DC-03F473F44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866" y="666316"/>
                  <a:ext cx="583173" cy="70788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C1A7F06-9763-6D63-D748-140FC569CD7E}"/>
                    </a:ext>
                  </a:extLst>
                </p:cNvPr>
                <p:cNvSpPr txBox="1"/>
                <p:nvPr/>
              </p:nvSpPr>
              <p:spPr>
                <a:xfrm>
                  <a:off x="710668" y="1989632"/>
                  <a:ext cx="68679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C1A7F06-9763-6D63-D748-140FC569C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668" y="1989632"/>
                  <a:ext cx="686791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80F2D16-629C-C9DC-2262-878FCE777C1A}"/>
                    </a:ext>
                  </a:extLst>
                </p:cNvPr>
                <p:cNvSpPr txBox="1"/>
                <p:nvPr/>
              </p:nvSpPr>
              <p:spPr>
                <a:xfrm>
                  <a:off x="4383882" y="907913"/>
                  <a:ext cx="717119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80F2D16-629C-C9DC-2262-878FCE777C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882" y="907913"/>
                  <a:ext cx="717119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8D4D3261-91E8-868D-8293-642EB5D57A99}"/>
                </a:ext>
              </a:extLst>
            </p:cNvPr>
            <p:cNvSpPr/>
            <p:nvPr/>
          </p:nvSpPr>
          <p:spPr>
            <a:xfrm rot="5868436">
              <a:off x="3364752" y="1412678"/>
              <a:ext cx="178842" cy="160020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A8964900-BE0E-BB25-FD6A-7571D1804034}"/>
                </a:ext>
              </a:extLst>
            </p:cNvPr>
            <p:cNvSpPr/>
            <p:nvPr/>
          </p:nvSpPr>
          <p:spPr>
            <a:xfrm rot="3116008">
              <a:off x="1737082" y="1556777"/>
              <a:ext cx="178842" cy="160020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1A570038-5ACD-9897-039F-FC5662625CCE}"/>
                    </a:ext>
                  </a:extLst>
                </p:cNvPr>
                <p:cNvSpPr txBox="1"/>
                <p:nvPr/>
              </p:nvSpPr>
              <p:spPr>
                <a:xfrm>
                  <a:off x="2393028" y="1435995"/>
                  <a:ext cx="69544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sub>
                        </m:sSub>
                      </m:oMath>
                    </m:oMathPara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1A570038-5ACD-9897-039F-FC5662625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3028" y="1435995"/>
                  <a:ext cx="695447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0E626F7-CA62-EBAE-22C2-34D6DD8BAB01}"/>
              </a:ext>
            </a:extLst>
          </p:cNvPr>
          <p:cNvGrpSpPr/>
          <p:nvPr/>
        </p:nvGrpSpPr>
        <p:grpSpPr>
          <a:xfrm>
            <a:off x="8048568" y="298455"/>
            <a:ext cx="3234595" cy="2215622"/>
            <a:chOff x="6367572" y="545696"/>
            <a:chExt cx="3234595" cy="221562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3B1BB2-0D86-588E-27D4-94C2B5381371}"/>
                </a:ext>
              </a:extLst>
            </p:cNvPr>
            <p:cNvGrpSpPr/>
            <p:nvPr/>
          </p:nvGrpSpPr>
          <p:grpSpPr>
            <a:xfrm>
              <a:off x="6367572" y="545696"/>
              <a:ext cx="3234595" cy="2164258"/>
              <a:chOff x="6329675" y="962543"/>
              <a:chExt cx="2640401" cy="1766685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2C21AC0-D808-3676-95F4-464256DDCCCE}"/>
                  </a:ext>
                </a:extLst>
              </p:cNvPr>
              <p:cNvSpPr/>
              <p:nvPr/>
            </p:nvSpPr>
            <p:spPr>
              <a:xfrm>
                <a:off x="6447209" y="2308235"/>
                <a:ext cx="1325900" cy="415174"/>
              </a:xfrm>
              <a:custGeom>
                <a:avLst/>
                <a:gdLst>
                  <a:gd name="connsiteX0" fmla="*/ 0 w 1139483"/>
                  <a:gd name="connsiteY0" fmla="*/ 0 h 506437"/>
                  <a:gd name="connsiteX1" fmla="*/ 295421 w 1139483"/>
                  <a:gd name="connsiteY1" fmla="*/ 393896 h 506437"/>
                  <a:gd name="connsiteX2" fmla="*/ 1139483 w 1139483"/>
                  <a:gd name="connsiteY2" fmla="*/ 506437 h 506437"/>
                  <a:gd name="connsiteX0" fmla="*/ 0 w 1139483"/>
                  <a:gd name="connsiteY0" fmla="*/ 0 h 506437"/>
                  <a:gd name="connsiteX1" fmla="*/ 295421 w 1139483"/>
                  <a:gd name="connsiteY1" fmla="*/ 393896 h 506437"/>
                  <a:gd name="connsiteX2" fmla="*/ 1139483 w 1139483"/>
                  <a:gd name="connsiteY2" fmla="*/ 506437 h 506437"/>
                  <a:gd name="connsiteX0" fmla="*/ 0 w 1260926"/>
                  <a:gd name="connsiteY0" fmla="*/ 0 h 506437"/>
                  <a:gd name="connsiteX1" fmla="*/ 295421 w 1260926"/>
                  <a:gd name="connsiteY1" fmla="*/ 393896 h 506437"/>
                  <a:gd name="connsiteX2" fmla="*/ 1260926 w 1260926"/>
                  <a:gd name="connsiteY2" fmla="*/ 506437 h 506437"/>
                  <a:gd name="connsiteX0" fmla="*/ 0 w 1260926"/>
                  <a:gd name="connsiteY0" fmla="*/ 0 h 506587"/>
                  <a:gd name="connsiteX1" fmla="*/ 295421 w 1260926"/>
                  <a:gd name="connsiteY1" fmla="*/ 393896 h 506587"/>
                  <a:gd name="connsiteX2" fmla="*/ 1260926 w 1260926"/>
                  <a:gd name="connsiteY2" fmla="*/ 506437 h 506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60926" h="506587">
                    <a:moveTo>
                      <a:pt x="0" y="0"/>
                    </a:moveTo>
                    <a:cubicBezTo>
                      <a:pt x="365" y="178558"/>
                      <a:pt x="105507" y="309490"/>
                      <a:pt x="295421" y="393896"/>
                    </a:cubicBezTo>
                    <a:cubicBezTo>
                      <a:pt x="485335" y="478302"/>
                      <a:pt x="924327" y="509037"/>
                      <a:pt x="1260926" y="506437"/>
                    </a:cubicBezTo>
                  </a:path>
                </a:pathLst>
              </a:custGeom>
              <a:noFill/>
              <a:ln w="381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9B917D0-56C5-B94F-72AC-94C83BDE5328}"/>
                  </a:ext>
                </a:extLst>
              </p:cNvPr>
              <p:cNvSpPr/>
              <p:nvPr/>
            </p:nvSpPr>
            <p:spPr>
              <a:xfrm flipH="1">
                <a:off x="7770607" y="2307339"/>
                <a:ext cx="1198228" cy="415826"/>
              </a:xfrm>
              <a:custGeom>
                <a:avLst/>
                <a:gdLst>
                  <a:gd name="connsiteX0" fmla="*/ 0 w 1139483"/>
                  <a:gd name="connsiteY0" fmla="*/ 0 h 506437"/>
                  <a:gd name="connsiteX1" fmla="*/ 295421 w 1139483"/>
                  <a:gd name="connsiteY1" fmla="*/ 393896 h 506437"/>
                  <a:gd name="connsiteX2" fmla="*/ 1139483 w 1139483"/>
                  <a:gd name="connsiteY2" fmla="*/ 506437 h 506437"/>
                  <a:gd name="connsiteX0" fmla="*/ 0 w 1139483"/>
                  <a:gd name="connsiteY0" fmla="*/ 0 h 507382"/>
                  <a:gd name="connsiteX1" fmla="*/ 295421 w 1139483"/>
                  <a:gd name="connsiteY1" fmla="*/ 393896 h 507382"/>
                  <a:gd name="connsiteX2" fmla="*/ 1139483 w 1139483"/>
                  <a:gd name="connsiteY2" fmla="*/ 506437 h 507382"/>
                  <a:gd name="connsiteX0" fmla="*/ 27 w 1139510"/>
                  <a:gd name="connsiteY0" fmla="*/ 0 h 507382"/>
                  <a:gd name="connsiteX1" fmla="*/ 295448 w 1139510"/>
                  <a:gd name="connsiteY1" fmla="*/ 393896 h 507382"/>
                  <a:gd name="connsiteX2" fmla="*/ 1139510 w 1139510"/>
                  <a:gd name="connsiteY2" fmla="*/ 506437 h 507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39510" h="507382">
                    <a:moveTo>
                      <a:pt x="27" y="0"/>
                    </a:moveTo>
                    <a:cubicBezTo>
                      <a:pt x="-1989" y="195227"/>
                      <a:pt x="105534" y="309490"/>
                      <a:pt x="295448" y="393896"/>
                    </a:cubicBezTo>
                    <a:cubicBezTo>
                      <a:pt x="485362" y="478302"/>
                      <a:pt x="812436" y="513801"/>
                      <a:pt x="1139510" y="506437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20C87F21-8DEE-0A76-3A53-5119C6D8D505}"/>
                  </a:ext>
                </a:extLst>
              </p:cNvPr>
              <p:cNvSpPr/>
              <p:nvPr/>
            </p:nvSpPr>
            <p:spPr>
              <a:xfrm flipV="1">
                <a:off x="6447208" y="1977056"/>
                <a:ext cx="1032938" cy="331179"/>
              </a:xfrm>
              <a:custGeom>
                <a:avLst/>
                <a:gdLst>
                  <a:gd name="connsiteX0" fmla="*/ 0 w 1139483"/>
                  <a:gd name="connsiteY0" fmla="*/ 0 h 506437"/>
                  <a:gd name="connsiteX1" fmla="*/ 295421 w 1139483"/>
                  <a:gd name="connsiteY1" fmla="*/ 393896 h 506437"/>
                  <a:gd name="connsiteX2" fmla="*/ 1139483 w 1139483"/>
                  <a:gd name="connsiteY2" fmla="*/ 506437 h 506437"/>
                  <a:gd name="connsiteX0" fmla="*/ 0 w 1139483"/>
                  <a:gd name="connsiteY0" fmla="*/ 0 h 506437"/>
                  <a:gd name="connsiteX1" fmla="*/ 295421 w 1139483"/>
                  <a:gd name="connsiteY1" fmla="*/ 393896 h 506437"/>
                  <a:gd name="connsiteX2" fmla="*/ 1139483 w 1139483"/>
                  <a:gd name="connsiteY2" fmla="*/ 506437 h 506437"/>
                  <a:gd name="connsiteX0" fmla="*/ 0 w 994226"/>
                  <a:gd name="connsiteY0" fmla="*/ 0 h 465956"/>
                  <a:gd name="connsiteX1" fmla="*/ 295421 w 994226"/>
                  <a:gd name="connsiteY1" fmla="*/ 393896 h 465956"/>
                  <a:gd name="connsiteX2" fmla="*/ 994226 w 994226"/>
                  <a:gd name="connsiteY2" fmla="*/ 465956 h 465956"/>
                  <a:gd name="connsiteX0" fmla="*/ 0 w 994226"/>
                  <a:gd name="connsiteY0" fmla="*/ 0 h 465956"/>
                  <a:gd name="connsiteX1" fmla="*/ 321615 w 994226"/>
                  <a:gd name="connsiteY1" fmla="*/ 358178 h 465956"/>
                  <a:gd name="connsiteX2" fmla="*/ 994226 w 994226"/>
                  <a:gd name="connsiteY2" fmla="*/ 465956 h 465956"/>
                  <a:gd name="connsiteX0" fmla="*/ 0 w 982320"/>
                  <a:gd name="connsiteY0" fmla="*/ 0 h 396466"/>
                  <a:gd name="connsiteX1" fmla="*/ 321615 w 982320"/>
                  <a:gd name="connsiteY1" fmla="*/ 358178 h 396466"/>
                  <a:gd name="connsiteX2" fmla="*/ 982320 w 982320"/>
                  <a:gd name="connsiteY2" fmla="*/ 373087 h 396466"/>
                  <a:gd name="connsiteX0" fmla="*/ 0 w 982320"/>
                  <a:gd name="connsiteY0" fmla="*/ 0 h 404098"/>
                  <a:gd name="connsiteX1" fmla="*/ 321615 w 982320"/>
                  <a:gd name="connsiteY1" fmla="*/ 358178 h 404098"/>
                  <a:gd name="connsiteX2" fmla="*/ 982320 w 982320"/>
                  <a:gd name="connsiteY2" fmla="*/ 373087 h 404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2320" h="404098">
                    <a:moveTo>
                      <a:pt x="0" y="0"/>
                    </a:moveTo>
                    <a:cubicBezTo>
                      <a:pt x="2747" y="169032"/>
                      <a:pt x="131701" y="273772"/>
                      <a:pt x="321615" y="358178"/>
                    </a:cubicBezTo>
                    <a:cubicBezTo>
                      <a:pt x="511529" y="442584"/>
                      <a:pt x="648102" y="387594"/>
                      <a:pt x="982320" y="373087"/>
                    </a:cubicBezTo>
                  </a:path>
                </a:pathLst>
              </a:custGeom>
              <a:noFill/>
              <a:ln w="38100">
                <a:solidFill>
                  <a:srgbClr val="7030A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42E07E63-1408-90B6-C2BD-59A6BF22540D}"/>
                  </a:ext>
                </a:extLst>
              </p:cNvPr>
              <p:cNvSpPr/>
              <p:nvPr/>
            </p:nvSpPr>
            <p:spPr>
              <a:xfrm flipH="1" flipV="1">
                <a:off x="7576568" y="1977366"/>
                <a:ext cx="1393508" cy="336183"/>
              </a:xfrm>
              <a:custGeom>
                <a:avLst/>
                <a:gdLst>
                  <a:gd name="connsiteX0" fmla="*/ 0 w 1139483"/>
                  <a:gd name="connsiteY0" fmla="*/ 0 h 506437"/>
                  <a:gd name="connsiteX1" fmla="*/ 295421 w 1139483"/>
                  <a:gd name="connsiteY1" fmla="*/ 393896 h 506437"/>
                  <a:gd name="connsiteX2" fmla="*/ 1139483 w 1139483"/>
                  <a:gd name="connsiteY2" fmla="*/ 506437 h 506437"/>
                  <a:gd name="connsiteX0" fmla="*/ 0 w 1210921"/>
                  <a:gd name="connsiteY0" fmla="*/ 0 h 370706"/>
                  <a:gd name="connsiteX1" fmla="*/ 366859 w 1210921"/>
                  <a:gd name="connsiteY1" fmla="*/ 258165 h 370706"/>
                  <a:gd name="connsiteX2" fmla="*/ 1210921 w 1210921"/>
                  <a:gd name="connsiteY2" fmla="*/ 370706 h 370706"/>
                  <a:gd name="connsiteX0" fmla="*/ 0 w 1210921"/>
                  <a:gd name="connsiteY0" fmla="*/ 0 h 370706"/>
                  <a:gd name="connsiteX1" fmla="*/ 366859 w 1210921"/>
                  <a:gd name="connsiteY1" fmla="*/ 258165 h 370706"/>
                  <a:gd name="connsiteX2" fmla="*/ 1210921 w 1210921"/>
                  <a:gd name="connsiteY2" fmla="*/ 370706 h 370706"/>
                  <a:gd name="connsiteX0" fmla="*/ 0 w 1210921"/>
                  <a:gd name="connsiteY0" fmla="*/ 0 h 373087"/>
                  <a:gd name="connsiteX1" fmla="*/ 366859 w 1210921"/>
                  <a:gd name="connsiteY1" fmla="*/ 260546 h 373087"/>
                  <a:gd name="connsiteX2" fmla="*/ 1210921 w 1210921"/>
                  <a:gd name="connsiteY2" fmla="*/ 373087 h 373087"/>
                  <a:gd name="connsiteX0" fmla="*/ 0 w 1087096"/>
                  <a:gd name="connsiteY0" fmla="*/ 0 h 365944"/>
                  <a:gd name="connsiteX1" fmla="*/ 243034 w 1087096"/>
                  <a:gd name="connsiteY1" fmla="*/ 253403 h 365944"/>
                  <a:gd name="connsiteX2" fmla="*/ 1087096 w 1087096"/>
                  <a:gd name="connsiteY2" fmla="*/ 365944 h 365944"/>
                  <a:gd name="connsiteX0" fmla="*/ 0 w 1208540"/>
                  <a:gd name="connsiteY0" fmla="*/ 0 h 363563"/>
                  <a:gd name="connsiteX1" fmla="*/ 364478 w 1208540"/>
                  <a:gd name="connsiteY1" fmla="*/ 251022 h 363563"/>
                  <a:gd name="connsiteX2" fmla="*/ 1208540 w 1208540"/>
                  <a:gd name="connsiteY2" fmla="*/ 363563 h 363563"/>
                  <a:gd name="connsiteX0" fmla="*/ 0 w 1208540"/>
                  <a:gd name="connsiteY0" fmla="*/ 0 h 363563"/>
                  <a:gd name="connsiteX1" fmla="*/ 364478 w 1208540"/>
                  <a:gd name="connsiteY1" fmla="*/ 251022 h 363563"/>
                  <a:gd name="connsiteX2" fmla="*/ 1208540 w 1208540"/>
                  <a:gd name="connsiteY2" fmla="*/ 363563 h 363563"/>
                  <a:gd name="connsiteX0" fmla="*/ 0 w 1210921"/>
                  <a:gd name="connsiteY0" fmla="*/ 0 h 368325"/>
                  <a:gd name="connsiteX1" fmla="*/ 366859 w 1210921"/>
                  <a:gd name="connsiteY1" fmla="*/ 255784 h 368325"/>
                  <a:gd name="connsiteX2" fmla="*/ 1210921 w 1210921"/>
                  <a:gd name="connsiteY2" fmla="*/ 368325 h 368325"/>
                  <a:gd name="connsiteX0" fmla="*/ 0 w 1208540"/>
                  <a:gd name="connsiteY0" fmla="*/ 0 h 373087"/>
                  <a:gd name="connsiteX1" fmla="*/ 364478 w 1208540"/>
                  <a:gd name="connsiteY1" fmla="*/ 260546 h 373087"/>
                  <a:gd name="connsiteX2" fmla="*/ 1208540 w 1208540"/>
                  <a:gd name="connsiteY2" fmla="*/ 373087 h 373087"/>
                  <a:gd name="connsiteX0" fmla="*/ 0 w 1363321"/>
                  <a:gd name="connsiteY0" fmla="*/ 0 h 380231"/>
                  <a:gd name="connsiteX1" fmla="*/ 364478 w 1363321"/>
                  <a:gd name="connsiteY1" fmla="*/ 260546 h 380231"/>
                  <a:gd name="connsiteX2" fmla="*/ 1363321 w 1363321"/>
                  <a:gd name="connsiteY2" fmla="*/ 380231 h 380231"/>
                  <a:gd name="connsiteX0" fmla="*/ 0 w 1325221"/>
                  <a:gd name="connsiteY0" fmla="*/ 0 h 377850"/>
                  <a:gd name="connsiteX1" fmla="*/ 364478 w 1325221"/>
                  <a:gd name="connsiteY1" fmla="*/ 260546 h 377850"/>
                  <a:gd name="connsiteX2" fmla="*/ 1325221 w 1325221"/>
                  <a:gd name="connsiteY2" fmla="*/ 377850 h 377850"/>
                  <a:gd name="connsiteX0" fmla="*/ 0 w 1325221"/>
                  <a:gd name="connsiteY0" fmla="*/ 0 h 377982"/>
                  <a:gd name="connsiteX1" fmla="*/ 364478 w 1325221"/>
                  <a:gd name="connsiteY1" fmla="*/ 260546 h 377982"/>
                  <a:gd name="connsiteX2" fmla="*/ 1325221 w 1325221"/>
                  <a:gd name="connsiteY2" fmla="*/ 377850 h 377982"/>
                  <a:gd name="connsiteX0" fmla="*/ 0 w 1325221"/>
                  <a:gd name="connsiteY0" fmla="*/ 0 h 378132"/>
                  <a:gd name="connsiteX1" fmla="*/ 219222 w 1325221"/>
                  <a:gd name="connsiteY1" fmla="*/ 281977 h 378132"/>
                  <a:gd name="connsiteX2" fmla="*/ 1325221 w 1325221"/>
                  <a:gd name="connsiteY2" fmla="*/ 377850 h 378132"/>
                  <a:gd name="connsiteX0" fmla="*/ 0 w 1325221"/>
                  <a:gd name="connsiteY0" fmla="*/ 0 h 377912"/>
                  <a:gd name="connsiteX1" fmla="*/ 254941 w 1325221"/>
                  <a:gd name="connsiteY1" fmla="*/ 217683 h 377912"/>
                  <a:gd name="connsiteX2" fmla="*/ 1325221 w 1325221"/>
                  <a:gd name="connsiteY2" fmla="*/ 377850 h 377912"/>
                  <a:gd name="connsiteX0" fmla="*/ 0 w 1325221"/>
                  <a:gd name="connsiteY0" fmla="*/ 0 h 377912"/>
                  <a:gd name="connsiteX1" fmla="*/ 254941 w 1325221"/>
                  <a:gd name="connsiteY1" fmla="*/ 217683 h 377912"/>
                  <a:gd name="connsiteX2" fmla="*/ 1325221 w 1325221"/>
                  <a:gd name="connsiteY2" fmla="*/ 377850 h 377912"/>
                  <a:gd name="connsiteX0" fmla="*/ 0 w 1325221"/>
                  <a:gd name="connsiteY0" fmla="*/ 0 h 377912"/>
                  <a:gd name="connsiteX1" fmla="*/ 254941 w 1325221"/>
                  <a:gd name="connsiteY1" fmla="*/ 217683 h 377912"/>
                  <a:gd name="connsiteX2" fmla="*/ 1325221 w 1325221"/>
                  <a:gd name="connsiteY2" fmla="*/ 377850 h 377912"/>
                  <a:gd name="connsiteX0" fmla="*/ 0 w 1325221"/>
                  <a:gd name="connsiteY0" fmla="*/ 0 h 407062"/>
                  <a:gd name="connsiteX1" fmla="*/ 433534 w 1325221"/>
                  <a:gd name="connsiteY1" fmla="*/ 365320 h 407062"/>
                  <a:gd name="connsiteX2" fmla="*/ 1325221 w 1325221"/>
                  <a:gd name="connsiteY2" fmla="*/ 377850 h 407062"/>
                  <a:gd name="connsiteX0" fmla="*/ 0 w 1325221"/>
                  <a:gd name="connsiteY0" fmla="*/ 0 h 410203"/>
                  <a:gd name="connsiteX1" fmla="*/ 433534 w 1325221"/>
                  <a:gd name="connsiteY1" fmla="*/ 365320 h 410203"/>
                  <a:gd name="connsiteX2" fmla="*/ 1325221 w 1325221"/>
                  <a:gd name="connsiteY2" fmla="*/ 377850 h 410203"/>
                  <a:gd name="connsiteX0" fmla="*/ 0 w 1325221"/>
                  <a:gd name="connsiteY0" fmla="*/ 0 h 410203"/>
                  <a:gd name="connsiteX1" fmla="*/ 433534 w 1325221"/>
                  <a:gd name="connsiteY1" fmla="*/ 365320 h 410203"/>
                  <a:gd name="connsiteX2" fmla="*/ 1325221 w 1325221"/>
                  <a:gd name="connsiteY2" fmla="*/ 377850 h 410203"/>
                  <a:gd name="connsiteX0" fmla="*/ 0 w 1325221"/>
                  <a:gd name="connsiteY0" fmla="*/ 0 h 410203"/>
                  <a:gd name="connsiteX1" fmla="*/ 433534 w 1325221"/>
                  <a:gd name="connsiteY1" fmla="*/ 365320 h 410203"/>
                  <a:gd name="connsiteX2" fmla="*/ 1325221 w 1325221"/>
                  <a:gd name="connsiteY2" fmla="*/ 377850 h 410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25221" h="410203">
                    <a:moveTo>
                      <a:pt x="0" y="0"/>
                    </a:moveTo>
                    <a:cubicBezTo>
                      <a:pt x="7510" y="116645"/>
                      <a:pt x="243620" y="273770"/>
                      <a:pt x="433534" y="365320"/>
                    </a:cubicBezTo>
                    <a:cubicBezTo>
                      <a:pt x="623448" y="456870"/>
                      <a:pt x="1000529" y="380450"/>
                      <a:pt x="1325221" y="377850"/>
                    </a:cubicBezTo>
                  </a:path>
                </a:pathLst>
              </a:custGeom>
              <a:noFill/>
              <a:ln w="38100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EAF14D4-31D5-8456-DBDB-608FE702A5CC}"/>
                  </a:ext>
                </a:extLst>
              </p:cNvPr>
              <p:cNvSpPr/>
              <p:nvPr/>
            </p:nvSpPr>
            <p:spPr>
              <a:xfrm>
                <a:off x="6446874" y="1458769"/>
                <a:ext cx="2520696" cy="857849"/>
              </a:xfrm>
              <a:custGeom>
                <a:avLst/>
                <a:gdLst>
                  <a:gd name="connsiteX0" fmla="*/ 0 w 2194560"/>
                  <a:gd name="connsiteY0" fmla="*/ 799656 h 884062"/>
                  <a:gd name="connsiteX1" fmla="*/ 527538 w 2194560"/>
                  <a:gd name="connsiteY1" fmla="*/ 159576 h 884062"/>
                  <a:gd name="connsiteX2" fmla="*/ 1463040 w 2194560"/>
                  <a:gd name="connsiteY2" fmla="*/ 54069 h 884062"/>
                  <a:gd name="connsiteX3" fmla="*/ 2194560 w 2194560"/>
                  <a:gd name="connsiteY3" fmla="*/ 884062 h 884062"/>
                  <a:gd name="connsiteX0" fmla="*/ 0 w 2194560"/>
                  <a:gd name="connsiteY0" fmla="*/ 799656 h 884062"/>
                  <a:gd name="connsiteX1" fmla="*/ 527538 w 2194560"/>
                  <a:gd name="connsiteY1" fmla="*/ 159576 h 884062"/>
                  <a:gd name="connsiteX2" fmla="*/ 1463040 w 2194560"/>
                  <a:gd name="connsiteY2" fmla="*/ 54069 h 884062"/>
                  <a:gd name="connsiteX3" fmla="*/ 2194560 w 2194560"/>
                  <a:gd name="connsiteY3" fmla="*/ 884062 h 884062"/>
                  <a:gd name="connsiteX0" fmla="*/ 0 w 2194560"/>
                  <a:gd name="connsiteY0" fmla="*/ 799656 h 884062"/>
                  <a:gd name="connsiteX1" fmla="*/ 527538 w 2194560"/>
                  <a:gd name="connsiteY1" fmla="*/ 159576 h 884062"/>
                  <a:gd name="connsiteX2" fmla="*/ 1463040 w 2194560"/>
                  <a:gd name="connsiteY2" fmla="*/ 54069 h 884062"/>
                  <a:gd name="connsiteX3" fmla="*/ 2194560 w 2194560"/>
                  <a:gd name="connsiteY3" fmla="*/ 884062 h 884062"/>
                  <a:gd name="connsiteX0" fmla="*/ 0 w 2330291"/>
                  <a:gd name="connsiteY0" fmla="*/ 1288023 h 1288023"/>
                  <a:gd name="connsiteX1" fmla="*/ 663269 w 2330291"/>
                  <a:gd name="connsiteY1" fmla="*/ 178837 h 1288023"/>
                  <a:gd name="connsiteX2" fmla="*/ 1598771 w 2330291"/>
                  <a:gd name="connsiteY2" fmla="*/ 73330 h 1288023"/>
                  <a:gd name="connsiteX3" fmla="*/ 2330291 w 2330291"/>
                  <a:gd name="connsiteY3" fmla="*/ 903323 h 1288023"/>
                  <a:gd name="connsiteX0" fmla="*/ 165 w 2330456"/>
                  <a:gd name="connsiteY0" fmla="*/ 1288023 h 1288023"/>
                  <a:gd name="connsiteX1" fmla="*/ 663434 w 2330456"/>
                  <a:gd name="connsiteY1" fmla="*/ 178837 h 1288023"/>
                  <a:gd name="connsiteX2" fmla="*/ 1598936 w 2330456"/>
                  <a:gd name="connsiteY2" fmla="*/ 73330 h 1288023"/>
                  <a:gd name="connsiteX3" fmla="*/ 2330456 w 2330456"/>
                  <a:gd name="connsiteY3" fmla="*/ 903323 h 1288023"/>
                  <a:gd name="connsiteX0" fmla="*/ 165 w 2330456"/>
                  <a:gd name="connsiteY0" fmla="*/ 1273056 h 1273056"/>
                  <a:gd name="connsiteX1" fmla="*/ 663434 w 2330456"/>
                  <a:gd name="connsiteY1" fmla="*/ 178158 h 1273056"/>
                  <a:gd name="connsiteX2" fmla="*/ 1598936 w 2330456"/>
                  <a:gd name="connsiteY2" fmla="*/ 72651 h 1273056"/>
                  <a:gd name="connsiteX3" fmla="*/ 2330456 w 2330456"/>
                  <a:gd name="connsiteY3" fmla="*/ 902644 h 1273056"/>
                  <a:gd name="connsiteX0" fmla="*/ 211 w 2330502"/>
                  <a:gd name="connsiteY0" fmla="*/ 1242225 h 1242225"/>
                  <a:gd name="connsiteX1" fmla="*/ 572992 w 2330502"/>
                  <a:gd name="connsiteY1" fmla="*/ 280677 h 1242225"/>
                  <a:gd name="connsiteX2" fmla="*/ 1598982 w 2330502"/>
                  <a:gd name="connsiteY2" fmla="*/ 41820 h 1242225"/>
                  <a:gd name="connsiteX3" fmla="*/ 2330502 w 2330502"/>
                  <a:gd name="connsiteY3" fmla="*/ 871813 h 1242225"/>
                  <a:gd name="connsiteX0" fmla="*/ 222 w 2330513"/>
                  <a:gd name="connsiteY0" fmla="*/ 1032955 h 1032955"/>
                  <a:gd name="connsiteX1" fmla="*/ 573003 w 2330513"/>
                  <a:gd name="connsiteY1" fmla="*/ 71407 h 1032955"/>
                  <a:gd name="connsiteX2" fmla="*/ 1689481 w 2330513"/>
                  <a:gd name="connsiteY2" fmla="*/ 151638 h 1032955"/>
                  <a:gd name="connsiteX3" fmla="*/ 2330513 w 2330513"/>
                  <a:gd name="connsiteY3" fmla="*/ 662543 h 1032955"/>
                  <a:gd name="connsiteX0" fmla="*/ 222 w 2397188"/>
                  <a:gd name="connsiteY0" fmla="*/ 1032955 h 1060211"/>
                  <a:gd name="connsiteX1" fmla="*/ 573003 w 2397188"/>
                  <a:gd name="connsiteY1" fmla="*/ 71407 h 1060211"/>
                  <a:gd name="connsiteX2" fmla="*/ 1689481 w 2397188"/>
                  <a:gd name="connsiteY2" fmla="*/ 151638 h 1060211"/>
                  <a:gd name="connsiteX3" fmla="*/ 2397188 w 2397188"/>
                  <a:gd name="connsiteY3" fmla="*/ 1060211 h 1060211"/>
                  <a:gd name="connsiteX0" fmla="*/ 222 w 2397188"/>
                  <a:gd name="connsiteY0" fmla="*/ 1032955 h 1060211"/>
                  <a:gd name="connsiteX1" fmla="*/ 573003 w 2397188"/>
                  <a:gd name="connsiteY1" fmla="*/ 71407 h 1060211"/>
                  <a:gd name="connsiteX2" fmla="*/ 1689481 w 2397188"/>
                  <a:gd name="connsiteY2" fmla="*/ 151638 h 1060211"/>
                  <a:gd name="connsiteX3" fmla="*/ 2397188 w 2397188"/>
                  <a:gd name="connsiteY3" fmla="*/ 1060211 h 1060211"/>
                  <a:gd name="connsiteX0" fmla="*/ 222 w 2397188"/>
                  <a:gd name="connsiteY0" fmla="*/ 1061685 h 1088941"/>
                  <a:gd name="connsiteX1" fmla="*/ 573003 w 2397188"/>
                  <a:gd name="connsiteY1" fmla="*/ 100137 h 1088941"/>
                  <a:gd name="connsiteX2" fmla="*/ 1141929 w 2397188"/>
                  <a:gd name="connsiteY2" fmla="*/ 38897 h 1088941"/>
                  <a:gd name="connsiteX3" fmla="*/ 1689481 w 2397188"/>
                  <a:gd name="connsiteY3" fmla="*/ 180368 h 1088941"/>
                  <a:gd name="connsiteX4" fmla="*/ 2397188 w 2397188"/>
                  <a:gd name="connsiteY4" fmla="*/ 1088941 h 1088941"/>
                  <a:gd name="connsiteX0" fmla="*/ 222 w 2397188"/>
                  <a:gd name="connsiteY0" fmla="*/ 1061685 h 1088941"/>
                  <a:gd name="connsiteX1" fmla="*/ 573003 w 2397188"/>
                  <a:gd name="connsiteY1" fmla="*/ 100137 h 1088941"/>
                  <a:gd name="connsiteX2" fmla="*/ 1141929 w 2397188"/>
                  <a:gd name="connsiteY2" fmla="*/ 38897 h 1088941"/>
                  <a:gd name="connsiteX3" fmla="*/ 1689481 w 2397188"/>
                  <a:gd name="connsiteY3" fmla="*/ 180368 h 1088941"/>
                  <a:gd name="connsiteX4" fmla="*/ 2397188 w 2397188"/>
                  <a:gd name="connsiteY4" fmla="*/ 1088941 h 1088941"/>
                  <a:gd name="connsiteX0" fmla="*/ 222 w 2397188"/>
                  <a:gd name="connsiteY0" fmla="*/ 1061685 h 1088941"/>
                  <a:gd name="connsiteX1" fmla="*/ 573003 w 2397188"/>
                  <a:gd name="connsiteY1" fmla="*/ 100137 h 1088941"/>
                  <a:gd name="connsiteX2" fmla="*/ 1141929 w 2397188"/>
                  <a:gd name="connsiteY2" fmla="*/ 38897 h 1088941"/>
                  <a:gd name="connsiteX3" fmla="*/ 1689481 w 2397188"/>
                  <a:gd name="connsiteY3" fmla="*/ 180368 h 1088941"/>
                  <a:gd name="connsiteX4" fmla="*/ 2397188 w 2397188"/>
                  <a:gd name="connsiteY4" fmla="*/ 1088941 h 1088941"/>
                  <a:gd name="connsiteX0" fmla="*/ 326 w 2397292"/>
                  <a:gd name="connsiteY0" fmla="*/ 1026368 h 1053624"/>
                  <a:gd name="connsiteX1" fmla="*/ 473466 w 2397292"/>
                  <a:gd name="connsiteY1" fmla="*/ 138428 h 1053624"/>
                  <a:gd name="connsiteX2" fmla="*/ 1142033 w 2397292"/>
                  <a:gd name="connsiteY2" fmla="*/ 3580 h 1053624"/>
                  <a:gd name="connsiteX3" fmla="*/ 1689585 w 2397292"/>
                  <a:gd name="connsiteY3" fmla="*/ 145051 h 1053624"/>
                  <a:gd name="connsiteX4" fmla="*/ 2397292 w 2397292"/>
                  <a:gd name="connsiteY4" fmla="*/ 1053624 h 1053624"/>
                  <a:gd name="connsiteX0" fmla="*/ 229 w 2397195"/>
                  <a:gd name="connsiteY0" fmla="*/ 1026368 h 1053624"/>
                  <a:gd name="connsiteX1" fmla="*/ 473369 w 2397195"/>
                  <a:gd name="connsiteY1" fmla="*/ 138428 h 1053624"/>
                  <a:gd name="connsiteX2" fmla="*/ 1141936 w 2397195"/>
                  <a:gd name="connsiteY2" fmla="*/ 3580 h 1053624"/>
                  <a:gd name="connsiteX3" fmla="*/ 1689488 w 2397195"/>
                  <a:gd name="connsiteY3" fmla="*/ 145051 h 1053624"/>
                  <a:gd name="connsiteX4" fmla="*/ 2397195 w 2397195"/>
                  <a:gd name="connsiteY4" fmla="*/ 1053624 h 1053624"/>
                  <a:gd name="connsiteX0" fmla="*/ 214 w 2397180"/>
                  <a:gd name="connsiteY0" fmla="*/ 1025324 h 1052580"/>
                  <a:gd name="connsiteX1" fmla="*/ 494490 w 2397180"/>
                  <a:gd name="connsiteY1" fmla="*/ 141258 h 1052580"/>
                  <a:gd name="connsiteX2" fmla="*/ 1141921 w 2397180"/>
                  <a:gd name="connsiteY2" fmla="*/ 2536 h 1052580"/>
                  <a:gd name="connsiteX3" fmla="*/ 1689473 w 2397180"/>
                  <a:gd name="connsiteY3" fmla="*/ 144007 h 1052580"/>
                  <a:gd name="connsiteX4" fmla="*/ 2397180 w 2397180"/>
                  <a:gd name="connsiteY4" fmla="*/ 1052580 h 1052580"/>
                  <a:gd name="connsiteX0" fmla="*/ 214 w 2397180"/>
                  <a:gd name="connsiteY0" fmla="*/ 1025324 h 1052580"/>
                  <a:gd name="connsiteX1" fmla="*/ 494490 w 2397180"/>
                  <a:gd name="connsiteY1" fmla="*/ 141258 h 1052580"/>
                  <a:gd name="connsiteX2" fmla="*/ 1141921 w 2397180"/>
                  <a:gd name="connsiteY2" fmla="*/ 2536 h 1052580"/>
                  <a:gd name="connsiteX3" fmla="*/ 1689473 w 2397180"/>
                  <a:gd name="connsiteY3" fmla="*/ 144007 h 1052580"/>
                  <a:gd name="connsiteX4" fmla="*/ 2397180 w 2397180"/>
                  <a:gd name="connsiteY4" fmla="*/ 1052580 h 1052580"/>
                  <a:gd name="connsiteX0" fmla="*/ 203 w 2397169"/>
                  <a:gd name="connsiteY0" fmla="*/ 1022796 h 1050052"/>
                  <a:gd name="connsiteX1" fmla="*/ 494479 w 2397169"/>
                  <a:gd name="connsiteY1" fmla="*/ 138730 h 1050052"/>
                  <a:gd name="connsiteX2" fmla="*/ 1141910 w 2397169"/>
                  <a:gd name="connsiteY2" fmla="*/ 8 h 1050052"/>
                  <a:gd name="connsiteX3" fmla="*/ 1689462 w 2397169"/>
                  <a:gd name="connsiteY3" fmla="*/ 141479 h 1050052"/>
                  <a:gd name="connsiteX4" fmla="*/ 2397169 w 2397169"/>
                  <a:gd name="connsiteY4" fmla="*/ 1050052 h 1050052"/>
                  <a:gd name="connsiteX0" fmla="*/ 230 w 2397196"/>
                  <a:gd name="connsiteY0" fmla="*/ 1022892 h 1050148"/>
                  <a:gd name="connsiteX1" fmla="*/ 494506 w 2397196"/>
                  <a:gd name="connsiteY1" fmla="*/ 138826 h 1050148"/>
                  <a:gd name="connsiteX2" fmla="*/ 1141937 w 2397196"/>
                  <a:gd name="connsiteY2" fmla="*/ 104 h 1050148"/>
                  <a:gd name="connsiteX3" fmla="*/ 1689489 w 2397196"/>
                  <a:gd name="connsiteY3" fmla="*/ 141575 h 1050148"/>
                  <a:gd name="connsiteX4" fmla="*/ 2397196 w 2397196"/>
                  <a:gd name="connsiteY4" fmla="*/ 1050148 h 1050148"/>
                  <a:gd name="connsiteX0" fmla="*/ 230 w 2397196"/>
                  <a:gd name="connsiteY0" fmla="*/ 1023786 h 1051042"/>
                  <a:gd name="connsiteX1" fmla="*/ 494506 w 2397196"/>
                  <a:gd name="connsiteY1" fmla="*/ 139720 h 1051042"/>
                  <a:gd name="connsiteX2" fmla="*/ 1141937 w 2397196"/>
                  <a:gd name="connsiteY2" fmla="*/ 998 h 1051042"/>
                  <a:gd name="connsiteX3" fmla="*/ 1731761 w 2397196"/>
                  <a:gd name="connsiteY3" fmla="*/ 161839 h 1051042"/>
                  <a:gd name="connsiteX4" fmla="*/ 2397196 w 2397196"/>
                  <a:gd name="connsiteY4" fmla="*/ 1051042 h 1051042"/>
                  <a:gd name="connsiteX0" fmla="*/ 230 w 2397196"/>
                  <a:gd name="connsiteY0" fmla="*/ 1023786 h 1051042"/>
                  <a:gd name="connsiteX1" fmla="*/ 494506 w 2397196"/>
                  <a:gd name="connsiteY1" fmla="*/ 139720 h 1051042"/>
                  <a:gd name="connsiteX2" fmla="*/ 1141937 w 2397196"/>
                  <a:gd name="connsiteY2" fmla="*/ 998 h 1051042"/>
                  <a:gd name="connsiteX3" fmla="*/ 1731761 w 2397196"/>
                  <a:gd name="connsiteY3" fmla="*/ 161839 h 1051042"/>
                  <a:gd name="connsiteX4" fmla="*/ 2397196 w 2397196"/>
                  <a:gd name="connsiteY4" fmla="*/ 1051042 h 1051042"/>
                  <a:gd name="connsiteX0" fmla="*/ 205 w 2397171"/>
                  <a:gd name="connsiteY0" fmla="*/ 1023511 h 1050767"/>
                  <a:gd name="connsiteX1" fmla="*/ 494481 w 2397171"/>
                  <a:gd name="connsiteY1" fmla="*/ 139445 h 1050767"/>
                  <a:gd name="connsiteX2" fmla="*/ 1057369 w 2397171"/>
                  <a:gd name="connsiteY2" fmla="*/ 4597 h 1050767"/>
                  <a:gd name="connsiteX3" fmla="*/ 1731736 w 2397171"/>
                  <a:gd name="connsiteY3" fmla="*/ 161564 h 1050767"/>
                  <a:gd name="connsiteX4" fmla="*/ 2397171 w 2397171"/>
                  <a:gd name="connsiteY4" fmla="*/ 1050767 h 1050767"/>
                  <a:gd name="connsiteX0" fmla="*/ 208 w 2397174"/>
                  <a:gd name="connsiteY0" fmla="*/ 1019472 h 1046728"/>
                  <a:gd name="connsiteX1" fmla="*/ 494484 w 2397174"/>
                  <a:gd name="connsiteY1" fmla="*/ 135406 h 1046728"/>
                  <a:gd name="connsiteX2" fmla="*/ 1057372 w 2397174"/>
                  <a:gd name="connsiteY2" fmla="*/ 558 h 1046728"/>
                  <a:gd name="connsiteX3" fmla="*/ 1731739 w 2397174"/>
                  <a:gd name="connsiteY3" fmla="*/ 157525 h 1046728"/>
                  <a:gd name="connsiteX4" fmla="*/ 2397174 w 2397174"/>
                  <a:gd name="connsiteY4" fmla="*/ 1046728 h 1046728"/>
                  <a:gd name="connsiteX0" fmla="*/ 208 w 2397174"/>
                  <a:gd name="connsiteY0" fmla="*/ 1019472 h 1046728"/>
                  <a:gd name="connsiteX1" fmla="*/ 494484 w 2397174"/>
                  <a:gd name="connsiteY1" fmla="*/ 135406 h 1046728"/>
                  <a:gd name="connsiteX2" fmla="*/ 1057372 w 2397174"/>
                  <a:gd name="connsiteY2" fmla="*/ 558 h 1046728"/>
                  <a:gd name="connsiteX3" fmla="*/ 1731739 w 2397174"/>
                  <a:gd name="connsiteY3" fmla="*/ 157525 h 1046728"/>
                  <a:gd name="connsiteX4" fmla="*/ 2397174 w 2397174"/>
                  <a:gd name="connsiteY4" fmla="*/ 1046728 h 1046728"/>
                  <a:gd name="connsiteX0" fmla="*/ 208 w 2397174"/>
                  <a:gd name="connsiteY0" fmla="*/ 1019472 h 1046728"/>
                  <a:gd name="connsiteX1" fmla="*/ 494484 w 2397174"/>
                  <a:gd name="connsiteY1" fmla="*/ 135406 h 1046728"/>
                  <a:gd name="connsiteX2" fmla="*/ 1057372 w 2397174"/>
                  <a:gd name="connsiteY2" fmla="*/ 558 h 1046728"/>
                  <a:gd name="connsiteX3" fmla="*/ 1731739 w 2397174"/>
                  <a:gd name="connsiteY3" fmla="*/ 157525 h 1046728"/>
                  <a:gd name="connsiteX4" fmla="*/ 2397174 w 2397174"/>
                  <a:gd name="connsiteY4" fmla="*/ 1046728 h 104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7174" h="1046728">
                    <a:moveTo>
                      <a:pt x="208" y="1019472"/>
                    </a:moveTo>
                    <a:cubicBezTo>
                      <a:pt x="-9354" y="664153"/>
                      <a:pt x="312251" y="262610"/>
                      <a:pt x="494484" y="135406"/>
                    </a:cubicBezTo>
                    <a:cubicBezTo>
                      <a:pt x="676717" y="8202"/>
                      <a:pt x="878338" y="-3128"/>
                      <a:pt x="1057372" y="558"/>
                    </a:cubicBezTo>
                    <a:cubicBezTo>
                      <a:pt x="1236406" y="4244"/>
                      <a:pt x="1514478" y="25777"/>
                      <a:pt x="1731739" y="157525"/>
                    </a:cubicBezTo>
                    <a:cubicBezTo>
                      <a:pt x="1949000" y="289273"/>
                      <a:pt x="2386220" y="692105"/>
                      <a:pt x="2397174" y="1046728"/>
                    </a:cubicBezTo>
                  </a:path>
                </a:pathLst>
              </a:cu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4D6F3D82-06CC-1BC0-202C-12E798C351C2}"/>
                      </a:ext>
                    </a:extLst>
                  </p:cNvPr>
                  <p:cNvSpPr txBox="1"/>
                  <p:nvPr/>
                </p:nvSpPr>
                <p:spPr>
                  <a:xfrm>
                    <a:off x="6329675" y="1061005"/>
                    <a:ext cx="473950" cy="57784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4000" b="0" dirty="0"/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4D6F3D82-06CC-1BC0-202C-12E798C351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9675" y="1061005"/>
                    <a:ext cx="473950" cy="57784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084CF83-390F-5F84-B116-837D76AAE0E7}"/>
                      </a:ext>
                    </a:extLst>
                  </p:cNvPr>
                  <p:cNvSpPr txBox="1"/>
                  <p:nvPr/>
                </p:nvSpPr>
                <p:spPr>
                  <a:xfrm>
                    <a:off x="6786744" y="2015400"/>
                    <a:ext cx="678776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3200" b="0" dirty="0">
                      <a:solidFill>
                        <a:srgbClr val="7030A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E084CF83-390F-5F84-B116-837D76AAE0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86744" y="2015400"/>
                    <a:ext cx="678776" cy="58477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59069578-15D0-52D3-4067-FAFD10B29465}"/>
                      </a:ext>
                    </a:extLst>
                  </p:cNvPr>
                  <p:cNvSpPr txBox="1"/>
                  <p:nvPr/>
                </p:nvSpPr>
                <p:spPr>
                  <a:xfrm>
                    <a:off x="7971321" y="1930477"/>
                    <a:ext cx="709104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sz="3200" b="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59069578-15D0-52D3-4067-FAFD10B294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1321" y="1930477"/>
                    <a:ext cx="709104" cy="58477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76936D59-961A-60AD-9889-317E93C6080A}"/>
                  </a:ext>
                </a:extLst>
              </p:cNvPr>
              <p:cNvSpPr/>
              <p:nvPr/>
            </p:nvSpPr>
            <p:spPr>
              <a:xfrm>
                <a:off x="6446874" y="1458769"/>
                <a:ext cx="1111856" cy="835511"/>
              </a:xfrm>
              <a:custGeom>
                <a:avLst/>
                <a:gdLst>
                  <a:gd name="connsiteX0" fmla="*/ 0 w 2194560"/>
                  <a:gd name="connsiteY0" fmla="*/ 799656 h 884062"/>
                  <a:gd name="connsiteX1" fmla="*/ 527538 w 2194560"/>
                  <a:gd name="connsiteY1" fmla="*/ 159576 h 884062"/>
                  <a:gd name="connsiteX2" fmla="*/ 1463040 w 2194560"/>
                  <a:gd name="connsiteY2" fmla="*/ 54069 h 884062"/>
                  <a:gd name="connsiteX3" fmla="*/ 2194560 w 2194560"/>
                  <a:gd name="connsiteY3" fmla="*/ 884062 h 884062"/>
                  <a:gd name="connsiteX0" fmla="*/ 0 w 2194560"/>
                  <a:gd name="connsiteY0" fmla="*/ 799656 h 884062"/>
                  <a:gd name="connsiteX1" fmla="*/ 527538 w 2194560"/>
                  <a:gd name="connsiteY1" fmla="*/ 159576 h 884062"/>
                  <a:gd name="connsiteX2" fmla="*/ 1463040 w 2194560"/>
                  <a:gd name="connsiteY2" fmla="*/ 54069 h 884062"/>
                  <a:gd name="connsiteX3" fmla="*/ 2194560 w 2194560"/>
                  <a:gd name="connsiteY3" fmla="*/ 884062 h 884062"/>
                  <a:gd name="connsiteX0" fmla="*/ 0 w 2194560"/>
                  <a:gd name="connsiteY0" fmla="*/ 799656 h 884062"/>
                  <a:gd name="connsiteX1" fmla="*/ 527538 w 2194560"/>
                  <a:gd name="connsiteY1" fmla="*/ 159576 h 884062"/>
                  <a:gd name="connsiteX2" fmla="*/ 1463040 w 2194560"/>
                  <a:gd name="connsiteY2" fmla="*/ 54069 h 884062"/>
                  <a:gd name="connsiteX3" fmla="*/ 2194560 w 2194560"/>
                  <a:gd name="connsiteY3" fmla="*/ 884062 h 884062"/>
                  <a:gd name="connsiteX0" fmla="*/ 0 w 2330291"/>
                  <a:gd name="connsiteY0" fmla="*/ 1288023 h 1288023"/>
                  <a:gd name="connsiteX1" fmla="*/ 663269 w 2330291"/>
                  <a:gd name="connsiteY1" fmla="*/ 178837 h 1288023"/>
                  <a:gd name="connsiteX2" fmla="*/ 1598771 w 2330291"/>
                  <a:gd name="connsiteY2" fmla="*/ 73330 h 1288023"/>
                  <a:gd name="connsiteX3" fmla="*/ 2330291 w 2330291"/>
                  <a:gd name="connsiteY3" fmla="*/ 903323 h 1288023"/>
                  <a:gd name="connsiteX0" fmla="*/ 165 w 2330456"/>
                  <a:gd name="connsiteY0" fmla="*/ 1288023 h 1288023"/>
                  <a:gd name="connsiteX1" fmla="*/ 663434 w 2330456"/>
                  <a:gd name="connsiteY1" fmla="*/ 178837 h 1288023"/>
                  <a:gd name="connsiteX2" fmla="*/ 1598936 w 2330456"/>
                  <a:gd name="connsiteY2" fmla="*/ 73330 h 1288023"/>
                  <a:gd name="connsiteX3" fmla="*/ 2330456 w 2330456"/>
                  <a:gd name="connsiteY3" fmla="*/ 903323 h 1288023"/>
                  <a:gd name="connsiteX0" fmla="*/ 165 w 2330456"/>
                  <a:gd name="connsiteY0" fmla="*/ 1273056 h 1273056"/>
                  <a:gd name="connsiteX1" fmla="*/ 663434 w 2330456"/>
                  <a:gd name="connsiteY1" fmla="*/ 178158 h 1273056"/>
                  <a:gd name="connsiteX2" fmla="*/ 1598936 w 2330456"/>
                  <a:gd name="connsiteY2" fmla="*/ 72651 h 1273056"/>
                  <a:gd name="connsiteX3" fmla="*/ 2330456 w 2330456"/>
                  <a:gd name="connsiteY3" fmla="*/ 902644 h 1273056"/>
                  <a:gd name="connsiteX0" fmla="*/ 211 w 2330502"/>
                  <a:gd name="connsiteY0" fmla="*/ 1242225 h 1242225"/>
                  <a:gd name="connsiteX1" fmla="*/ 572992 w 2330502"/>
                  <a:gd name="connsiteY1" fmla="*/ 280677 h 1242225"/>
                  <a:gd name="connsiteX2" fmla="*/ 1598982 w 2330502"/>
                  <a:gd name="connsiteY2" fmla="*/ 41820 h 1242225"/>
                  <a:gd name="connsiteX3" fmla="*/ 2330502 w 2330502"/>
                  <a:gd name="connsiteY3" fmla="*/ 871813 h 1242225"/>
                  <a:gd name="connsiteX0" fmla="*/ 222 w 2330513"/>
                  <a:gd name="connsiteY0" fmla="*/ 1032955 h 1032955"/>
                  <a:gd name="connsiteX1" fmla="*/ 573003 w 2330513"/>
                  <a:gd name="connsiteY1" fmla="*/ 71407 h 1032955"/>
                  <a:gd name="connsiteX2" fmla="*/ 1689481 w 2330513"/>
                  <a:gd name="connsiteY2" fmla="*/ 151638 h 1032955"/>
                  <a:gd name="connsiteX3" fmla="*/ 2330513 w 2330513"/>
                  <a:gd name="connsiteY3" fmla="*/ 662543 h 1032955"/>
                  <a:gd name="connsiteX0" fmla="*/ 222 w 2397188"/>
                  <a:gd name="connsiteY0" fmla="*/ 1032955 h 1060211"/>
                  <a:gd name="connsiteX1" fmla="*/ 573003 w 2397188"/>
                  <a:gd name="connsiteY1" fmla="*/ 71407 h 1060211"/>
                  <a:gd name="connsiteX2" fmla="*/ 1689481 w 2397188"/>
                  <a:gd name="connsiteY2" fmla="*/ 151638 h 1060211"/>
                  <a:gd name="connsiteX3" fmla="*/ 2397188 w 2397188"/>
                  <a:gd name="connsiteY3" fmla="*/ 1060211 h 1060211"/>
                  <a:gd name="connsiteX0" fmla="*/ 222 w 2397188"/>
                  <a:gd name="connsiteY0" fmla="*/ 1032955 h 1060211"/>
                  <a:gd name="connsiteX1" fmla="*/ 573003 w 2397188"/>
                  <a:gd name="connsiteY1" fmla="*/ 71407 h 1060211"/>
                  <a:gd name="connsiteX2" fmla="*/ 1689481 w 2397188"/>
                  <a:gd name="connsiteY2" fmla="*/ 151638 h 1060211"/>
                  <a:gd name="connsiteX3" fmla="*/ 2397188 w 2397188"/>
                  <a:gd name="connsiteY3" fmla="*/ 1060211 h 1060211"/>
                  <a:gd name="connsiteX0" fmla="*/ 222 w 2397188"/>
                  <a:gd name="connsiteY0" fmla="*/ 1061685 h 1088941"/>
                  <a:gd name="connsiteX1" fmla="*/ 573003 w 2397188"/>
                  <a:gd name="connsiteY1" fmla="*/ 100137 h 1088941"/>
                  <a:gd name="connsiteX2" fmla="*/ 1141929 w 2397188"/>
                  <a:gd name="connsiteY2" fmla="*/ 38897 h 1088941"/>
                  <a:gd name="connsiteX3" fmla="*/ 1689481 w 2397188"/>
                  <a:gd name="connsiteY3" fmla="*/ 180368 h 1088941"/>
                  <a:gd name="connsiteX4" fmla="*/ 2397188 w 2397188"/>
                  <a:gd name="connsiteY4" fmla="*/ 1088941 h 1088941"/>
                  <a:gd name="connsiteX0" fmla="*/ 222 w 2397188"/>
                  <a:gd name="connsiteY0" fmla="*/ 1061685 h 1088941"/>
                  <a:gd name="connsiteX1" fmla="*/ 573003 w 2397188"/>
                  <a:gd name="connsiteY1" fmla="*/ 100137 h 1088941"/>
                  <a:gd name="connsiteX2" fmla="*/ 1141929 w 2397188"/>
                  <a:gd name="connsiteY2" fmla="*/ 38897 h 1088941"/>
                  <a:gd name="connsiteX3" fmla="*/ 1689481 w 2397188"/>
                  <a:gd name="connsiteY3" fmla="*/ 180368 h 1088941"/>
                  <a:gd name="connsiteX4" fmla="*/ 2397188 w 2397188"/>
                  <a:gd name="connsiteY4" fmla="*/ 1088941 h 1088941"/>
                  <a:gd name="connsiteX0" fmla="*/ 222 w 2397188"/>
                  <a:gd name="connsiteY0" fmla="*/ 1061685 h 1088941"/>
                  <a:gd name="connsiteX1" fmla="*/ 573003 w 2397188"/>
                  <a:gd name="connsiteY1" fmla="*/ 100137 h 1088941"/>
                  <a:gd name="connsiteX2" fmla="*/ 1141929 w 2397188"/>
                  <a:gd name="connsiteY2" fmla="*/ 38897 h 1088941"/>
                  <a:gd name="connsiteX3" fmla="*/ 1689481 w 2397188"/>
                  <a:gd name="connsiteY3" fmla="*/ 180368 h 1088941"/>
                  <a:gd name="connsiteX4" fmla="*/ 2397188 w 2397188"/>
                  <a:gd name="connsiteY4" fmla="*/ 1088941 h 1088941"/>
                  <a:gd name="connsiteX0" fmla="*/ 326 w 2397292"/>
                  <a:gd name="connsiteY0" fmla="*/ 1026368 h 1053624"/>
                  <a:gd name="connsiteX1" fmla="*/ 473466 w 2397292"/>
                  <a:gd name="connsiteY1" fmla="*/ 138428 h 1053624"/>
                  <a:gd name="connsiteX2" fmla="*/ 1142033 w 2397292"/>
                  <a:gd name="connsiteY2" fmla="*/ 3580 h 1053624"/>
                  <a:gd name="connsiteX3" fmla="*/ 1689585 w 2397292"/>
                  <a:gd name="connsiteY3" fmla="*/ 145051 h 1053624"/>
                  <a:gd name="connsiteX4" fmla="*/ 2397292 w 2397292"/>
                  <a:gd name="connsiteY4" fmla="*/ 1053624 h 1053624"/>
                  <a:gd name="connsiteX0" fmla="*/ 229 w 2397195"/>
                  <a:gd name="connsiteY0" fmla="*/ 1026368 h 1053624"/>
                  <a:gd name="connsiteX1" fmla="*/ 473369 w 2397195"/>
                  <a:gd name="connsiteY1" fmla="*/ 138428 h 1053624"/>
                  <a:gd name="connsiteX2" fmla="*/ 1141936 w 2397195"/>
                  <a:gd name="connsiteY2" fmla="*/ 3580 h 1053624"/>
                  <a:gd name="connsiteX3" fmla="*/ 1689488 w 2397195"/>
                  <a:gd name="connsiteY3" fmla="*/ 145051 h 1053624"/>
                  <a:gd name="connsiteX4" fmla="*/ 2397195 w 2397195"/>
                  <a:gd name="connsiteY4" fmla="*/ 1053624 h 1053624"/>
                  <a:gd name="connsiteX0" fmla="*/ 214 w 2397180"/>
                  <a:gd name="connsiteY0" fmla="*/ 1025324 h 1052580"/>
                  <a:gd name="connsiteX1" fmla="*/ 494490 w 2397180"/>
                  <a:gd name="connsiteY1" fmla="*/ 141258 h 1052580"/>
                  <a:gd name="connsiteX2" fmla="*/ 1141921 w 2397180"/>
                  <a:gd name="connsiteY2" fmla="*/ 2536 h 1052580"/>
                  <a:gd name="connsiteX3" fmla="*/ 1689473 w 2397180"/>
                  <a:gd name="connsiteY3" fmla="*/ 144007 h 1052580"/>
                  <a:gd name="connsiteX4" fmla="*/ 2397180 w 2397180"/>
                  <a:gd name="connsiteY4" fmla="*/ 1052580 h 1052580"/>
                  <a:gd name="connsiteX0" fmla="*/ 214 w 2397180"/>
                  <a:gd name="connsiteY0" fmla="*/ 1025324 h 1052580"/>
                  <a:gd name="connsiteX1" fmla="*/ 494490 w 2397180"/>
                  <a:gd name="connsiteY1" fmla="*/ 141258 h 1052580"/>
                  <a:gd name="connsiteX2" fmla="*/ 1141921 w 2397180"/>
                  <a:gd name="connsiteY2" fmla="*/ 2536 h 1052580"/>
                  <a:gd name="connsiteX3" fmla="*/ 1689473 w 2397180"/>
                  <a:gd name="connsiteY3" fmla="*/ 144007 h 1052580"/>
                  <a:gd name="connsiteX4" fmla="*/ 2397180 w 2397180"/>
                  <a:gd name="connsiteY4" fmla="*/ 1052580 h 1052580"/>
                  <a:gd name="connsiteX0" fmla="*/ 203 w 2397169"/>
                  <a:gd name="connsiteY0" fmla="*/ 1022796 h 1050052"/>
                  <a:gd name="connsiteX1" fmla="*/ 494479 w 2397169"/>
                  <a:gd name="connsiteY1" fmla="*/ 138730 h 1050052"/>
                  <a:gd name="connsiteX2" fmla="*/ 1141910 w 2397169"/>
                  <a:gd name="connsiteY2" fmla="*/ 8 h 1050052"/>
                  <a:gd name="connsiteX3" fmla="*/ 1689462 w 2397169"/>
                  <a:gd name="connsiteY3" fmla="*/ 141479 h 1050052"/>
                  <a:gd name="connsiteX4" fmla="*/ 2397169 w 2397169"/>
                  <a:gd name="connsiteY4" fmla="*/ 1050052 h 1050052"/>
                  <a:gd name="connsiteX0" fmla="*/ 230 w 2397196"/>
                  <a:gd name="connsiteY0" fmla="*/ 1022892 h 1050148"/>
                  <a:gd name="connsiteX1" fmla="*/ 494506 w 2397196"/>
                  <a:gd name="connsiteY1" fmla="*/ 138826 h 1050148"/>
                  <a:gd name="connsiteX2" fmla="*/ 1141937 w 2397196"/>
                  <a:gd name="connsiteY2" fmla="*/ 104 h 1050148"/>
                  <a:gd name="connsiteX3" fmla="*/ 1689489 w 2397196"/>
                  <a:gd name="connsiteY3" fmla="*/ 141575 h 1050148"/>
                  <a:gd name="connsiteX4" fmla="*/ 2397196 w 2397196"/>
                  <a:gd name="connsiteY4" fmla="*/ 1050148 h 1050148"/>
                  <a:gd name="connsiteX0" fmla="*/ 230 w 2397196"/>
                  <a:gd name="connsiteY0" fmla="*/ 1023786 h 1051042"/>
                  <a:gd name="connsiteX1" fmla="*/ 494506 w 2397196"/>
                  <a:gd name="connsiteY1" fmla="*/ 139720 h 1051042"/>
                  <a:gd name="connsiteX2" fmla="*/ 1141937 w 2397196"/>
                  <a:gd name="connsiteY2" fmla="*/ 998 h 1051042"/>
                  <a:gd name="connsiteX3" fmla="*/ 1731761 w 2397196"/>
                  <a:gd name="connsiteY3" fmla="*/ 161839 h 1051042"/>
                  <a:gd name="connsiteX4" fmla="*/ 2397196 w 2397196"/>
                  <a:gd name="connsiteY4" fmla="*/ 1051042 h 1051042"/>
                  <a:gd name="connsiteX0" fmla="*/ 230 w 2397196"/>
                  <a:gd name="connsiteY0" fmla="*/ 1023786 h 1051042"/>
                  <a:gd name="connsiteX1" fmla="*/ 494506 w 2397196"/>
                  <a:gd name="connsiteY1" fmla="*/ 139720 h 1051042"/>
                  <a:gd name="connsiteX2" fmla="*/ 1141937 w 2397196"/>
                  <a:gd name="connsiteY2" fmla="*/ 998 h 1051042"/>
                  <a:gd name="connsiteX3" fmla="*/ 1731761 w 2397196"/>
                  <a:gd name="connsiteY3" fmla="*/ 161839 h 1051042"/>
                  <a:gd name="connsiteX4" fmla="*/ 2397196 w 2397196"/>
                  <a:gd name="connsiteY4" fmla="*/ 1051042 h 1051042"/>
                  <a:gd name="connsiteX0" fmla="*/ 205 w 2397171"/>
                  <a:gd name="connsiteY0" fmla="*/ 1023511 h 1050767"/>
                  <a:gd name="connsiteX1" fmla="*/ 494481 w 2397171"/>
                  <a:gd name="connsiteY1" fmla="*/ 139445 h 1050767"/>
                  <a:gd name="connsiteX2" fmla="*/ 1057369 w 2397171"/>
                  <a:gd name="connsiteY2" fmla="*/ 4597 h 1050767"/>
                  <a:gd name="connsiteX3" fmla="*/ 1731736 w 2397171"/>
                  <a:gd name="connsiteY3" fmla="*/ 161564 h 1050767"/>
                  <a:gd name="connsiteX4" fmla="*/ 2397171 w 2397171"/>
                  <a:gd name="connsiteY4" fmla="*/ 1050767 h 1050767"/>
                  <a:gd name="connsiteX0" fmla="*/ 208 w 2397174"/>
                  <a:gd name="connsiteY0" fmla="*/ 1019472 h 1046728"/>
                  <a:gd name="connsiteX1" fmla="*/ 494484 w 2397174"/>
                  <a:gd name="connsiteY1" fmla="*/ 135406 h 1046728"/>
                  <a:gd name="connsiteX2" fmla="*/ 1057372 w 2397174"/>
                  <a:gd name="connsiteY2" fmla="*/ 558 h 1046728"/>
                  <a:gd name="connsiteX3" fmla="*/ 1731739 w 2397174"/>
                  <a:gd name="connsiteY3" fmla="*/ 157525 h 1046728"/>
                  <a:gd name="connsiteX4" fmla="*/ 2397174 w 2397174"/>
                  <a:gd name="connsiteY4" fmla="*/ 1046728 h 1046728"/>
                  <a:gd name="connsiteX0" fmla="*/ 208 w 2397174"/>
                  <a:gd name="connsiteY0" fmla="*/ 1019472 h 1046728"/>
                  <a:gd name="connsiteX1" fmla="*/ 494484 w 2397174"/>
                  <a:gd name="connsiteY1" fmla="*/ 135406 h 1046728"/>
                  <a:gd name="connsiteX2" fmla="*/ 1057372 w 2397174"/>
                  <a:gd name="connsiteY2" fmla="*/ 558 h 1046728"/>
                  <a:gd name="connsiteX3" fmla="*/ 1731739 w 2397174"/>
                  <a:gd name="connsiteY3" fmla="*/ 157525 h 1046728"/>
                  <a:gd name="connsiteX4" fmla="*/ 2397174 w 2397174"/>
                  <a:gd name="connsiteY4" fmla="*/ 1046728 h 1046728"/>
                  <a:gd name="connsiteX0" fmla="*/ 208 w 2397174"/>
                  <a:gd name="connsiteY0" fmla="*/ 1019472 h 1046728"/>
                  <a:gd name="connsiteX1" fmla="*/ 494484 w 2397174"/>
                  <a:gd name="connsiteY1" fmla="*/ 135406 h 1046728"/>
                  <a:gd name="connsiteX2" fmla="*/ 1057372 w 2397174"/>
                  <a:gd name="connsiteY2" fmla="*/ 558 h 1046728"/>
                  <a:gd name="connsiteX3" fmla="*/ 1731739 w 2397174"/>
                  <a:gd name="connsiteY3" fmla="*/ 157525 h 1046728"/>
                  <a:gd name="connsiteX4" fmla="*/ 2397174 w 2397174"/>
                  <a:gd name="connsiteY4" fmla="*/ 1046728 h 1046728"/>
                  <a:gd name="connsiteX0" fmla="*/ 208 w 1731739"/>
                  <a:gd name="connsiteY0" fmla="*/ 1019472 h 1019472"/>
                  <a:gd name="connsiteX1" fmla="*/ 494484 w 1731739"/>
                  <a:gd name="connsiteY1" fmla="*/ 135406 h 1019472"/>
                  <a:gd name="connsiteX2" fmla="*/ 1057372 w 1731739"/>
                  <a:gd name="connsiteY2" fmla="*/ 558 h 1019472"/>
                  <a:gd name="connsiteX3" fmla="*/ 1731739 w 1731739"/>
                  <a:gd name="connsiteY3" fmla="*/ 157525 h 1019472"/>
                  <a:gd name="connsiteX0" fmla="*/ 208 w 1057372"/>
                  <a:gd name="connsiteY0" fmla="*/ 1019472 h 1019472"/>
                  <a:gd name="connsiteX1" fmla="*/ 494484 w 1057372"/>
                  <a:gd name="connsiteY1" fmla="*/ 135406 h 1019472"/>
                  <a:gd name="connsiteX2" fmla="*/ 1057372 w 1057372"/>
                  <a:gd name="connsiteY2" fmla="*/ 558 h 1019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57372" h="1019472">
                    <a:moveTo>
                      <a:pt x="208" y="1019472"/>
                    </a:moveTo>
                    <a:cubicBezTo>
                      <a:pt x="-9354" y="664153"/>
                      <a:pt x="312251" y="262610"/>
                      <a:pt x="494484" y="135406"/>
                    </a:cubicBezTo>
                    <a:cubicBezTo>
                      <a:pt x="676717" y="8202"/>
                      <a:pt x="878338" y="-3128"/>
                      <a:pt x="1057372" y="558"/>
                    </a:cubicBezTo>
                  </a:path>
                </a:pathLst>
              </a:cu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8325D4F6-AAAB-4A94-8F6F-DF24A7A67A4C}"/>
                  </a:ext>
                </a:extLst>
              </p:cNvPr>
              <p:cNvSpPr/>
              <p:nvPr/>
            </p:nvSpPr>
            <p:spPr>
              <a:xfrm>
                <a:off x="7558731" y="1462402"/>
                <a:ext cx="1408839" cy="857392"/>
              </a:xfrm>
              <a:custGeom>
                <a:avLst/>
                <a:gdLst>
                  <a:gd name="connsiteX0" fmla="*/ 0 w 2194560"/>
                  <a:gd name="connsiteY0" fmla="*/ 799656 h 884062"/>
                  <a:gd name="connsiteX1" fmla="*/ 527538 w 2194560"/>
                  <a:gd name="connsiteY1" fmla="*/ 159576 h 884062"/>
                  <a:gd name="connsiteX2" fmla="*/ 1463040 w 2194560"/>
                  <a:gd name="connsiteY2" fmla="*/ 54069 h 884062"/>
                  <a:gd name="connsiteX3" fmla="*/ 2194560 w 2194560"/>
                  <a:gd name="connsiteY3" fmla="*/ 884062 h 884062"/>
                  <a:gd name="connsiteX0" fmla="*/ 0 w 2194560"/>
                  <a:gd name="connsiteY0" fmla="*/ 799656 h 884062"/>
                  <a:gd name="connsiteX1" fmla="*/ 527538 w 2194560"/>
                  <a:gd name="connsiteY1" fmla="*/ 159576 h 884062"/>
                  <a:gd name="connsiteX2" fmla="*/ 1463040 w 2194560"/>
                  <a:gd name="connsiteY2" fmla="*/ 54069 h 884062"/>
                  <a:gd name="connsiteX3" fmla="*/ 2194560 w 2194560"/>
                  <a:gd name="connsiteY3" fmla="*/ 884062 h 884062"/>
                  <a:gd name="connsiteX0" fmla="*/ 0 w 2194560"/>
                  <a:gd name="connsiteY0" fmla="*/ 799656 h 884062"/>
                  <a:gd name="connsiteX1" fmla="*/ 527538 w 2194560"/>
                  <a:gd name="connsiteY1" fmla="*/ 159576 h 884062"/>
                  <a:gd name="connsiteX2" fmla="*/ 1463040 w 2194560"/>
                  <a:gd name="connsiteY2" fmla="*/ 54069 h 884062"/>
                  <a:gd name="connsiteX3" fmla="*/ 2194560 w 2194560"/>
                  <a:gd name="connsiteY3" fmla="*/ 884062 h 884062"/>
                  <a:gd name="connsiteX0" fmla="*/ 0 w 2330291"/>
                  <a:gd name="connsiteY0" fmla="*/ 1288023 h 1288023"/>
                  <a:gd name="connsiteX1" fmla="*/ 663269 w 2330291"/>
                  <a:gd name="connsiteY1" fmla="*/ 178837 h 1288023"/>
                  <a:gd name="connsiteX2" fmla="*/ 1598771 w 2330291"/>
                  <a:gd name="connsiteY2" fmla="*/ 73330 h 1288023"/>
                  <a:gd name="connsiteX3" fmla="*/ 2330291 w 2330291"/>
                  <a:gd name="connsiteY3" fmla="*/ 903323 h 1288023"/>
                  <a:gd name="connsiteX0" fmla="*/ 165 w 2330456"/>
                  <a:gd name="connsiteY0" fmla="*/ 1288023 h 1288023"/>
                  <a:gd name="connsiteX1" fmla="*/ 663434 w 2330456"/>
                  <a:gd name="connsiteY1" fmla="*/ 178837 h 1288023"/>
                  <a:gd name="connsiteX2" fmla="*/ 1598936 w 2330456"/>
                  <a:gd name="connsiteY2" fmla="*/ 73330 h 1288023"/>
                  <a:gd name="connsiteX3" fmla="*/ 2330456 w 2330456"/>
                  <a:gd name="connsiteY3" fmla="*/ 903323 h 1288023"/>
                  <a:gd name="connsiteX0" fmla="*/ 165 w 2330456"/>
                  <a:gd name="connsiteY0" fmla="*/ 1273056 h 1273056"/>
                  <a:gd name="connsiteX1" fmla="*/ 663434 w 2330456"/>
                  <a:gd name="connsiteY1" fmla="*/ 178158 h 1273056"/>
                  <a:gd name="connsiteX2" fmla="*/ 1598936 w 2330456"/>
                  <a:gd name="connsiteY2" fmla="*/ 72651 h 1273056"/>
                  <a:gd name="connsiteX3" fmla="*/ 2330456 w 2330456"/>
                  <a:gd name="connsiteY3" fmla="*/ 902644 h 1273056"/>
                  <a:gd name="connsiteX0" fmla="*/ 211 w 2330502"/>
                  <a:gd name="connsiteY0" fmla="*/ 1242225 h 1242225"/>
                  <a:gd name="connsiteX1" fmla="*/ 572992 w 2330502"/>
                  <a:gd name="connsiteY1" fmla="*/ 280677 h 1242225"/>
                  <a:gd name="connsiteX2" fmla="*/ 1598982 w 2330502"/>
                  <a:gd name="connsiteY2" fmla="*/ 41820 h 1242225"/>
                  <a:gd name="connsiteX3" fmla="*/ 2330502 w 2330502"/>
                  <a:gd name="connsiteY3" fmla="*/ 871813 h 1242225"/>
                  <a:gd name="connsiteX0" fmla="*/ 222 w 2330513"/>
                  <a:gd name="connsiteY0" fmla="*/ 1032955 h 1032955"/>
                  <a:gd name="connsiteX1" fmla="*/ 573003 w 2330513"/>
                  <a:gd name="connsiteY1" fmla="*/ 71407 h 1032955"/>
                  <a:gd name="connsiteX2" fmla="*/ 1689481 w 2330513"/>
                  <a:gd name="connsiteY2" fmla="*/ 151638 h 1032955"/>
                  <a:gd name="connsiteX3" fmla="*/ 2330513 w 2330513"/>
                  <a:gd name="connsiteY3" fmla="*/ 662543 h 1032955"/>
                  <a:gd name="connsiteX0" fmla="*/ 222 w 2397188"/>
                  <a:gd name="connsiteY0" fmla="*/ 1032955 h 1060211"/>
                  <a:gd name="connsiteX1" fmla="*/ 573003 w 2397188"/>
                  <a:gd name="connsiteY1" fmla="*/ 71407 h 1060211"/>
                  <a:gd name="connsiteX2" fmla="*/ 1689481 w 2397188"/>
                  <a:gd name="connsiteY2" fmla="*/ 151638 h 1060211"/>
                  <a:gd name="connsiteX3" fmla="*/ 2397188 w 2397188"/>
                  <a:gd name="connsiteY3" fmla="*/ 1060211 h 1060211"/>
                  <a:gd name="connsiteX0" fmla="*/ 222 w 2397188"/>
                  <a:gd name="connsiteY0" fmla="*/ 1032955 h 1060211"/>
                  <a:gd name="connsiteX1" fmla="*/ 573003 w 2397188"/>
                  <a:gd name="connsiteY1" fmla="*/ 71407 h 1060211"/>
                  <a:gd name="connsiteX2" fmla="*/ 1689481 w 2397188"/>
                  <a:gd name="connsiteY2" fmla="*/ 151638 h 1060211"/>
                  <a:gd name="connsiteX3" fmla="*/ 2397188 w 2397188"/>
                  <a:gd name="connsiteY3" fmla="*/ 1060211 h 1060211"/>
                  <a:gd name="connsiteX0" fmla="*/ 222 w 2397188"/>
                  <a:gd name="connsiteY0" fmla="*/ 1061685 h 1088941"/>
                  <a:gd name="connsiteX1" fmla="*/ 573003 w 2397188"/>
                  <a:gd name="connsiteY1" fmla="*/ 100137 h 1088941"/>
                  <a:gd name="connsiteX2" fmla="*/ 1141929 w 2397188"/>
                  <a:gd name="connsiteY2" fmla="*/ 38897 h 1088941"/>
                  <a:gd name="connsiteX3" fmla="*/ 1689481 w 2397188"/>
                  <a:gd name="connsiteY3" fmla="*/ 180368 h 1088941"/>
                  <a:gd name="connsiteX4" fmla="*/ 2397188 w 2397188"/>
                  <a:gd name="connsiteY4" fmla="*/ 1088941 h 1088941"/>
                  <a:gd name="connsiteX0" fmla="*/ 222 w 2397188"/>
                  <a:gd name="connsiteY0" fmla="*/ 1061685 h 1088941"/>
                  <a:gd name="connsiteX1" fmla="*/ 573003 w 2397188"/>
                  <a:gd name="connsiteY1" fmla="*/ 100137 h 1088941"/>
                  <a:gd name="connsiteX2" fmla="*/ 1141929 w 2397188"/>
                  <a:gd name="connsiteY2" fmla="*/ 38897 h 1088941"/>
                  <a:gd name="connsiteX3" fmla="*/ 1689481 w 2397188"/>
                  <a:gd name="connsiteY3" fmla="*/ 180368 h 1088941"/>
                  <a:gd name="connsiteX4" fmla="*/ 2397188 w 2397188"/>
                  <a:gd name="connsiteY4" fmla="*/ 1088941 h 1088941"/>
                  <a:gd name="connsiteX0" fmla="*/ 222 w 2397188"/>
                  <a:gd name="connsiteY0" fmla="*/ 1061685 h 1088941"/>
                  <a:gd name="connsiteX1" fmla="*/ 573003 w 2397188"/>
                  <a:gd name="connsiteY1" fmla="*/ 100137 h 1088941"/>
                  <a:gd name="connsiteX2" fmla="*/ 1141929 w 2397188"/>
                  <a:gd name="connsiteY2" fmla="*/ 38897 h 1088941"/>
                  <a:gd name="connsiteX3" fmla="*/ 1689481 w 2397188"/>
                  <a:gd name="connsiteY3" fmla="*/ 180368 h 1088941"/>
                  <a:gd name="connsiteX4" fmla="*/ 2397188 w 2397188"/>
                  <a:gd name="connsiteY4" fmla="*/ 1088941 h 1088941"/>
                  <a:gd name="connsiteX0" fmla="*/ 326 w 2397292"/>
                  <a:gd name="connsiteY0" fmla="*/ 1026368 h 1053624"/>
                  <a:gd name="connsiteX1" fmla="*/ 473466 w 2397292"/>
                  <a:gd name="connsiteY1" fmla="*/ 138428 h 1053624"/>
                  <a:gd name="connsiteX2" fmla="*/ 1142033 w 2397292"/>
                  <a:gd name="connsiteY2" fmla="*/ 3580 h 1053624"/>
                  <a:gd name="connsiteX3" fmla="*/ 1689585 w 2397292"/>
                  <a:gd name="connsiteY3" fmla="*/ 145051 h 1053624"/>
                  <a:gd name="connsiteX4" fmla="*/ 2397292 w 2397292"/>
                  <a:gd name="connsiteY4" fmla="*/ 1053624 h 1053624"/>
                  <a:gd name="connsiteX0" fmla="*/ 229 w 2397195"/>
                  <a:gd name="connsiteY0" fmla="*/ 1026368 h 1053624"/>
                  <a:gd name="connsiteX1" fmla="*/ 473369 w 2397195"/>
                  <a:gd name="connsiteY1" fmla="*/ 138428 h 1053624"/>
                  <a:gd name="connsiteX2" fmla="*/ 1141936 w 2397195"/>
                  <a:gd name="connsiteY2" fmla="*/ 3580 h 1053624"/>
                  <a:gd name="connsiteX3" fmla="*/ 1689488 w 2397195"/>
                  <a:gd name="connsiteY3" fmla="*/ 145051 h 1053624"/>
                  <a:gd name="connsiteX4" fmla="*/ 2397195 w 2397195"/>
                  <a:gd name="connsiteY4" fmla="*/ 1053624 h 1053624"/>
                  <a:gd name="connsiteX0" fmla="*/ 214 w 2397180"/>
                  <a:gd name="connsiteY0" fmla="*/ 1025324 h 1052580"/>
                  <a:gd name="connsiteX1" fmla="*/ 494490 w 2397180"/>
                  <a:gd name="connsiteY1" fmla="*/ 141258 h 1052580"/>
                  <a:gd name="connsiteX2" fmla="*/ 1141921 w 2397180"/>
                  <a:gd name="connsiteY2" fmla="*/ 2536 h 1052580"/>
                  <a:gd name="connsiteX3" fmla="*/ 1689473 w 2397180"/>
                  <a:gd name="connsiteY3" fmla="*/ 144007 h 1052580"/>
                  <a:gd name="connsiteX4" fmla="*/ 2397180 w 2397180"/>
                  <a:gd name="connsiteY4" fmla="*/ 1052580 h 1052580"/>
                  <a:gd name="connsiteX0" fmla="*/ 214 w 2397180"/>
                  <a:gd name="connsiteY0" fmla="*/ 1025324 h 1052580"/>
                  <a:gd name="connsiteX1" fmla="*/ 494490 w 2397180"/>
                  <a:gd name="connsiteY1" fmla="*/ 141258 h 1052580"/>
                  <a:gd name="connsiteX2" fmla="*/ 1141921 w 2397180"/>
                  <a:gd name="connsiteY2" fmla="*/ 2536 h 1052580"/>
                  <a:gd name="connsiteX3" fmla="*/ 1689473 w 2397180"/>
                  <a:gd name="connsiteY3" fmla="*/ 144007 h 1052580"/>
                  <a:gd name="connsiteX4" fmla="*/ 2397180 w 2397180"/>
                  <a:gd name="connsiteY4" fmla="*/ 1052580 h 1052580"/>
                  <a:gd name="connsiteX0" fmla="*/ 203 w 2397169"/>
                  <a:gd name="connsiteY0" fmla="*/ 1022796 h 1050052"/>
                  <a:gd name="connsiteX1" fmla="*/ 494479 w 2397169"/>
                  <a:gd name="connsiteY1" fmla="*/ 138730 h 1050052"/>
                  <a:gd name="connsiteX2" fmla="*/ 1141910 w 2397169"/>
                  <a:gd name="connsiteY2" fmla="*/ 8 h 1050052"/>
                  <a:gd name="connsiteX3" fmla="*/ 1689462 w 2397169"/>
                  <a:gd name="connsiteY3" fmla="*/ 141479 h 1050052"/>
                  <a:gd name="connsiteX4" fmla="*/ 2397169 w 2397169"/>
                  <a:gd name="connsiteY4" fmla="*/ 1050052 h 1050052"/>
                  <a:gd name="connsiteX0" fmla="*/ 230 w 2397196"/>
                  <a:gd name="connsiteY0" fmla="*/ 1022892 h 1050148"/>
                  <a:gd name="connsiteX1" fmla="*/ 494506 w 2397196"/>
                  <a:gd name="connsiteY1" fmla="*/ 138826 h 1050148"/>
                  <a:gd name="connsiteX2" fmla="*/ 1141937 w 2397196"/>
                  <a:gd name="connsiteY2" fmla="*/ 104 h 1050148"/>
                  <a:gd name="connsiteX3" fmla="*/ 1689489 w 2397196"/>
                  <a:gd name="connsiteY3" fmla="*/ 141575 h 1050148"/>
                  <a:gd name="connsiteX4" fmla="*/ 2397196 w 2397196"/>
                  <a:gd name="connsiteY4" fmla="*/ 1050148 h 1050148"/>
                  <a:gd name="connsiteX0" fmla="*/ 230 w 2397196"/>
                  <a:gd name="connsiteY0" fmla="*/ 1023786 h 1051042"/>
                  <a:gd name="connsiteX1" fmla="*/ 494506 w 2397196"/>
                  <a:gd name="connsiteY1" fmla="*/ 139720 h 1051042"/>
                  <a:gd name="connsiteX2" fmla="*/ 1141937 w 2397196"/>
                  <a:gd name="connsiteY2" fmla="*/ 998 h 1051042"/>
                  <a:gd name="connsiteX3" fmla="*/ 1731761 w 2397196"/>
                  <a:gd name="connsiteY3" fmla="*/ 161839 h 1051042"/>
                  <a:gd name="connsiteX4" fmla="*/ 2397196 w 2397196"/>
                  <a:gd name="connsiteY4" fmla="*/ 1051042 h 1051042"/>
                  <a:gd name="connsiteX0" fmla="*/ 230 w 2397196"/>
                  <a:gd name="connsiteY0" fmla="*/ 1023786 h 1051042"/>
                  <a:gd name="connsiteX1" fmla="*/ 494506 w 2397196"/>
                  <a:gd name="connsiteY1" fmla="*/ 139720 h 1051042"/>
                  <a:gd name="connsiteX2" fmla="*/ 1141937 w 2397196"/>
                  <a:gd name="connsiteY2" fmla="*/ 998 h 1051042"/>
                  <a:gd name="connsiteX3" fmla="*/ 1731761 w 2397196"/>
                  <a:gd name="connsiteY3" fmla="*/ 161839 h 1051042"/>
                  <a:gd name="connsiteX4" fmla="*/ 2397196 w 2397196"/>
                  <a:gd name="connsiteY4" fmla="*/ 1051042 h 1051042"/>
                  <a:gd name="connsiteX0" fmla="*/ 205 w 2397171"/>
                  <a:gd name="connsiteY0" fmla="*/ 1023511 h 1050767"/>
                  <a:gd name="connsiteX1" fmla="*/ 494481 w 2397171"/>
                  <a:gd name="connsiteY1" fmla="*/ 139445 h 1050767"/>
                  <a:gd name="connsiteX2" fmla="*/ 1057369 w 2397171"/>
                  <a:gd name="connsiteY2" fmla="*/ 4597 h 1050767"/>
                  <a:gd name="connsiteX3" fmla="*/ 1731736 w 2397171"/>
                  <a:gd name="connsiteY3" fmla="*/ 161564 h 1050767"/>
                  <a:gd name="connsiteX4" fmla="*/ 2397171 w 2397171"/>
                  <a:gd name="connsiteY4" fmla="*/ 1050767 h 1050767"/>
                  <a:gd name="connsiteX0" fmla="*/ 208 w 2397174"/>
                  <a:gd name="connsiteY0" fmla="*/ 1019472 h 1046728"/>
                  <a:gd name="connsiteX1" fmla="*/ 494484 w 2397174"/>
                  <a:gd name="connsiteY1" fmla="*/ 135406 h 1046728"/>
                  <a:gd name="connsiteX2" fmla="*/ 1057372 w 2397174"/>
                  <a:gd name="connsiteY2" fmla="*/ 558 h 1046728"/>
                  <a:gd name="connsiteX3" fmla="*/ 1731739 w 2397174"/>
                  <a:gd name="connsiteY3" fmla="*/ 157525 h 1046728"/>
                  <a:gd name="connsiteX4" fmla="*/ 2397174 w 2397174"/>
                  <a:gd name="connsiteY4" fmla="*/ 1046728 h 1046728"/>
                  <a:gd name="connsiteX0" fmla="*/ 208 w 2397174"/>
                  <a:gd name="connsiteY0" fmla="*/ 1019472 h 1046728"/>
                  <a:gd name="connsiteX1" fmla="*/ 494484 w 2397174"/>
                  <a:gd name="connsiteY1" fmla="*/ 135406 h 1046728"/>
                  <a:gd name="connsiteX2" fmla="*/ 1057372 w 2397174"/>
                  <a:gd name="connsiteY2" fmla="*/ 558 h 1046728"/>
                  <a:gd name="connsiteX3" fmla="*/ 1731739 w 2397174"/>
                  <a:gd name="connsiteY3" fmla="*/ 157525 h 1046728"/>
                  <a:gd name="connsiteX4" fmla="*/ 2397174 w 2397174"/>
                  <a:gd name="connsiteY4" fmla="*/ 1046728 h 1046728"/>
                  <a:gd name="connsiteX0" fmla="*/ 208 w 2397174"/>
                  <a:gd name="connsiteY0" fmla="*/ 1019472 h 1046728"/>
                  <a:gd name="connsiteX1" fmla="*/ 494484 w 2397174"/>
                  <a:gd name="connsiteY1" fmla="*/ 135406 h 1046728"/>
                  <a:gd name="connsiteX2" fmla="*/ 1057372 w 2397174"/>
                  <a:gd name="connsiteY2" fmla="*/ 558 h 1046728"/>
                  <a:gd name="connsiteX3" fmla="*/ 1731739 w 2397174"/>
                  <a:gd name="connsiteY3" fmla="*/ 157525 h 1046728"/>
                  <a:gd name="connsiteX4" fmla="*/ 2397174 w 2397174"/>
                  <a:gd name="connsiteY4" fmla="*/ 1046728 h 1046728"/>
                  <a:gd name="connsiteX0" fmla="*/ 0 w 1902690"/>
                  <a:gd name="connsiteY0" fmla="*/ 135406 h 1046728"/>
                  <a:gd name="connsiteX1" fmla="*/ 562888 w 1902690"/>
                  <a:gd name="connsiteY1" fmla="*/ 558 h 1046728"/>
                  <a:gd name="connsiteX2" fmla="*/ 1237255 w 1902690"/>
                  <a:gd name="connsiteY2" fmla="*/ 157525 h 1046728"/>
                  <a:gd name="connsiteX3" fmla="*/ 1902690 w 1902690"/>
                  <a:gd name="connsiteY3" fmla="*/ 1046728 h 1046728"/>
                  <a:gd name="connsiteX0" fmla="*/ 0 w 1339802"/>
                  <a:gd name="connsiteY0" fmla="*/ 0 h 1046170"/>
                  <a:gd name="connsiteX1" fmla="*/ 674367 w 1339802"/>
                  <a:gd name="connsiteY1" fmla="*/ 156967 h 1046170"/>
                  <a:gd name="connsiteX2" fmla="*/ 1339802 w 1339802"/>
                  <a:gd name="connsiteY2" fmla="*/ 1046170 h 1046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39802" h="1046170">
                    <a:moveTo>
                      <a:pt x="0" y="0"/>
                    </a:moveTo>
                    <a:cubicBezTo>
                      <a:pt x="179034" y="3686"/>
                      <a:pt x="457106" y="25219"/>
                      <a:pt x="674367" y="156967"/>
                    </a:cubicBezTo>
                    <a:cubicBezTo>
                      <a:pt x="891628" y="288715"/>
                      <a:pt x="1328848" y="691547"/>
                      <a:pt x="1339802" y="1046170"/>
                    </a:cubicBezTo>
                  </a:path>
                </a:pathLst>
              </a:cu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D02D5FA-3E3B-758A-5709-9E8C984E940A}"/>
                  </a:ext>
                </a:extLst>
              </p:cNvPr>
              <p:cNvSpPr/>
              <p:nvPr/>
            </p:nvSpPr>
            <p:spPr>
              <a:xfrm>
                <a:off x="7480776" y="1458051"/>
                <a:ext cx="82252" cy="544101"/>
              </a:xfrm>
              <a:custGeom>
                <a:avLst/>
                <a:gdLst>
                  <a:gd name="connsiteX0" fmla="*/ 0 w 282575"/>
                  <a:gd name="connsiteY0" fmla="*/ 565352 h 1292427"/>
                  <a:gd name="connsiteX1" fmla="*/ 60325 w 282575"/>
                  <a:gd name="connsiteY1" fmla="*/ 25602 h 1292427"/>
                  <a:gd name="connsiteX2" fmla="*/ 282575 w 282575"/>
                  <a:gd name="connsiteY2" fmla="*/ 1292427 h 1292427"/>
                  <a:gd name="connsiteX0" fmla="*/ 0 w 282575"/>
                  <a:gd name="connsiteY0" fmla="*/ 565352 h 1292427"/>
                  <a:gd name="connsiteX1" fmla="*/ 60325 w 282575"/>
                  <a:gd name="connsiteY1" fmla="*/ 25602 h 1292427"/>
                  <a:gd name="connsiteX2" fmla="*/ 282575 w 282575"/>
                  <a:gd name="connsiteY2" fmla="*/ 1292427 h 1292427"/>
                  <a:gd name="connsiteX0" fmla="*/ 35771 w 318346"/>
                  <a:gd name="connsiteY0" fmla="*/ 547630 h 1274705"/>
                  <a:gd name="connsiteX1" fmla="*/ 96096 w 318346"/>
                  <a:gd name="connsiteY1" fmla="*/ 7880 h 1274705"/>
                  <a:gd name="connsiteX2" fmla="*/ 318346 w 318346"/>
                  <a:gd name="connsiteY2" fmla="*/ 1274705 h 1274705"/>
                  <a:gd name="connsiteX0" fmla="*/ 17414 w 299989"/>
                  <a:gd name="connsiteY0" fmla="*/ 557615 h 1284690"/>
                  <a:gd name="connsiteX1" fmla="*/ 77739 w 299989"/>
                  <a:gd name="connsiteY1" fmla="*/ 17865 h 1284690"/>
                  <a:gd name="connsiteX2" fmla="*/ 299989 w 299989"/>
                  <a:gd name="connsiteY2" fmla="*/ 1284690 h 1284690"/>
                  <a:gd name="connsiteX0" fmla="*/ 8842 w 291417"/>
                  <a:gd name="connsiteY0" fmla="*/ 550689 h 1277764"/>
                  <a:gd name="connsiteX1" fmla="*/ 69167 w 291417"/>
                  <a:gd name="connsiteY1" fmla="*/ 10939 h 1277764"/>
                  <a:gd name="connsiteX2" fmla="*/ 291417 w 291417"/>
                  <a:gd name="connsiteY2" fmla="*/ 1277764 h 1277764"/>
                  <a:gd name="connsiteX0" fmla="*/ 16151 w 298726"/>
                  <a:gd name="connsiteY0" fmla="*/ 546917 h 1273992"/>
                  <a:gd name="connsiteX1" fmla="*/ 76476 w 298726"/>
                  <a:gd name="connsiteY1" fmla="*/ 7167 h 1273992"/>
                  <a:gd name="connsiteX2" fmla="*/ 298726 w 298726"/>
                  <a:gd name="connsiteY2" fmla="*/ 1273992 h 1273992"/>
                  <a:gd name="connsiteX0" fmla="*/ 21927 w 304502"/>
                  <a:gd name="connsiteY0" fmla="*/ 544101 h 1271176"/>
                  <a:gd name="connsiteX1" fmla="*/ 82252 w 304502"/>
                  <a:gd name="connsiteY1" fmla="*/ 4351 h 1271176"/>
                  <a:gd name="connsiteX2" fmla="*/ 304502 w 304502"/>
                  <a:gd name="connsiteY2" fmla="*/ 1271176 h 1271176"/>
                  <a:gd name="connsiteX0" fmla="*/ 21927 w 82252"/>
                  <a:gd name="connsiteY0" fmla="*/ 544101 h 544101"/>
                  <a:gd name="connsiteX1" fmla="*/ 82252 w 82252"/>
                  <a:gd name="connsiteY1" fmla="*/ 4351 h 544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2252" h="544101">
                    <a:moveTo>
                      <a:pt x="21927" y="544101"/>
                    </a:moveTo>
                    <a:cubicBezTo>
                      <a:pt x="12666" y="423186"/>
                      <a:pt x="-47394" y="-50153"/>
                      <a:pt x="82252" y="4351"/>
                    </a:cubicBezTo>
                  </a:path>
                </a:pathLst>
              </a:custGeom>
              <a:noFill/>
              <a:ln w="38100">
                <a:solidFill>
                  <a:schemeClr val="accent5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B4C093E-CD0E-C1A8-31E3-74E19C946A7C}"/>
                  </a:ext>
                </a:extLst>
              </p:cNvPr>
              <p:cNvSpPr/>
              <p:nvPr/>
            </p:nvSpPr>
            <p:spPr>
              <a:xfrm>
                <a:off x="7566203" y="1462403"/>
                <a:ext cx="222250" cy="1266825"/>
              </a:xfrm>
              <a:custGeom>
                <a:avLst/>
                <a:gdLst>
                  <a:gd name="connsiteX0" fmla="*/ 0 w 282575"/>
                  <a:gd name="connsiteY0" fmla="*/ 565352 h 1292427"/>
                  <a:gd name="connsiteX1" fmla="*/ 60325 w 282575"/>
                  <a:gd name="connsiteY1" fmla="*/ 25602 h 1292427"/>
                  <a:gd name="connsiteX2" fmla="*/ 282575 w 282575"/>
                  <a:gd name="connsiteY2" fmla="*/ 1292427 h 1292427"/>
                  <a:gd name="connsiteX0" fmla="*/ 0 w 282575"/>
                  <a:gd name="connsiteY0" fmla="*/ 565352 h 1292427"/>
                  <a:gd name="connsiteX1" fmla="*/ 60325 w 282575"/>
                  <a:gd name="connsiteY1" fmla="*/ 25602 h 1292427"/>
                  <a:gd name="connsiteX2" fmla="*/ 282575 w 282575"/>
                  <a:gd name="connsiteY2" fmla="*/ 1292427 h 1292427"/>
                  <a:gd name="connsiteX0" fmla="*/ 35771 w 318346"/>
                  <a:gd name="connsiteY0" fmla="*/ 547630 h 1274705"/>
                  <a:gd name="connsiteX1" fmla="*/ 96096 w 318346"/>
                  <a:gd name="connsiteY1" fmla="*/ 7880 h 1274705"/>
                  <a:gd name="connsiteX2" fmla="*/ 318346 w 318346"/>
                  <a:gd name="connsiteY2" fmla="*/ 1274705 h 1274705"/>
                  <a:gd name="connsiteX0" fmla="*/ 17414 w 299989"/>
                  <a:gd name="connsiteY0" fmla="*/ 557615 h 1284690"/>
                  <a:gd name="connsiteX1" fmla="*/ 77739 w 299989"/>
                  <a:gd name="connsiteY1" fmla="*/ 17865 h 1284690"/>
                  <a:gd name="connsiteX2" fmla="*/ 299989 w 299989"/>
                  <a:gd name="connsiteY2" fmla="*/ 1284690 h 1284690"/>
                  <a:gd name="connsiteX0" fmla="*/ 8842 w 291417"/>
                  <a:gd name="connsiteY0" fmla="*/ 550689 h 1277764"/>
                  <a:gd name="connsiteX1" fmla="*/ 69167 w 291417"/>
                  <a:gd name="connsiteY1" fmla="*/ 10939 h 1277764"/>
                  <a:gd name="connsiteX2" fmla="*/ 291417 w 291417"/>
                  <a:gd name="connsiteY2" fmla="*/ 1277764 h 1277764"/>
                  <a:gd name="connsiteX0" fmla="*/ 16151 w 298726"/>
                  <a:gd name="connsiteY0" fmla="*/ 546917 h 1273992"/>
                  <a:gd name="connsiteX1" fmla="*/ 76476 w 298726"/>
                  <a:gd name="connsiteY1" fmla="*/ 7167 h 1273992"/>
                  <a:gd name="connsiteX2" fmla="*/ 298726 w 298726"/>
                  <a:gd name="connsiteY2" fmla="*/ 1273992 h 1273992"/>
                  <a:gd name="connsiteX0" fmla="*/ 21927 w 304502"/>
                  <a:gd name="connsiteY0" fmla="*/ 544101 h 1271176"/>
                  <a:gd name="connsiteX1" fmla="*/ 82252 w 304502"/>
                  <a:gd name="connsiteY1" fmla="*/ 4351 h 1271176"/>
                  <a:gd name="connsiteX2" fmla="*/ 304502 w 304502"/>
                  <a:gd name="connsiteY2" fmla="*/ 1271176 h 1271176"/>
                  <a:gd name="connsiteX0" fmla="*/ 0 w 222250"/>
                  <a:gd name="connsiteY0" fmla="*/ 0 h 1266825"/>
                  <a:gd name="connsiteX1" fmla="*/ 222250 w 222250"/>
                  <a:gd name="connsiteY1" fmla="*/ 1266825 h 1266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2250" h="1266825">
                    <a:moveTo>
                      <a:pt x="0" y="0"/>
                    </a:moveTo>
                    <a:cubicBezTo>
                      <a:pt x="129646" y="54504"/>
                      <a:pt x="134673" y="694002"/>
                      <a:pt x="222250" y="1266825"/>
                    </a:cubicBezTo>
                  </a:path>
                </a:pathLst>
              </a:cu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3BC8C243-893D-71A3-8E67-4EA432376D9E}"/>
                      </a:ext>
                    </a:extLst>
                  </p:cNvPr>
                  <p:cNvSpPr txBox="1"/>
                  <p:nvPr/>
                </p:nvSpPr>
                <p:spPr>
                  <a:xfrm>
                    <a:off x="7273438" y="962543"/>
                    <a:ext cx="697883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sub>
                          </m:sSub>
                        </m:oMath>
                      </m:oMathPara>
                    </a14:m>
                    <a:endParaRPr lang="en-US" sz="3200" b="0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3BC8C243-893D-71A3-8E67-4EA432376D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73438" y="962543"/>
                    <a:ext cx="697883" cy="58477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BC7B1D98-6C0C-1F2A-C758-9AA6018043C7}"/>
                </a:ext>
              </a:extLst>
            </p:cNvPr>
            <p:cNvSpPr/>
            <p:nvPr/>
          </p:nvSpPr>
          <p:spPr>
            <a:xfrm rot="5137458">
              <a:off x="8700844" y="2591887"/>
              <a:ext cx="178842" cy="160020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D8883E2-89F8-F069-4CF6-BC9FBE809F69}"/>
                </a:ext>
              </a:extLst>
            </p:cNvPr>
            <p:cNvSpPr/>
            <p:nvPr/>
          </p:nvSpPr>
          <p:spPr>
            <a:xfrm rot="17808830">
              <a:off x="6833503" y="2518822"/>
              <a:ext cx="178842" cy="160020"/>
            </a:xfrm>
            <a:prstGeom prst="triangl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3D79F4-A697-5F45-0E8E-29288FA7E3E2}"/>
                  </a:ext>
                </a:extLst>
              </p:cNvPr>
              <p:cNvSpPr txBox="1"/>
              <p:nvPr/>
            </p:nvSpPr>
            <p:spPr>
              <a:xfrm>
                <a:off x="492226" y="4373539"/>
                <a:ext cx="8635762" cy="1235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Every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600" dirty="0"/>
                  <a:t> surface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3600" dirty="0"/>
                  <a:t> is a path of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600" dirty="0"/>
                  <a:t> surfaces</a:t>
                </a:r>
                <a:br>
                  <a:rPr lang="en-US" sz="3600" dirty="0"/>
                </a:br>
                <a:r>
                  <a:rPr lang="en-US" sz="3600" dirty="0"/>
                  <a:t>between two half boundaries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sz="36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3D79F4-A697-5F45-0E8E-29288FA7E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26" y="4373539"/>
                <a:ext cx="8635762" cy="1235338"/>
              </a:xfrm>
              <a:prstGeom prst="rect">
                <a:avLst/>
              </a:prstGeom>
              <a:blipFill>
                <a:blip r:embed="rId14"/>
                <a:stretch>
                  <a:fillRect l="-2189" t="-6404" r="-1130" b="-17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E3746D-E9C9-616A-D28D-0722D9F871EE}"/>
                  </a:ext>
                </a:extLst>
              </p:cNvPr>
              <p:cNvSpPr txBox="1"/>
              <p:nvPr/>
            </p:nvSpPr>
            <p:spPr>
              <a:xfrm>
                <a:off x="3071863" y="5720158"/>
                <a:ext cx="4277261" cy="5427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800" dirty="0"/>
                  <a:t> is closed,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E3746D-E9C9-616A-D28D-0722D9F87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863" y="5720158"/>
                <a:ext cx="4277261" cy="542713"/>
              </a:xfrm>
              <a:prstGeom prst="rect">
                <a:avLst/>
              </a:prstGeom>
              <a:blipFill>
                <a:blip r:embed="rId15"/>
                <a:stretch>
                  <a:fillRect l="-2991" t="-6742" b="-31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026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5C80-21B4-A739-9307-3BE060366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E157-818B-493D-76BE-406D9A567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Boundaries and functionals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56565-604B-3C6D-C923-4E4E40F03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608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05CD4D-1735-AD68-F6C2-BFFF4A6C4346}"/>
                  </a:ext>
                </a:extLst>
              </p:cNvPr>
              <p:cNvSpPr txBox="1"/>
              <p:nvPr/>
            </p:nvSpPr>
            <p:spPr>
              <a:xfrm>
                <a:off x="794512" y="341001"/>
                <a:ext cx="1493486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05CD4D-1735-AD68-F6C2-BFFF4A6C4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12" y="341001"/>
                <a:ext cx="1493486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0BA51F-DC98-E038-F95E-31B0BFE77E83}"/>
                  </a:ext>
                </a:extLst>
              </p:cNvPr>
              <p:cNvSpPr txBox="1"/>
              <p:nvPr/>
            </p:nvSpPr>
            <p:spPr>
              <a:xfrm>
                <a:off x="1541255" y="2469372"/>
                <a:ext cx="4360937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𝜕𝛾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0BA51F-DC98-E038-F95E-31B0BFE77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255" y="2469372"/>
                <a:ext cx="4360937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C8684400-47A9-2337-E6A3-1A7FBB7D361E}"/>
              </a:ext>
            </a:extLst>
          </p:cNvPr>
          <p:cNvGrpSpPr/>
          <p:nvPr/>
        </p:nvGrpSpPr>
        <p:grpSpPr>
          <a:xfrm>
            <a:off x="6637059" y="1258153"/>
            <a:ext cx="3948431" cy="1475653"/>
            <a:chOff x="7537708" y="528483"/>
            <a:chExt cx="3948431" cy="1475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EC943D8-72FA-54DD-33D4-B9DA2A40624D}"/>
                    </a:ext>
                  </a:extLst>
                </p:cNvPr>
                <p:cNvSpPr txBox="1"/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EC943D8-72FA-54DD-33D4-B9DA2A406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13A157A-E126-6963-773A-2345BFC94C23}"/>
                </a:ext>
              </a:extLst>
            </p:cNvPr>
            <p:cNvSpPr/>
            <p:nvPr/>
          </p:nvSpPr>
          <p:spPr>
            <a:xfrm>
              <a:off x="8161020" y="1142999"/>
              <a:ext cx="3223260" cy="861137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2240" h="662940">
                  <a:moveTo>
                    <a:pt x="0" y="662940"/>
                  </a:moveTo>
                  <a:cubicBezTo>
                    <a:pt x="252730" y="497840"/>
                    <a:pt x="442931" y="185270"/>
                    <a:pt x="783023" y="98334"/>
                  </a:cubicBezTo>
                  <a:cubicBezTo>
                    <a:pt x="1123115" y="11398"/>
                    <a:pt x="1726656" y="113714"/>
                    <a:pt x="2040551" y="141322"/>
                  </a:cubicBezTo>
                  <a:cubicBezTo>
                    <a:pt x="2354446" y="168930"/>
                    <a:pt x="2470785" y="133350"/>
                    <a:pt x="2682240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CE7E6593-F4DD-67F2-5942-8497B2E75FA0}"/>
                </a:ext>
              </a:extLst>
            </p:cNvPr>
            <p:cNvSpPr/>
            <p:nvPr/>
          </p:nvSpPr>
          <p:spPr>
            <a:xfrm rot="5868436">
              <a:off x="9635153" y="1153850"/>
              <a:ext cx="178842" cy="160020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8CC0F76-CE9E-F3D4-8B80-DFBDC4531D2C}"/>
                    </a:ext>
                  </a:extLst>
                </p:cNvPr>
                <p:cNvSpPr txBox="1"/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8CC0F76-CE9E-F3D4-8B80-DFBDC4531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A41FA9E-62BF-7D51-1284-4BE6DB4057F8}"/>
                    </a:ext>
                  </a:extLst>
                </p:cNvPr>
                <p:cNvSpPr txBox="1"/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A41FA9E-62BF-7D51-1284-4BE6DB405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890376-231C-CFF2-F80A-92DD64A6A43B}"/>
                  </a:ext>
                </a:extLst>
              </p:cNvPr>
              <p:cNvSpPr txBox="1"/>
              <p:nvPr/>
            </p:nvSpPr>
            <p:spPr>
              <a:xfrm>
                <a:off x="1440604" y="4497039"/>
                <a:ext cx="5508111" cy="12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𝑇𝑑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890376-231C-CFF2-F80A-92DD64A6A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604" y="4497039"/>
                <a:ext cx="5508111" cy="12904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ABCF75-09C7-F7D1-2610-5ED2F977C7AF}"/>
              </a:ext>
            </a:extLst>
          </p:cNvPr>
          <p:cNvCxnSpPr>
            <a:cxnSpLocks/>
          </p:cNvCxnSpPr>
          <p:nvPr/>
        </p:nvCxnSpPr>
        <p:spPr>
          <a:xfrm flipH="1" flipV="1">
            <a:off x="5902192" y="5434962"/>
            <a:ext cx="491574" cy="501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0BFC04D-6FA4-9F6B-C0A1-EF54D51F646E}"/>
              </a:ext>
            </a:extLst>
          </p:cNvPr>
          <p:cNvSpPr txBox="1"/>
          <p:nvPr/>
        </p:nvSpPr>
        <p:spPr>
          <a:xfrm>
            <a:off x="6427803" y="5787457"/>
            <a:ext cx="1041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gradient!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2F5E9D-8C79-E440-7E32-A163F2E4E0D0}"/>
                  </a:ext>
                </a:extLst>
              </p:cNvPr>
              <p:cNvSpPr txBox="1"/>
              <p:nvPr/>
            </p:nvSpPr>
            <p:spPr>
              <a:xfrm>
                <a:off x="6494096" y="206841"/>
                <a:ext cx="462825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𝜕𝛾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2F5E9D-8C79-E440-7E32-A163F2E4E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096" y="206841"/>
                <a:ext cx="4628254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24103080-8F0B-7E72-72BE-F9A6CDF0DBEA}"/>
              </a:ext>
            </a:extLst>
          </p:cNvPr>
          <p:cNvSpPr/>
          <p:nvPr/>
        </p:nvSpPr>
        <p:spPr>
          <a:xfrm>
            <a:off x="3432517" y="780757"/>
            <a:ext cx="45719" cy="4571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AFFAC57-6474-A88D-57AC-9BE73813CEC1}"/>
                  </a:ext>
                </a:extLst>
              </p:cNvPr>
              <p:cNvSpPr txBox="1"/>
              <p:nvPr/>
            </p:nvSpPr>
            <p:spPr>
              <a:xfrm>
                <a:off x="3098408" y="392537"/>
                <a:ext cx="4980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AFFAC57-6474-A88D-57AC-9BE73813C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408" y="392537"/>
                <a:ext cx="49802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9A6BACD0-0201-F246-235F-92345F672D58}"/>
              </a:ext>
            </a:extLst>
          </p:cNvPr>
          <p:cNvSpPr txBox="1"/>
          <p:nvPr/>
        </p:nvSpPr>
        <p:spPr>
          <a:xfrm>
            <a:off x="474536" y="2097059"/>
            <a:ext cx="209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Boundary functional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FBE88D-B543-26E3-9B87-CCF2502F663B}"/>
              </a:ext>
            </a:extLst>
          </p:cNvPr>
          <p:cNvSpPr txBox="1"/>
          <p:nvPr/>
        </p:nvSpPr>
        <p:spPr>
          <a:xfrm>
            <a:off x="1111073" y="4062754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smooth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AA381B7-812E-752F-96BD-5D5FBC203F38}"/>
                  </a:ext>
                </a:extLst>
              </p:cNvPr>
              <p:cNvSpPr txBox="1"/>
              <p:nvPr/>
            </p:nvSpPr>
            <p:spPr>
              <a:xfrm>
                <a:off x="7849772" y="2863591"/>
                <a:ext cx="39837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How much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change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AA381B7-812E-752F-96BD-5D5FBC203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772" y="2863591"/>
                <a:ext cx="3983719" cy="369332"/>
              </a:xfrm>
              <a:prstGeom prst="rect">
                <a:avLst/>
              </a:prstGeom>
              <a:blipFill>
                <a:blip r:embed="rId10"/>
                <a:stretch>
                  <a:fillRect l="-137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26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4" grpId="0"/>
      <p:bldP spid="12" grpId="0"/>
      <p:bldP spid="20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0A96F-C51F-C67D-ABFE-65701EE73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BD0ABC-0363-314A-6D36-9C4A30E203A7}"/>
                  </a:ext>
                </a:extLst>
              </p:cNvPr>
              <p:cNvSpPr txBox="1"/>
              <p:nvPr/>
            </p:nvSpPr>
            <p:spPr>
              <a:xfrm>
                <a:off x="1541255" y="2476403"/>
                <a:ext cx="4755789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BD0ABC-0363-314A-6D36-9C4A30E20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255" y="2476403"/>
                <a:ext cx="4755789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D204D02-66F2-784D-B226-B59C03F73A44}"/>
              </a:ext>
            </a:extLst>
          </p:cNvPr>
          <p:cNvGrpSpPr/>
          <p:nvPr/>
        </p:nvGrpSpPr>
        <p:grpSpPr>
          <a:xfrm>
            <a:off x="1622213" y="220427"/>
            <a:ext cx="3948431" cy="1475653"/>
            <a:chOff x="7537708" y="528483"/>
            <a:chExt cx="3948431" cy="1475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BA30ACB-01E7-D188-DFEB-0F16F82F499D}"/>
                    </a:ext>
                  </a:extLst>
                </p:cNvPr>
                <p:cNvSpPr txBox="1"/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EC943D8-72FA-54DD-33D4-B9DA2A406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31F54C3-208B-A68C-95D0-47719F07360B}"/>
                </a:ext>
              </a:extLst>
            </p:cNvPr>
            <p:cNvSpPr/>
            <p:nvPr/>
          </p:nvSpPr>
          <p:spPr>
            <a:xfrm>
              <a:off x="8161020" y="1142999"/>
              <a:ext cx="3223260" cy="861137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2240" h="662940">
                  <a:moveTo>
                    <a:pt x="0" y="662940"/>
                  </a:moveTo>
                  <a:cubicBezTo>
                    <a:pt x="252730" y="497840"/>
                    <a:pt x="442931" y="185270"/>
                    <a:pt x="783023" y="98334"/>
                  </a:cubicBezTo>
                  <a:cubicBezTo>
                    <a:pt x="1123115" y="11398"/>
                    <a:pt x="1726656" y="113714"/>
                    <a:pt x="2040551" y="141322"/>
                  </a:cubicBezTo>
                  <a:cubicBezTo>
                    <a:pt x="2354446" y="168930"/>
                    <a:pt x="2470785" y="133350"/>
                    <a:pt x="2682240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1447ADD-8ED5-65A2-8852-AF0713153E59}"/>
                </a:ext>
              </a:extLst>
            </p:cNvPr>
            <p:cNvSpPr/>
            <p:nvPr/>
          </p:nvSpPr>
          <p:spPr>
            <a:xfrm rot="5868436">
              <a:off x="9635153" y="1153850"/>
              <a:ext cx="178842" cy="160020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B7597FE-95AE-B96F-E41B-868D06A2809E}"/>
                    </a:ext>
                  </a:extLst>
                </p:cNvPr>
                <p:cNvSpPr txBox="1"/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8CC0F76-CE9E-F3D4-8B80-DFBDC4531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227F6D9-F1CB-E9C7-E400-C2C3C6439969}"/>
                    </a:ext>
                  </a:extLst>
                </p:cNvPr>
                <p:cNvSpPr txBox="1"/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A41FA9E-62BF-7D51-1284-4BE6DB405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D236A7F-BCBA-2A15-7A76-1AB633629FF3}"/>
              </a:ext>
            </a:extLst>
          </p:cNvPr>
          <p:cNvSpPr txBox="1"/>
          <p:nvPr/>
        </p:nvSpPr>
        <p:spPr>
          <a:xfrm>
            <a:off x="3809079" y="5805797"/>
            <a:ext cx="187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Stokes’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45051A-BCAC-928E-9267-EB830338D78F}"/>
                  </a:ext>
                </a:extLst>
              </p:cNvPr>
              <p:cNvSpPr txBox="1"/>
              <p:nvPr/>
            </p:nvSpPr>
            <p:spPr>
              <a:xfrm>
                <a:off x="1697436" y="4389094"/>
                <a:ext cx="6954916" cy="12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45051A-BCAC-928E-9267-EB830338D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436" y="4389094"/>
                <a:ext cx="6954916" cy="12280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1894CC-8E15-37D5-617B-0ABB9F8E8B96}"/>
              </a:ext>
            </a:extLst>
          </p:cNvPr>
          <p:cNvCxnSpPr>
            <a:cxnSpLocks/>
          </p:cNvCxnSpPr>
          <p:nvPr/>
        </p:nvCxnSpPr>
        <p:spPr>
          <a:xfrm flipH="1" flipV="1">
            <a:off x="5889106" y="5312610"/>
            <a:ext cx="800742" cy="415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DE13CD-F6FC-CE27-A955-07C627026093}"/>
              </a:ext>
            </a:extLst>
          </p:cNvPr>
          <p:cNvSpPr txBox="1"/>
          <p:nvPr/>
        </p:nvSpPr>
        <p:spPr>
          <a:xfrm>
            <a:off x="6729448" y="5543782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curl!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4CD44A-908E-52CC-8890-A2669D2B4DC1}"/>
                  </a:ext>
                </a:extLst>
              </p:cNvPr>
              <p:cNvSpPr txBox="1"/>
              <p:nvPr/>
            </p:nvSpPr>
            <p:spPr>
              <a:xfrm>
                <a:off x="6494096" y="206841"/>
                <a:ext cx="460158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4CD44A-908E-52CC-8890-A2669D2B4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096" y="206841"/>
                <a:ext cx="4601580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2AF721-99BF-2EB3-186C-7CE6C2A1083E}"/>
                  </a:ext>
                </a:extLst>
              </p:cNvPr>
              <p:cNvSpPr txBox="1"/>
              <p:nvPr/>
            </p:nvSpPr>
            <p:spPr>
              <a:xfrm>
                <a:off x="797019" y="255824"/>
                <a:ext cx="1650388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D2AF721-99BF-2EB3-186C-7CE6C2A10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19" y="255824"/>
                <a:ext cx="1650388" cy="7694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A6FE7ECE-9A6C-DFE0-41C3-78988A763592}"/>
              </a:ext>
            </a:extLst>
          </p:cNvPr>
          <p:cNvGrpSpPr/>
          <p:nvPr/>
        </p:nvGrpSpPr>
        <p:grpSpPr>
          <a:xfrm>
            <a:off x="7446240" y="1027767"/>
            <a:ext cx="3973179" cy="2129614"/>
            <a:chOff x="2006146" y="1609082"/>
            <a:chExt cx="4251226" cy="227864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02A3CEA-78AF-8649-DB2C-F028877FC2D3}"/>
                </a:ext>
              </a:extLst>
            </p:cNvPr>
            <p:cNvSpPr/>
            <p:nvPr/>
          </p:nvSpPr>
          <p:spPr>
            <a:xfrm>
              <a:off x="2006656" y="3206966"/>
              <a:ext cx="1930602" cy="680762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60926"/>
                <a:gd name="connsiteY0" fmla="*/ 0 h 506437"/>
                <a:gd name="connsiteX1" fmla="*/ 295421 w 1260926"/>
                <a:gd name="connsiteY1" fmla="*/ 393896 h 506437"/>
                <a:gd name="connsiteX2" fmla="*/ 1260926 w 1260926"/>
                <a:gd name="connsiteY2" fmla="*/ 506437 h 506437"/>
                <a:gd name="connsiteX0" fmla="*/ 0 w 1260926"/>
                <a:gd name="connsiteY0" fmla="*/ 0 h 506587"/>
                <a:gd name="connsiteX1" fmla="*/ 295421 w 1260926"/>
                <a:gd name="connsiteY1" fmla="*/ 393896 h 506587"/>
                <a:gd name="connsiteX2" fmla="*/ 1260926 w 1260926"/>
                <a:gd name="connsiteY2" fmla="*/ 506437 h 50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0926" h="506587">
                  <a:moveTo>
                    <a:pt x="0" y="0"/>
                  </a:moveTo>
                  <a:cubicBezTo>
                    <a:pt x="365" y="178558"/>
                    <a:pt x="105507" y="309490"/>
                    <a:pt x="295421" y="393896"/>
                  </a:cubicBezTo>
                  <a:cubicBezTo>
                    <a:pt x="485335" y="478302"/>
                    <a:pt x="924327" y="509037"/>
                    <a:pt x="1260926" y="506437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A3EE169-97CD-190E-F576-8369FE799F38}"/>
                </a:ext>
              </a:extLst>
            </p:cNvPr>
            <p:cNvSpPr/>
            <p:nvPr/>
          </p:nvSpPr>
          <p:spPr>
            <a:xfrm flipH="1">
              <a:off x="3933614" y="3205497"/>
              <a:ext cx="1744702" cy="681830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7382"/>
                <a:gd name="connsiteX1" fmla="*/ 295421 w 1139483"/>
                <a:gd name="connsiteY1" fmla="*/ 393896 h 507382"/>
                <a:gd name="connsiteX2" fmla="*/ 1139483 w 1139483"/>
                <a:gd name="connsiteY2" fmla="*/ 506437 h 507382"/>
                <a:gd name="connsiteX0" fmla="*/ 27 w 1139510"/>
                <a:gd name="connsiteY0" fmla="*/ 0 h 507382"/>
                <a:gd name="connsiteX1" fmla="*/ 295448 w 1139510"/>
                <a:gd name="connsiteY1" fmla="*/ 393896 h 507382"/>
                <a:gd name="connsiteX2" fmla="*/ 1139510 w 1139510"/>
                <a:gd name="connsiteY2" fmla="*/ 506437 h 50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9510" h="507382">
                  <a:moveTo>
                    <a:pt x="27" y="0"/>
                  </a:moveTo>
                  <a:cubicBezTo>
                    <a:pt x="-1989" y="195227"/>
                    <a:pt x="105534" y="309490"/>
                    <a:pt x="295448" y="393896"/>
                  </a:cubicBezTo>
                  <a:cubicBezTo>
                    <a:pt x="485362" y="478302"/>
                    <a:pt x="812436" y="513801"/>
                    <a:pt x="1139510" y="506437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B375EB-88DE-EA69-3D2F-CBA5BDDB74C1}"/>
                </a:ext>
              </a:extLst>
            </p:cNvPr>
            <p:cNvSpPr/>
            <p:nvPr/>
          </p:nvSpPr>
          <p:spPr>
            <a:xfrm flipV="1">
              <a:off x="2006654" y="2663932"/>
              <a:ext cx="1504029" cy="543035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994226"/>
                <a:gd name="connsiteY0" fmla="*/ 0 h 465956"/>
                <a:gd name="connsiteX1" fmla="*/ 295421 w 994226"/>
                <a:gd name="connsiteY1" fmla="*/ 393896 h 465956"/>
                <a:gd name="connsiteX2" fmla="*/ 994226 w 994226"/>
                <a:gd name="connsiteY2" fmla="*/ 465956 h 465956"/>
                <a:gd name="connsiteX0" fmla="*/ 0 w 994226"/>
                <a:gd name="connsiteY0" fmla="*/ 0 h 465956"/>
                <a:gd name="connsiteX1" fmla="*/ 321615 w 994226"/>
                <a:gd name="connsiteY1" fmla="*/ 358178 h 465956"/>
                <a:gd name="connsiteX2" fmla="*/ 994226 w 994226"/>
                <a:gd name="connsiteY2" fmla="*/ 465956 h 465956"/>
                <a:gd name="connsiteX0" fmla="*/ 0 w 982320"/>
                <a:gd name="connsiteY0" fmla="*/ 0 h 396466"/>
                <a:gd name="connsiteX1" fmla="*/ 321615 w 982320"/>
                <a:gd name="connsiteY1" fmla="*/ 358178 h 396466"/>
                <a:gd name="connsiteX2" fmla="*/ 982320 w 982320"/>
                <a:gd name="connsiteY2" fmla="*/ 373087 h 396466"/>
                <a:gd name="connsiteX0" fmla="*/ 0 w 982320"/>
                <a:gd name="connsiteY0" fmla="*/ 0 h 404098"/>
                <a:gd name="connsiteX1" fmla="*/ 321615 w 982320"/>
                <a:gd name="connsiteY1" fmla="*/ 358178 h 404098"/>
                <a:gd name="connsiteX2" fmla="*/ 982320 w 982320"/>
                <a:gd name="connsiteY2" fmla="*/ 373087 h 40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2320" h="404098">
                  <a:moveTo>
                    <a:pt x="0" y="0"/>
                  </a:moveTo>
                  <a:cubicBezTo>
                    <a:pt x="2747" y="169032"/>
                    <a:pt x="131701" y="273772"/>
                    <a:pt x="321615" y="358178"/>
                  </a:cubicBezTo>
                  <a:cubicBezTo>
                    <a:pt x="511529" y="442584"/>
                    <a:pt x="648102" y="387594"/>
                    <a:pt x="982320" y="373087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BE26AF4-83E8-3C29-95CF-13E12D5D7D36}"/>
                </a:ext>
              </a:extLst>
            </p:cNvPr>
            <p:cNvSpPr/>
            <p:nvPr/>
          </p:nvSpPr>
          <p:spPr>
            <a:xfrm flipH="1" flipV="1">
              <a:off x="3651080" y="2664440"/>
              <a:ext cx="2029044" cy="551239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3087"/>
                <a:gd name="connsiteX1" fmla="*/ 366859 w 1210921"/>
                <a:gd name="connsiteY1" fmla="*/ 260546 h 373087"/>
                <a:gd name="connsiteX2" fmla="*/ 1210921 w 1210921"/>
                <a:gd name="connsiteY2" fmla="*/ 373087 h 373087"/>
                <a:gd name="connsiteX0" fmla="*/ 0 w 1087096"/>
                <a:gd name="connsiteY0" fmla="*/ 0 h 365944"/>
                <a:gd name="connsiteX1" fmla="*/ 243034 w 1087096"/>
                <a:gd name="connsiteY1" fmla="*/ 253403 h 365944"/>
                <a:gd name="connsiteX2" fmla="*/ 1087096 w 1087096"/>
                <a:gd name="connsiteY2" fmla="*/ 365944 h 365944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10921"/>
                <a:gd name="connsiteY0" fmla="*/ 0 h 368325"/>
                <a:gd name="connsiteX1" fmla="*/ 366859 w 1210921"/>
                <a:gd name="connsiteY1" fmla="*/ 255784 h 368325"/>
                <a:gd name="connsiteX2" fmla="*/ 1210921 w 1210921"/>
                <a:gd name="connsiteY2" fmla="*/ 368325 h 368325"/>
                <a:gd name="connsiteX0" fmla="*/ 0 w 1208540"/>
                <a:gd name="connsiteY0" fmla="*/ 0 h 373087"/>
                <a:gd name="connsiteX1" fmla="*/ 364478 w 1208540"/>
                <a:gd name="connsiteY1" fmla="*/ 260546 h 373087"/>
                <a:gd name="connsiteX2" fmla="*/ 1208540 w 1208540"/>
                <a:gd name="connsiteY2" fmla="*/ 373087 h 373087"/>
                <a:gd name="connsiteX0" fmla="*/ 0 w 1363321"/>
                <a:gd name="connsiteY0" fmla="*/ 0 h 380231"/>
                <a:gd name="connsiteX1" fmla="*/ 364478 w 1363321"/>
                <a:gd name="connsiteY1" fmla="*/ 260546 h 380231"/>
                <a:gd name="connsiteX2" fmla="*/ 1363321 w 1363321"/>
                <a:gd name="connsiteY2" fmla="*/ 380231 h 380231"/>
                <a:gd name="connsiteX0" fmla="*/ 0 w 1325221"/>
                <a:gd name="connsiteY0" fmla="*/ 0 h 377850"/>
                <a:gd name="connsiteX1" fmla="*/ 364478 w 1325221"/>
                <a:gd name="connsiteY1" fmla="*/ 260546 h 377850"/>
                <a:gd name="connsiteX2" fmla="*/ 1325221 w 1325221"/>
                <a:gd name="connsiteY2" fmla="*/ 377850 h 377850"/>
                <a:gd name="connsiteX0" fmla="*/ 0 w 1325221"/>
                <a:gd name="connsiteY0" fmla="*/ 0 h 377982"/>
                <a:gd name="connsiteX1" fmla="*/ 364478 w 1325221"/>
                <a:gd name="connsiteY1" fmla="*/ 260546 h 377982"/>
                <a:gd name="connsiteX2" fmla="*/ 1325221 w 1325221"/>
                <a:gd name="connsiteY2" fmla="*/ 377850 h 377982"/>
                <a:gd name="connsiteX0" fmla="*/ 0 w 1325221"/>
                <a:gd name="connsiteY0" fmla="*/ 0 h 378132"/>
                <a:gd name="connsiteX1" fmla="*/ 219222 w 1325221"/>
                <a:gd name="connsiteY1" fmla="*/ 281977 h 378132"/>
                <a:gd name="connsiteX2" fmla="*/ 1325221 w 1325221"/>
                <a:gd name="connsiteY2" fmla="*/ 377850 h 37813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407062"/>
                <a:gd name="connsiteX1" fmla="*/ 433534 w 1325221"/>
                <a:gd name="connsiteY1" fmla="*/ 365320 h 407062"/>
                <a:gd name="connsiteX2" fmla="*/ 1325221 w 1325221"/>
                <a:gd name="connsiteY2" fmla="*/ 377850 h 407062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5221" h="410203">
                  <a:moveTo>
                    <a:pt x="0" y="0"/>
                  </a:moveTo>
                  <a:cubicBezTo>
                    <a:pt x="7510" y="116645"/>
                    <a:pt x="243620" y="273770"/>
                    <a:pt x="433534" y="365320"/>
                  </a:cubicBezTo>
                  <a:cubicBezTo>
                    <a:pt x="623448" y="456870"/>
                    <a:pt x="1000529" y="380450"/>
                    <a:pt x="1325221" y="37785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A3934F8-7178-9F73-10BD-6880DAA4D18C}"/>
                </a:ext>
              </a:extLst>
            </p:cNvPr>
            <p:cNvSpPr/>
            <p:nvPr/>
          </p:nvSpPr>
          <p:spPr>
            <a:xfrm>
              <a:off x="2006146" y="1795981"/>
              <a:ext cx="3670331" cy="142473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7188" h="1060211">
                  <a:moveTo>
                    <a:pt x="222" y="1032955"/>
                  </a:moveTo>
                  <a:cubicBezTo>
                    <a:pt x="-9340" y="677636"/>
                    <a:pt x="291460" y="218293"/>
                    <a:pt x="573003" y="71407"/>
                  </a:cubicBezTo>
                  <a:cubicBezTo>
                    <a:pt x="854546" y="-75479"/>
                    <a:pt x="1411644" y="30890"/>
                    <a:pt x="1689481" y="151638"/>
                  </a:cubicBezTo>
                  <a:cubicBezTo>
                    <a:pt x="1967318" y="272386"/>
                    <a:pt x="2386234" y="705588"/>
                    <a:pt x="2397188" y="1060211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A259C3D-8CEC-0F48-4687-6B99423063C5}"/>
                    </a:ext>
                  </a:extLst>
                </p:cNvPr>
                <p:cNvSpPr txBox="1"/>
                <p:nvPr/>
              </p:nvSpPr>
              <p:spPr>
                <a:xfrm>
                  <a:off x="4574171" y="1609082"/>
                  <a:ext cx="46358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9797D9C-564D-C413-8B55-45D09F46B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4171" y="1609082"/>
                  <a:ext cx="463588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0151B6A-91AB-45E9-B17E-5A4FD925709C}"/>
                    </a:ext>
                  </a:extLst>
                </p:cNvPr>
                <p:cNvSpPr txBox="1"/>
                <p:nvPr/>
              </p:nvSpPr>
              <p:spPr>
                <a:xfrm>
                  <a:off x="5593409" y="3323023"/>
                  <a:ext cx="66396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0810868-E725-7298-05CB-12E0C6639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3409" y="3323023"/>
                  <a:ext cx="66396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3259A16-3F3A-72B5-40F7-E8D25E466B54}"/>
                    </a:ext>
                  </a:extLst>
                </p:cNvPr>
                <p:cNvSpPr txBox="1"/>
                <p:nvPr/>
              </p:nvSpPr>
              <p:spPr>
                <a:xfrm>
                  <a:off x="2780488" y="2132302"/>
                  <a:ext cx="61632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7653300-AC31-FA81-9B66-CF97498B2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0488" y="2132302"/>
                  <a:ext cx="616323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BC62FF7-BD2C-96B7-7537-43570AC65A99}"/>
                    </a:ext>
                  </a:extLst>
                </p:cNvPr>
                <p:cNvSpPr txBox="1"/>
                <p:nvPr/>
              </p:nvSpPr>
              <p:spPr>
                <a:xfrm>
                  <a:off x="4569424" y="3284802"/>
                  <a:ext cx="64350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061E025-727E-147B-5522-88FBC80B2F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9424" y="3284802"/>
                  <a:ext cx="643509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263532A-C577-0339-5E6F-0BB2BF66A432}"/>
              </a:ext>
            </a:extLst>
          </p:cNvPr>
          <p:cNvSpPr txBox="1"/>
          <p:nvPr/>
        </p:nvSpPr>
        <p:spPr>
          <a:xfrm>
            <a:off x="1111073" y="4062754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smooth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74FD78-AC65-06D1-24E3-1AFED65E66DE}"/>
              </a:ext>
            </a:extLst>
          </p:cNvPr>
          <p:cNvSpPr txBox="1"/>
          <p:nvPr/>
        </p:nvSpPr>
        <p:spPr>
          <a:xfrm>
            <a:off x="474536" y="2097059"/>
            <a:ext cx="209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Boundary functional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A199D5B-EBCF-30D5-0716-2F4AEEFE3827}"/>
                  </a:ext>
                </a:extLst>
              </p:cNvPr>
              <p:cNvSpPr txBox="1"/>
              <p:nvPr/>
            </p:nvSpPr>
            <p:spPr>
              <a:xfrm>
                <a:off x="7561384" y="3446797"/>
                <a:ext cx="3399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How much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on the boundary?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A199D5B-EBCF-30D5-0716-2F4AEEFE3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384" y="3446797"/>
                <a:ext cx="3399970" cy="369332"/>
              </a:xfrm>
              <a:prstGeom prst="rect">
                <a:avLst/>
              </a:prstGeom>
              <a:blipFill>
                <a:blip r:embed="rId13"/>
                <a:stretch>
                  <a:fillRect l="-1434" t="-8197" r="-89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3FBC0F5F-0B60-7806-3440-A10CD40F5F9E}"/>
              </a:ext>
            </a:extLst>
          </p:cNvPr>
          <p:cNvSpPr/>
          <p:nvPr/>
        </p:nvSpPr>
        <p:spPr>
          <a:xfrm rot="4940850">
            <a:off x="10073594" y="3013092"/>
            <a:ext cx="178842" cy="160020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D1A827F-6ADD-66F6-48DC-B6116D9A2763}"/>
              </a:ext>
            </a:extLst>
          </p:cNvPr>
          <p:cNvSpPr/>
          <p:nvPr/>
        </p:nvSpPr>
        <p:spPr>
          <a:xfrm rot="16737324">
            <a:off x="8374134" y="3034209"/>
            <a:ext cx="178842" cy="160020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D41A40-62FF-6E96-2C50-A9BF45B80230}"/>
                  </a:ext>
                </a:extLst>
              </p:cNvPr>
              <p:cNvSpPr txBox="1"/>
              <p:nvPr/>
            </p:nvSpPr>
            <p:spPr>
              <a:xfrm>
                <a:off x="7561384" y="3805140"/>
                <a:ext cx="40694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How much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change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D41A40-62FF-6E96-2C50-A9BF45B80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384" y="3805140"/>
                <a:ext cx="4069447" cy="369332"/>
              </a:xfrm>
              <a:prstGeom prst="rect">
                <a:avLst/>
              </a:prstGeom>
              <a:blipFill>
                <a:blip r:embed="rId14"/>
                <a:stretch>
                  <a:fillRect l="-119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944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4" grpId="0"/>
      <p:bldP spid="12" grpId="0"/>
      <p:bldP spid="28" grpId="0"/>
      <p:bldP spid="29" grpId="0"/>
      <p:bldP spid="31" grpId="0"/>
      <p:bldP spid="2" grpId="0" animBg="1"/>
      <p:bldP spid="15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1F998-D10A-C622-4142-DCEBD4EB6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F35FD6-C731-5891-2283-F97BA6F04CF0}"/>
                  </a:ext>
                </a:extLst>
              </p:cNvPr>
              <p:cNvSpPr txBox="1"/>
              <p:nvPr/>
            </p:nvSpPr>
            <p:spPr>
              <a:xfrm>
                <a:off x="1541255" y="2476403"/>
                <a:ext cx="4588820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4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F35FD6-C731-5891-2283-F97BA6F04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255" y="2476403"/>
                <a:ext cx="4588820" cy="1446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91A63D0-D5A4-0B3D-F80C-A7CB3EAC2227}"/>
              </a:ext>
            </a:extLst>
          </p:cNvPr>
          <p:cNvSpPr txBox="1"/>
          <p:nvPr/>
        </p:nvSpPr>
        <p:spPr>
          <a:xfrm>
            <a:off x="3809079" y="5805797"/>
            <a:ext cx="2308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Divergence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B0DD8A-9AD7-F92E-554D-D62DBFB2BDF4}"/>
                  </a:ext>
                </a:extLst>
              </p:cNvPr>
              <p:cNvSpPr txBox="1"/>
              <p:nvPr/>
            </p:nvSpPr>
            <p:spPr>
              <a:xfrm>
                <a:off x="1303539" y="4389094"/>
                <a:ext cx="7686143" cy="1228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B0DD8A-9AD7-F92E-554D-D62DBFB2B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539" y="4389094"/>
                <a:ext cx="7686143" cy="1228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0818B4-301E-860C-ADDF-21B4772B612C}"/>
              </a:ext>
            </a:extLst>
          </p:cNvPr>
          <p:cNvCxnSpPr>
            <a:cxnSpLocks/>
          </p:cNvCxnSpPr>
          <p:nvPr/>
        </p:nvCxnSpPr>
        <p:spPr>
          <a:xfrm flipH="1" flipV="1">
            <a:off x="5889106" y="5312610"/>
            <a:ext cx="800742" cy="415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BE8698-163F-DFCA-7AC4-E47A4006573F}"/>
              </a:ext>
            </a:extLst>
          </p:cNvPr>
          <p:cNvSpPr txBox="1"/>
          <p:nvPr/>
        </p:nvSpPr>
        <p:spPr>
          <a:xfrm>
            <a:off x="6729448" y="5543782"/>
            <a:ext cx="1286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divergence!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D1793A-B39C-2CF6-E74D-E2F329677389}"/>
                  </a:ext>
                </a:extLst>
              </p:cNvPr>
              <p:cNvSpPr txBox="1"/>
              <p:nvPr/>
            </p:nvSpPr>
            <p:spPr>
              <a:xfrm>
                <a:off x="6494096" y="206841"/>
                <a:ext cx="478701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D1793A-B39C-2CF6-E74D-E2F329677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096" y="206841"/>
                <a:ext cx="4787015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D9DBF7-70D1-F7BC-F5B7-16AF636E3DDB}"/>
                  </a:ext>
                </a:extLst>
              </p:cNvPr>
              <p:cNvSpPr txBox="1"/>
              <p:nvPr/>
            </p:nvSpPr>
            <p:spPr>
              <a:xfrm>
                <a:off x="797019" y="255824"/>
                <a:ext cx="1533048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D9DBF7-70D1-F7BC-F5B7-16AF636E3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19" y="255824"/>
                <a:ext cx="1533048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79D07074-912E-B205-F74D-C48300FF315E}"/>
              </a:ext>
            </a:extLst>
          </p:cNvPr>
          <p:cNvSpPr txBox="1"/>
          <p:nvPr/>
        </p:nvSpPr>
        <p:spPr>
          <a:xfrm>
            <a:off x="1111073" y="4062754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smooth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0B7263-5FF8-97DF-C64B-B6DC530FFD2A}"/>
              </a:ext>
            </a:extLst>
          </p:cNvPr>
          <p:cNvGrpSpPr/>
          <p:nvPr/>
        </p:nvGrpSpPr>
        <p:grpSpPr>
          <a:xfrm>
            <a:off x="2602921" y="255824"/>
            <a:ext cx="2988987" cy="1867502"/>
            <a:chOff x="6827261" y="1364951"/>
            <a:chExt cx="3673978" cy="226259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560D0F8-72D9-FB48-BE36-9AE3CF67C997}"/>
                </a:ext>
              </a:extLst>
            </p:cNvPr>
            <p:cNvSpPr/>
            <p:nvPr/>
          </p:nvSpPr>
          <p:spPr>
            <a:xfrm>
              <a:off x="6827771" y="2946783"/>
              <a:ext cx="1930602" cy="680762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60926"/>
                <a:gd name="connsiteY0" fmla="*/ 0 h 506437"/>
                <a:gd name="connsiteX1" fmla="*/ 295421 w 1260926"/>
                <a:gd name="connsiteY1" fmla="*/ 393896 h 506437"/>
                <a:gd name="connsiteX2" fmla="*/ 1260926 w 1260926"/>
                <a:gd name="connsiteY2" fmla="*/ 506437 h 506437"/>
                <a:gd name="connsiteX0" fmla="*/ 0 w 1260926"/>
                <a:gd name="connsiteY0" fmla="*/ 0 h 506587"/>
                <a:gd name="connsiteX1" fmla="*/ 295421 w 1260926"/>
                <a:gd name="connsiteY1" fmla="*/ 393896 h 506587"/>
                <a:gd name="connsiteX2" fmla="*/ 1260926 w 1260926"/>
                <a:gd name="connsiteY2" fmla="*/ 506437 h 50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0926" h="506587">
                  <a:moveTo>
                    <a:pt x="0" y="0"/>
                  </a:moveTo>
                  <a:cubicBezTo>
                    <a:pt x="365" y="178558"/>
                    <a:pt x="105507" y="309490"/>
                    <a:pt x="295421" y="393896"/>
                  </a:cubicBezTo>
                  <a:cubicBezTo>
                    <a:pt x="485335" y="478302"/>
                    <a:pt x="924327" y="509037"/>
                    <a:pt x="1260926" y="50643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D8B9FCE-C6D2-E9D0-EA23-EA61D660EB40}"/>
                </a:ext>
              </a:extLst>
            </p:cNvPr>
            <p:cNvSpPr/>
            <p:nvPr/>
          </p:nvSpPr>
          <p:spPr>
            <a:xfrm flipH="1">
              <a:off x="8754729" y="2945314"/>
              <a:ext cx="1744702" cy="681830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7382"/>
                <a:gd name="connsiteX1" fmla="*/ 295421 w 1139483"/>
                <a:gd name="connsiteY1" fmla="*/ 393896 h 507382"/>
                <a:gd name="connsiteX2" fmla="*/ 1139483 w 1139483"/>
                <a:gd name="connsiteY2" fmla="*/ 506437 h 507382"/>
                <a:gd name="connsiteX0" fmla="*/ 27 w 1139510"/>
                <a:gd name="connsiteY0" fmla="*/ 0 h 507382"/>
                <a:gd name="connsiteX1" fmla="*/ 295448 w 1139510"/>
                <a:gd name="connsiteY1" fmla="*/ 393896 h 507382"/>
                <a:gd name="connsiteX2" fmla="*/ 1139510 w 1139510"/>
                <a:gd name="connsiteY2" fmla="*/ 506437 h 50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9510" h="507382">
                  <a:moveTo>
                    <a:pt x="27" y="0"/>
                  </a:moveTo>
                  <a:cubicBezTo>
                    <a:pt x="-1989" y="195227"/>
                    <a:pt x="105534" y="309490"/>
                    <a:pt x="295448" y="393896"/>
                  </a:cubicBezTo>
                  <a:cubicBezTo>
                    <a:pt x="485362" y="478302"/>
                    <a:pt x="812436" y="513801"/>
                    <a:pt x="1139510" y="50643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1623DFD-8629-730F-4833-84D445311A6C}"/>
                </a:ext>
              </a:extLst>
            </p:cNvPr>
            <p:cNvSpPr/>
            <p:nvPr/>
          </p:nvSpPr>
          <p:spPr>
            <a:xfrm flipV="1">
              <a:off x="6827769" y="2403749"/>
              <a:ext cx="1504029" cy="543035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994226"/>
                <a:gd name="connsiteY0" fmla="*/ 0 h 465956"/>
                <a:gd name="connsiteX1" fmla="*/ 295421 w 994226"/>
                <a:gd name="connsiteY1" fmla="*/ 393896 h 465956"/>
                <a:gd name="connsiteX2" fmla="*/ 994226 w 994226"/>
                <a:gd name="connsiteY2" fmla="*/ 465956 h 465956"/>
                <a:gd name="connsiteX0" fmla="*/ 0 w 994226"/>
                <a:gd name="connsiteY0" fmla="*/ 0 h 465956"/>
                <a:gd name="connsiteX1" fmla="*/ 321615 w 994226"/>
                <a:gd name="connsiteY1" fmla="*/ 358178 h 465956"/>
                <a:gd name="connsiteX2" fmla="*/ 994226 w 994226"/>
                <a:gd name="connsiteY2" fmla="*/ 465956 h 465956"/>
                <a:gd name="connsiteX0" fmla="*/ 0 w 982320"/>
                <a:gd name="connsiteY0" fmla="*/ 0 h 396466"/>
                <a:gd name="connsiteX1" fmla="*/ 321615 w 982320"/>
                <a:gd name="connsiteY1" fmla="*/ 358178 h 396466"/>
                <a:gd name="connsiteX2" fmla="*/ 982320 w 982320"/>
                <a:gd name="connsiteY2" fmla="*/ 373087 h 396466"/>
                <a:gd name="connsiteX0" fmla="*/ 0 w 982320"/>
                <a:gd name="connsiteY0" fmla="*/ 0 h 404098"/>
                <a:gd name="connsiteX1" fmla="*/ 321615 w 982320"/>
                <a:gd name="connsiteY1" fmla="*/ 358178 h 404098"/>
                <a:gd name="connsiteX2" fmla="*/ 982320 w 982320"/>
                <a:gd name="connsiteY2" fmla="*/ 373087 h 40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2320" h="404098">
                  <a:moveTo>
                    <a:pt x="0" y="0"/>
                  </a:moveTo>
                  <a:cubicBezTo>
                    <a:pt x="2747" y="169032"/>
                    <a:pt x="131701" y="273772"/>
                    <a:pt x="321615" y="358178"/>
                  </a:cubicBezTo>
                  <a:cubicBezTo>
                    <a:pt x="511529" y="442584"/>
                    <a:pt x="648102" y="387594"/>
                    <a:pt x="982320" y="37308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7D9E5E8-AD2F-BD6A-2536-E85C152F322D}"/>
                </a:ext>
              </a:extLst>
            </p:cNvPr>
            <p:cNvSpPr/>
            <p:nvPr/>
          </p:nvSpPr>
          <p:spPr>
            <a:xfrm flipH="1" flipV="1">
              <a:off x="8472195" y="2404257"/>
              <a:ext cx="2029044" cy="551239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3087"/>
                <a:gd name="connsiteX1" fmla="*/ 366859 w 1210921"/>
                <a:gd name="connsiteY1" fmla="*/ 260546 h 373087"/>
                <a:gd name="connsiteX2" fmla="*/ 1210921 w 1210921"/>
                <a:gd name="connsiteY2" fmla="*/ 373087 h 373087"/>
                <a:gd name="connsiteX0" fmla="*/ 0 w 1087096"/>
                <a:gd name="connsiteY0" fmla="*/ 0 h 365944"/>
                <a:gd name="connsiteX1" fmla="*/ 243034 w 1087096"/>
                <a:gd name="connsiteY1" fmla="*/ 253403 h 365944"/>
                <a:gd name="connsiteX2" fmla="*/ 1087096 w 1087096"/>
                <a:gd name="connsiteY2" fmla="*/ 365944 h 365944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10921"/>
                <a:gd name="connsiteY0" fmla="*/ 0 h 368325"/>
                <a:gd name="connsiteX1" fmla="*/ 366859 w 1210921"/>
                <a:gd name="connsiteY1" fmla="*/ 255784 h 368325"/>
                <a:gd name="connsiteX2" fmla="*/ 1210921 w 1210921"/>
                <a:gd name="connsiteY2" fmla="*/ 368325 h 368325"/>
                <a:gd name="connsiteX0" fmla="*/ 0 w 1208540"/>
                <a:gd name="connsiteY0" fmla="*/ 0 h 373087"/>
                <a:gd name="connsiteX1" fmla="*/ 364478 w 1208540"/>
                <a:gd name="connsiteY1" fmla="*/ 260546 h 373087"/>
                <a:gd name="connsiteX2" fmla="*/ 1208540 w 1208540"/>
                <a:gd name="connsiteY2" fmla="*/ 373087 h 373087"/>
                <a:gd name="connsiteX0" fmla="*/ 0 w 1363321"/>
                <a:gd name="connsiteY0" fmla="*/ 0 h 380231"/>
                <a:gd name="connsiteX1" fmla="*/ 364478 w 1363321"/>
                <a:gd name="connsiteY1" fmla="*/ 260546 h 380231"/>
                <a:gd name="connsiteX2" fmla="*/ 1363321 w 1363321"/>
                <a:gd name="connsiteY2" fmla="*/ 380231 h 380231"/>
                <a:gd name="connsiteX0" fmla="*/ 0 w 1325221"/>
                <a:gd name="connsiteY0" fmla="*/ 0 h 377850"/>
                <a:gd name="connsiteX1" fmla="*/ 364478 w 1325221"/>
                <a:gd name="connsiteY1" fmla="*/ 260546 h 377850"/>
                <a:gd name="connsiteX2" fmla="*/ 1325221 w 1325221"/>
                <a:gd name="connsiteY2" fmla="*/ 377850 h 377850"/>
                <a:gd name="connsiteX0" fmla="*/ 0 w 1325221"/>
                <a:gd name="connsiteY0" fmla="*/ 0 h 377982"/>
                <a:gd name="connsiteX1" fmla="*/ 364478 w 1325221"/>
                <a:gd name="connsiteY1" fmla="*/ 260546 h 377982"/>
                <a:gd name="connsiteX2" fmla="*/ 1325221 w 1325221"/>
                <a:gd name="connsiteY2" fmla="*/ 377850 h 377982"/>
                <a:gd name="connsiteX0" fmla="*/ 0 w 1325221"/>
                <a:gd name="connsiteY0" fmla="*/ 0 h 378132"/>
                <a:gd name="connsiteX1" fmla="*/ 219222 w 1325221"/>
                <a:gd name="connsiteY1" fmla="*/ 281977 h 378132"/>
                <a:gd name="connsiteX2" fmla="*/ 1325221 w 1325221"/>
                <a:gd name="connsiteY2" fmla="*/ 377850 h 37813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407062"/>
                <a:gd name="connsiteX1" fmla="*/ 433534 w 1325221"/>
                <a:gd name="connsiteY1" fmla="*/ 365320 h 407062"/>
                <a:gd name="connsiteX2" fmla="*/ 1325221 w 1325221"/>
                <a:gd name="connsiteY2" fmla="*/ 377850 h 407062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5221" h="410203">
                  <a:moveTo>
                    <a:pt x="0" y="0"/>
                  </a:moveTo>
                  <a:cubicBezTo>
                    <a:pt x="7510" y="116645"/>
                    <a:pt x="243620" y="273770"/>
                    <a:pt x="433534" y="365320"/>
                  </a:cubicBezTo>
                  <a:cubicBezTo>
                    <a:pt x="623448" y="456870"/>
                    <a:pt x="1000529" y="380450"/>
                    <a:pt x="1325221" y="37785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E7DD353-4905-72E3-C8CA-31C1D59F4654}"/>
                </a:ext>
              </a:extLst>
            </p:cNvPr>
            <p:cNvSpPr/>
            <p:nvPr/>
          </p:nvSpPr>
          <p:spPr>
            <a:xfrm>
              <a:off x="6827261" y="1535798"/>
              <a:ext cx="3670331" cy="142473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7188" h="1060211">
                  <a:moveTo>
                    <a:pt x="222" y="1032955"/>
                  </a:moveTo>
                  <a:cubicBezTo>
                    <a:pt x="-9340" y="677636"/>
                    <a:pt x="291460" y="218293"/>
                    <a:pt x="573003" y="71407"/>
                  </a:cubicBezTo>
                  <a:cubicBezTo>
                    <a:pt x="854546" y="-75479"/>
                    <a:pt x="1411644" y="30890"/>
                    <a:pt x="1689481" y="151638"/>
                  </a:cubicBezTo>
                  <a:cubicBezTo>
                    <a:pt x="1967318" y="272386"/>
                    <a:pt x="2386234" y="705588"/>
                    <a:pt x="2397188" y="1060211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5D94A76-A058-482D-146D-A297DB8B3EFE}"/>
                    </a:ext>
                  </a:extLst>
                </p:cNvPr>
                <p:cNvSpPr txBox="1"/>
                <p:nvPr/>
              </p:nvSpPr>
              <p:spPr>
                <a:xfrm>
                  <a:off x="9615141" y="1364951"/>
                  <a:ext cx="46358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5D94A76-A058-482D-146D-A297DB8B3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5141" y="1364951"/>
                  <a:ext cx="46358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79CF3DB-788F-51FE-D36B-4C9140AB57DD}"/>
                    </a:ext>
                  </a:extLst>
                </p:cNvPr>
                <p:cNvSpPr txBox="1"/>
                <p:nvPr/>
              </p:nvSpPr>
              <p:spPr>
                <a:xfrm>
                  <a:off x="7711651" y="3003550"/>
                  <a:ext cx="46519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79CF3DB-788F-51FE-D36B-4C9140AB5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1651" y="3003550"/>
                  <a:ext cx="465191" cy="523220"/>
                </a:xfrm>
                <a:prstGeom prst="rect">
                  <a:avLst/>
                </a:prstGeom>
                <a:blipFill>
                  <a:blip r:embed="rId7"/>
                  <a:stretch>
                    <a:fillRect b="-42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77A1131-0FA9-E0A2-19FE-C0D05EDE405A}"/>
              </a:ext>
            </a:extLst>
          </p:cNvPr>
          <p:cNvGrpSpPr/>
          <p:nvPr/>
        </p:nvGrpSpPr>
        <p:grpSpPr>
          <a:xfrm>
            <a:off x="8251235" y="948329"/>
            <a:ext cx="2784590" cy="2369035"/>
            <a:chOff x="4705677" y="4462288"/>
            <a:chExt cx="2198925" cy="1870771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80AFC09-EFF1-3EEB-4F25-FFCA9079A70D}"/>
                </a:ext>
              </a:extLst>
            </p:cNvPr>
            <p:cNvSpPr/>
            <p:nvPr/>
          </p:nvSpPr>
          <p:spPr>
            <a:xfrm rot="16476904">
              <a:off x="4815908" y="5232410"/>
              <a:ext cx="1649189" cy="472248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97239"/>
                <a:gd name="connsiteY0" fmla="*/ 1032955 h 1032955"/>
                <a:gd name="connsiteX1" fmla="*/ 573003 w 2497239"/>
                <a:gd name="connsiteY1" fmla="*/ 71407 h 1032955"/>
                <a:gd name="connsiteX2" fmla="*/ 1689481 w 2497239"/>
                <a:gd name="connsiteY2" fmla="*/ 151638 h 1032955"/>
                <a:gd name="connsiteX3" fmla="*/ 2497239 w 2497239"/>
                <a:gd name="connsiteY3" fmla="*/ 931196 h 1032955"/>
                <a:gd name="connsiteX0" fmla="*/ 237 w 2474503"/>
                <a:gd name="connsiteY0" fmla="*/ 1029940 h 1029941"/>
                <a:gd name="connsiteX1" fmla="*/ 550267 w 2474503"/>
                <a:gd name="connsiteY1" fmla="*/ 71199 h 1029941"/>
                <a:gd name="connsiteX2" fmla="*/ 1666745 w 2474503"/>
                <a:gd name="connsiteY2" fmla="*/ 151430 h 1029941"/>
                <a:gd name="connsiteX3" fmla="*/ 2474503 w 2474503"/>
                <a:gd name="connsiteY3" fmla="*/ 930988 h 1029941"/>
                <a:gd name="connsiteX0" fmla="*/ 249 w 2457440"/>
                <a:gd name="connsiteY0" fmla="*/ 1053781 h 1053781"/>
                <a:gd name="connsiteX1" fmla="*/ 533204 w 2457440"/>
                <a:gd name="connsiteY1" fmla="*/ 72841 h 1053781"/>
                <a:gd name="connsiteX2" fmla="*/ 1649682 w 2457440"/>
                <a:gd name="connsiteY2" fmla="*/ 153072 h 1053781"/>
                <a:gd name="connsiteX3" fmla="*/ 2457440 w 2457440"/>
                <a:gd name="connsiteY3" fmla="*/ 932630 h 105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7440" h="1053781">
                  <a:moveTo>
                    <a:pt x="249" y="1053781"/>
                  </a:moveTo>
                  <a:cubicBezTo>
                    <a:pt x="-9313" y="698462"/>
                    <a:pt x="258299" y="222959"/>
                    <a:pt x="533204" y="72841"/>
                  </a:cubicBezTo>
                  <a:cubicBezTo>
                    <a:pt x="808109" y="-77277"/>
                    <a:pt x="1371845" y="32324"/>
                    <a:pt x="1649682" y="153072"/>
                  </a:cubicBezTo>
                  <a:cubicBezTo>
                    <a:pt x="1927519" y="273820"/>
                    <a:pt x="2446486" y="578007"/>
                    <a:pt x="2457440" y="93263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9574C6F-691E-5DEA-26BA-0AEBDB3B33E1}"/>
                </a:ext>
              </a:extLst>
            </p:cNvPr>
            <p:cNvSpPr/>
            <p:nvPr/>
          </p:nvSpPr>
          <p:spPr>
            <a:xfrm>
              <a:off x="4885350" y="4662014"/>
              <a:ext cx="1066596" cy="1650661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14158"/>
                <a:gd name="connsiteY0" fmla="*/ 1035443 h 1062699"/>
                <a:gd name="connsiteX1" fmla="*/ 573003 w 2414158"/>
                <a:gd name="connsiteY1" fmla="*/ 73895 h 1062699"/>
                <a:gd name="connsiteX2" fmla="*/ 1689481 w 2414158"/>
                <a:gd name="connsiteY2" fmla="*/ 154126 h 1062699"/>
                <a:gd name="connsiteX3" fmla="*/ 2347696 w 2414158"/>
                <a:gd name="connsiteY3" fmla="*/ 860459 h 1062699"/>
                <a:gd name="connsiteX4" fmla="*/ 2397188 w 2414158"/>
                <a:gd name="connsiteY4" fmla="*/ 1062699 h 1062699"/>
                <a:gd name="connsiteX0" fmla="*/ 222 w 2414158"/>
                <a:gd name="connsiteY0" fmla="*/ 1026067 h 1053323"/>
                <a:gd name="connsiteX1" fmla="*/ 573003 w 2414158"/>
                <a:gd name="connsiteY1" fmla="*/ 64519 h 1053323"/>
                <a:gd name="connsiteX2" fmla="*/ 1689481 w 2414158"/>
                <a:gd name="connsiteY2" fmla="*/ 144750 h 1053323"/>
                <a:gd name="connsiteX3" fmla="*/ 2153599 w 2414158"/>
                <a:gd name="connsiteY3" fmla="*/ 601586 h 1053323"/>
                <a:gd name="connsiteX4" fmla="*/ 2347696 w 2414158"/>
                <a:gd name="connsiteY4" fmla="*/ 851083 h 1053323"/>
                <a:gd name="connsiteX5" fmla="*/ 2397188 w 2414158"/>
                <a:gd name="connsiteY5" fmla="*/ 1053323 h 1053323"/>
                <a:gd name="connsiteX0" fmla="*/ 25047 w 2438983"/>
                <a:gd name="connsiteY0" fmla="*/ 1010621 h 1037877"/>
                <a:gd name="connsiteX1" fmla="*/ 48346 w 2438983"/>
                <a:gd name="connsiteY1" fmla="*/ 801615 h 1037877"/>
                <a:gd name="connsiteX2" fmla="*/ 597828 w 2438983"/>
                <a:gd name="connsiteY2" fmla="*/ 49073 h 1037877"/>
                <a:gd name="connsiteX3" fmla="*/ 1714306 w 2438983"/>
                <a:gd name="connsiteY3" fmla="*/ 129304 h 1037877"/>
                <a:gd name="connsiteX4" fmla="*/ 2178424 w 2438983"/>
                <a:gd name="connsiteY4" fmla="*/ 586140 h 1037877"/>
                <a:gd name="connsiteX5" fmla="*/ 2372521 w 2438983"/>
                <a:gd name="connsiteY5" fmla="*/ 835637 h 1037877"/>
                <a:gd name="connsiteX6" fmla="*/ 2422013 w 2438983"/>
                <a:gd name="connsiteY6" fmla="*/ 1037877 h 1037877"/>
                <a:gd name="connsiteX0" fmla="*/ 25047 w 2438983"/>
                <a:gd name="connsiteY0" fmla="*/ 995141 h 1022397"/>
                <a:gd name="connsiteX1" fmla="*/ 48346 w 2438983"/>
                <a:gd name="connsiteY1" fmla="*/ 786135 h 1022397"/>
                <a:gd name="connsiteX2" fmla="*/ 152859 w 2438983"/>
                <a:gd name="connsiteY2" fmla="*/ 576329 h 1022397"/>
                <a:gd name="connsiteX3" fmla="*/ 597828 w 2438983"/>
                <a:gd name="connsiteY3" fmla="*/ 33593 h 1022397"/>
                <a:gd name="connsiteX4" fmla="*/ 1714306 w 2438983"/>
                <a:gd name="connsiteY4" fmla="*/ 113824 h 1022397"/>
                <a:gd name="connsiteX5" fmla="*/ 2178424 w 2438983"/>
                <a:gd name="connsiteY5" fmla="*/ 570660 h 1022397"/>
                <a:gd name="connsiteX6" fmla="*/ 2372521 w 2438983"/>
                <a:gd name="connsiteY6" fmla="*/ 820157 h 1022397"/>
                <a:gd name="connsiteX7" fmla="*/ 2422013 w 2438983"/>
                <a:gd name="connsiteY7" fmla="*/ 1022397 h 1022397"/>
                <a:gd name="connsiteX0" fmla="*/ 1166345 w 2395799"/>
                <a:gd name="connsiteY0" fmla="*/ 1879724 h 1879724"/>
                <a:gd name="connsiteX1" fmla="*/ 5162 w 2395799"/>
                <a:gd name="connsiteY1" fmla="*/ 786135 h 1879724"/>
                <a:gd name="connsiteX2" fmla="*/ 109675 w 2395799"/>
                <a:gd name="connsiteY2" fmla="*/ 576329 h 1879724"/>
                <a:gd name="connsiteX3" fmla="*/ 554644 w 2395799"/>
                <a:gd name="connsiteY3" fmla="*/ 33593 h 1879724"/>
                <a:gd name="connsiteX4" fmla="*/ 1671122 w 2395799"/>
                <a:gd name="connsiteY4" fmla="*/ 113824 h 1879724"/>
                <a:gd name="connsiteX5" fmla="*/ 2135240 w 2395799"/>
                <a:gd name="connsiteY5" fmla="*/ 570660 h 1879724"/>
                <a:gd name="connsiteX6" fmla="*/ 2329337 w 2395799"/>
                <a:gd name="connsiteY6" fmla="*/ 820157 h 1879724"/>
                <a:gd name="connsiteX7" fmla="*/ 2378829 w 2395799"/>
                <a:gd name="connsiteY7" fmla="*/ 1022397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8" fmla="*/ 1166345 w 2338027"/>
                <a:gd name="connsiteY8" fmla="*/ 1879724 h 1879724"/>
                <a:gd name="connsiteX0" fmla="*/ 1166345 w 2338507"/>
                <a:gd name="connsiteY0" fmla="*/ 1879724 h 1879724"/>
                <a:gd name="connsiteX1" fmla="*/ 5162 w 2338507"/>
                <a:gd name="connsiteY1" fmla="*/ 786135 h 1879724"/>
                <a:gd name="connsiteX2" fmla="*/ 109675 w 2338507"/>
                <a:gd name="connsiteY2" fmla="*/ 576329 h 1879724"/>
                <a:gd name="connsiteX3" fmla="*/ 554644 w 2338507"/>
                <a:gd name="connsiteY3" fmla="*/ 33593 h 1879724"/>
                <a:gd name="connsiteX4" fmla="*/ 1671122 w 2338507"/>
                <a:gd name="connsiteY4" fmla="*/ 113824 h 1879724"/>
                <a:gd name="connsiteX5" fmla="*/ 2135240 w 2338507"/>
                <a:gd name="connsiteY5" fmla="*/ 570660 h 1879724"/>
                <a:gd name="connsiteX6" fmla="*/ 2329337 w 2338507"/>
                <a:gd name="connsiteY6" fmla="*/ 820157 h 1879724"/>
                <a:gd name="connsiteX7" fmla="*/ 1333697 w 2338507"/>
                <a:gd name="connsiteY7" fmla="*/ 1804912 h 1879724"/>
                <a:gd name="connsiteX8" fmla="*/ 1166345 w 2338507"/>
                <a:gd name="connsiteY8" fmla="*/ 1879724 h 1879724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067167 w 2239329"/>
                <a:gd name="connsiteY0" fmla="*/ 1879724 h 1895998"/>
                <a:gd name="connsiteX1" fmla="*/ 119987 w 2239329"/>
                <a:gd name="connsiteY1" fmla="*/ 1466583 h 1895998"/>
                <a:gd name="connsiteX2" fmla="*/ 10497 w 2239329"/>
                <a:gd name="connsiteY2" fmla="*/ 576329 h 1895998"/>
                <a:gd name="connsiteX3" fmla="*/ 455466 w 2239329"/>
                <a:gd name="connsiteY3" fmla="*/ 33593 h 1895998"/>
                <a:gd name="connsiteX4" fmla="*/ 1571944 w 2239329"/>
                <a:gd name="connsiteY4" fmla="*/ 113824 h 1895998"/>
                <a:gd name="connsiteX5" fmla="*/ 2036062 w 2239329"/>
                <a:gd name="connsiteY5" fmla="*/ 570660 h 1895998"/>
                <a:gd name="connsiteX6" fmla="*/ 2230159 w 2239329"/>
                <a:gd name="connsiteY6" fmla="*/ 820157 h 1895998"/>
                <a:gd name="connsiteX7" fmla="*/ 1234519 w 2239329"/>
                <a:gd name="connsiteY7" fmla="*/ 1804912 h 1895998"/>
                <a:gd name="connsiteX8" fmla="*/ 1067167 w 2239329"/>
                <a:gd name="connsiteY8" fmla="*/ 1879724 h 1895998"/>
                <a:gd name="connsiteX0" fmla="*/ 870368 w 2258141"/>
                <a:gd name="connsiteY0" fmla="*/ 1726623 h 1865337"/>
                <a:gd name="connsiteX1" fmla="*/ 137191 w 2258141"/>
                <a:gd name="connsiteY1" fmla="*/ 1466583 h 1865337"/>
                <a:gd name="connsiteX2" fmla="*/ 27701 w 2258141"/>
                <a:gd name="connsiteY2" fmla="*/ 576329 h 1865337"/>
                <a:gd name="connsiteX3" fmla="*/ 472670 w 2258141"/>
                <a:gd name="connsiteY3" fmla="*/ 33593 h 1865337"/>
                <a:gd name="connsiteX4" fmla="*/ 1589148 w 2258141"/>
                <a:gd name="connsiteY4" fmla="*/ 113824 h 1865337"/>
                <a:gd name="connsiteX5" fmla="*/ 2053266 w 2258141"/>
                <a:gd name="connsiteY5" fmla="*/ 570660 h 1865337"/>
                <a:gd name="connsiteX6" fmla="*/ 2247363 w 2258141"/>
                <a:gd name="connsiteY6" fmla="*/ 820157 h 1865337"/>
                <a:gd name="connsiteX7" fmla="*/ 1251723 w 2258141"/>
                <a:gd name="connsiteY7" fmla="*/ 1804912 h 1865337"/>
                <a:gd name="connsiteX8" fmla="*/ 870368 w 2258141"/>
                <a:gd name="connsiteY8" fmla="*/ 1726623 h 1865337"/>
                <a:gd name="connsiteX0" fmla="*/ 870368 w 2251149"/>
                <a:gd name="connsiteY0" fmla="*/ 1726623 h 1752456"/>
                <a:gd name="connsiteX1" fmla="*/ 137191 w 2251149"/>
                <a:gd name="connsiteY1" fmla="*/ 1466583 h 1752456"/>
                <a:gd name="connsiteX2" fmla="*/ 27701 w 2251149"/>
                <a:gd name="connsiteY2" fmla="*/ 576329 h 1752456"/>
                <a:gd name="connsiteX3" fmla="*/ 472670 w 2251149"/>
                <a:gd name="connsiteY3" fmla="*/ 33593 h 1752456"/>
                <a:gd name="connsiteX4" fmla="*/ 1589148 w 2251149"/>
                <a:gd name="connsiteY4" fmla="*/ 113824 h 1752456"/>
                <a:gd name="connsiteX5" fmla="*/ 2053266 w 2251149"/>
                <a:gd name="connsiteY5" fmla="*/ 570660 h 1752456"/>
                <a:gd name="connsiteX6" fmla="*/ 2247363 w 2251149"/>
                <a:gd name="connsiteY6" fmla="*/ 820157 h 1752456"/>
                <a:gd name="connsiteX7" fmla="*/ 1898709 w 2251149"/>
                <a:gd name="connsiteY7" fmla="*/ 1640471 h 1752456"/>
                <a:gd name="connsiteX8" fmla="*/ 870368 w 2251149"/>
                <a:gd name="connsiteY8" fmla="*/ 1726623 h 1752456"/>
                <a:gd name="connsiteX0" fmla="*/ 870368 w 2080001"/>
                <a:gd name="connsiteY0" fmla="*/ 1726623 h 1766694"/>
                <a:gd name="connsiteX1" fmla="*/ 137191 w 2080001"/>
                <a:gd name="connsiteY1" fmla="*/ 1466583 h 1766694"/>
                <a:gd name="connsiteX2" fmla="*/ 27701 w 2080001"/>
                <a:gd name="connsiteY2" fmla="*/ 576329 h 1766694"/>
                <a:gd name="connsiteX3" fmla="*/ 472670 w 2080001"/>
                <a:gd name="connsiteY3" fmla="*/ 33593 h 1766694"/>
                <a:gd name="connsiteX4" fmla="*/ 1589148 w 2080001"/>
                <a:gd name="connsiteY4" fmla="*/ 113824 h 1766694"/>
                <a:gd name="connsiteX5" fmla="*/ 2053266 w 2080001"/>
                <a:gd name="connsiteY5" fmla="*/ 570660 h 1766694"/>
                <a:gd name="connsiteX6" fmla="*/ 1898709 w 2080001"/>
                <a:gd name="connsiteY6" fmla="*/ 1640471 h 1766694"/>
                <a:gd name="connsiteX7" fmla="*/ 870368 w 2080001"/>
                <a:gd name="connsiteY7" fmla="*/ 1726623 h 1766694"/>
                <a:gd name="connsiteX0" fmla="*/ 870368 w 2056137"/>
                <a:gd name="connsiteY0" fmla="*/ 1726623 h 1757803"/>
                <a:gd name="connsiteX1" fmla="*/ 137191 w 2056137"/>
                <a:gd name="connsiteY1" fmla="*/ 1466583 h 1757803"/>
                <a:gd name="connsiteX2" fmla="*/ 27701 w 2056137"/>
                <a:gd name="connsiteY2" fmla="*/ 576329 h 1757803"/>
                <a:gd name="connsiteX3" fmla="*/ 472670 w 2056137"/>
                <a:gd name="connsiteY3" fmla="*/ 33593 h 1757803"/>
                <a:gd name="connsiteX4" fmla="*/ 1589148 w 2056137"/>
                <a:gd name="connsiteY4" fmla="*/ 113824 h 1757803"/>
                <a:gd name="connsiteX5" fmla="*/ 2053266 w 2056137"/>
                <a:gd name="connsiteY5" fmla="*/ 570660 h 1757803"/>
                <a:gd name="connsiteX6" fmla="*/ 1739451 w 2056137"/>
                <a:gd name="connsiteY6" fmla="*/ 1623460 h 1757803"/>
                <a:gd name="connsiteX7" fmla="*/ 870368 w 2056137"/>
                <a:gd name="connsiteY7" fmla="*/ 1726623 h 1757803"/>
                <a:gd name="connsiteX0" fmla="*/ 906469 w 2057307"/>
                <a:gd name="connsiteY0" fmla="*/ 1851372 h 1858399"/>
                <a:gd name="connsiteX1" fmla="*/ 138454 w 2057307"/>
                <a:gd name="connsiteY1" fmla="*/ 1466583 h 1858399"/>
                <a:gd name="connsiteX2" fmla="*/ 28964 w 2057307"/>
                <a:gd name="connsiteY2" fmla="*/ 576329 h 1858399"/>
                <a:gd name="connsiteX3" fmla="*/ 473933 w 2057307"/>
                <a:gd name="connsiteY3" fmla="*/ 33593 h 1858399"/>
                <a:gd name="connsiteX4" fmla="*/ 1590411 w 2057307"/>
                <a:gd name="connsiteY4" fmla="*/ 113824 h 1858399"/>
                <a:gd name="connsiteX5" fmla="*/ 2054529 w 2057307"/>
                <a:gd name="connsiteY5" fmla="*/ 570660 h 1858399"/>
                <a:gd name="connsiteX6" fmla="*/ 1740714 w 2057307"/>
                <a:gd name="connsiteY6" fmla="*/ 1623460 h 1858399"/>
                <a:gd name="connsiteX7" fmla="*/ 906469 w 2057307"/>
                <a:gd name="connsiteY7" fmla="*/ 1851372 h 1858399"/>
                <a:gd name="connsiteX0" fmla="*/ 896667 w 2047505"/>
                <a:gd name="connsiteY0" fmla="*/ 1851372 h 1856760"/>
                <a:gd name="connsiteX1" fmla="*/ 163490 w 2047505"/>
                <a:gd name="connsiteY1" fmla="*/ 1494935 h 1856760"/>
                <a:gd name="connsiteX2" fmla="*/ 19162 w 2047505"/>
                <a:gd name="connsiteY2" fmla="*/ 576329 h 1856760"/>
                <a:gd name="connsiteX3" fmla="*/ 464131 w 2047505"/>
                <a:gd name="connsiteY3" fmla="*/ 33593 h 1856760"/>
                <a:gd name="connsiteX4" fmla="*/ 1580609 w 2047505"/>
                <a:gd name="connsiteY4" fmla="*/ 113824 h 1856760"/>
                <a:gd name="connsiteX5" fmla="*/ 2044727 w 2047505"/>
                <a:gd name="connsiteY5" fmla="*/ 570660 h 1856760"/>
                <a:gd name="connsiteX6" fmla="*/ 1730912 w 2047505"/>
                <a:gd name="connsiteY6" fmla="*/ 1623460 h 1856760"/>
                <a:gd name="connsiteX7" fmla="*/ 896667 w 2047505"/>
                <a:gd name="connsiteY7" fmla="*/ 1851372 h 1856760"/>
                <a:gd name="connsiteX0" fmla="*/ 896667 w 2003466"/>
                <a:gd name="connsiteY0" fmla="*/ 1851372 h 1856524"/>
                <a:gd name="connsiteX1" fmla="*/ 163490 w 2003466"/>
                <a:gd name="connsiteY1" fmla="*/ 1494935 h 1856524"/>
                <a:gd name="connsiteX2" fmla="*/ 19162 w 2003466"/>
                <a:gd name="connsiteY2" fmla="*/ 576329 h 1856524"/>
                <a:gd name="connsiteX3" fmla="*/ 464131 w 2003466"/>
                <a:gd name="connsiteY3" fmla="*/ 33593 h 1856524"/>
                <a:gd name="connsiteX4" fmla="*/ 1580609 w 2003466"/>
                <a:gd name="connsiteY4" fmla="*/ 113824 h 1856524"/>
                <a:gd name="connsiteX5" fmla="*/ 1999936 w 2003466"/>
                <a:gd name="connsiteY5" fmla="*/ 593341 h 1856524"/>
                <a:gd name="connsiteX6" fmla="*/ 1730912 w 2003466"/>
                <a:gd name="connsiteY6" fmla="*/ 1623460 h 1856524"/>
                <a:gd name="connsiteX7" fmla="*/ 896667 w 2003466"/>
                <a:gd name="connsiteY7" fmla="*/ 1851372 h 1856524"/>
                <a:gd name="connsiteX0" fmla="*/ 824838 w 1931637"/>
                <a:gd name="connsiteY0" fmla="*/ 1856001 h 1861153"/>
                <a:gd name="connsiteX1" fmla="*/ 91661 w 1931637"/>
                <a:gd name="connsiteY1" fmla="*/ 1499564 h 1861153"/>
                <a:gd name="connsiteX2" fmla="*/ 43807 w 1931637"/>
                <a:gd name="connsiteY2" fmla="*/ 643768 h 1861153"/>
                <a:gd name="connsiteX3" fmla="*/ 392302 w 1931637"/>
                <a:gd name="connsiteY3" fmla="*/ 38222 h 1861153"/>
                <a:gd name="connsiteX4" fmla="*/ 1508780 w 1931637"/>
                <a:gd name="connsiteY4" fmla="*/ 118453 h 1861153"/>
                <a:gd name="connsiteX5" fmla="*/ 1928107 w 1931637"/>
                <a:gd name="connsiteY5" fmla="*/ 597970 h 1861153"/>
                <a:gd name="connsiteX6" fmla="*/ 1659083 w 1931637"/>
                <a:gd name="connsiteY6" fmla="*/ 1628089 h 1861153"/>
                <a:gd name="connsiteX7" fmla="*/ 824838 w 1931637"/>
                <a:gd name="connsiteY7" fmla="*/ 1856001 h 1861153"/>
                <a:gd name="connsiteX0" fmla="*/ 824838 w 1931637"/>
                <a:gd name="connsiteY0" fmla="*/ 1874491 h 1879643"/>
                <a:gd name="connsiteX1" fmla="*/ 91661 w 1931637"/>
                <a:gd name="connsiteY1" fmla="*/ 1518054 h 1879643"/>
                <a:gd name="connsiteX2" fmla="*/ 43807 w 1931637"/>
                <a:gd name="connsiteY2" fmla="*/ 662258 h 1879643"/>
                <a:gd name="connsiteX3" fmla="*/ 392302 w 1931637"/>
                <a:gd name="connsiteY3" fmla="*/ 56712 h 1879643"/>
                <a:gd name="connsiteX4" fmla="*/ 953825 w 1931637"/>
                <a:gd name="connsiteY4" fmla="*/ 34971 h 1879643"/>
                <a:gd name="connsiteX5" fmla="*/ 1508780 w 1931637"/>
                <a:gd name="connsiteY5" fmla="*/ 136943 h 1879643"/>
                <a:gd name="connsiteX6" fmla="*/ 1928107 w 1931637"/>
                <a:gd name="connsiteY6" fmla="*/ 616460 h 1879643"/>
                <a:gd name="connsiteX7" fmla="*/ 1659083 w 1931637"/>
                <a:gd name="connsiteY7" fmla="*/ 1646579 h 1879643"/>
                <a:gd name="connsiteX8" fmla="*/ 824838 w 1931637"/>
                <a:gd name="connsiteY8" fmla="*/ 1874491 h 1879643"/>
                <a:gd name="connsiteX0" fmla="*/ 863762 w 1970561"/>
                <a:gd name="connsiteY0" fmla="*/ 1874551 h 1879703"/>
                <a:gd name="connsiteX1" fmla="*/ 130585 w 1970561"/>
                <a:gd name="connsiteY1" fmla="*/ 1518114 h 1879703"/>
                <a:gd name="connsiteX2" fmla="*/ 82731 w 1970561"/>
                <a:gd name="connsiteY2" fmla="*/ 662318 h 1879703"/>
                <a:gd name="connsiteX3" fmla="*/ 992749 w 1970561"/>
                <a:gd name="connsiteY3" fmla="*/ 35031 h 1879703"/>
                <a:gd name="connsiteX4" fmla="*/ 1547704 w 1970561"/>
                <a:gd name="connsiteY4" fmla="*/ 137003 h 1879703"/>
                <a:gd name="connsiteX5" fmla="*/ 1967031 w 1970561"/>
                <a:gd name="connsiteY5" fmla="*/ 616520 h 1879703"/>
                <a:gd name="connsiteX6" fmla="*/ 1698007 w 1970561"/>
                <a:gd name="connsiteY6" fmla="*/ 1646639 h 1879703"/>
                <a:gd name="connsiteX7" fmla="*/ 863762 w 1970561"/>
                <a:gd name="connsiteY7" fmla="*/ 1874551 h 1879703"/>
                <a:gd name="connsiteX0" fmla="*/ 863762 w 2001868"/>
                <a:gd name="connsiteY0" fmla="*/ 1839654 h 1844806"/>
                <a:gd name="connsiteX1" fmla="*/ 130585 w 2001868"/>
                <a:gd name="connsiteY1" fmla="*/ 1483217 h 1844806"/>
                <a:gd name="connsiteX2" fmla="*/ 82731 w 2001868"/>
                <a:gd name="connsiteY2" fmla="*/ 627421 h 1844806"/>
                <a:gd name="connsiteX3" fmla="*/ 992749 w 2001868"/>
                <a:gd name="connsiteY3" fmla="*/ 134 h 1844806"/>
                <a:gd name="connsiteX4" fmla="*/ 1967031 w 2001868"/>
                <a:gd name="connsiteY4" fmla="*/ 581623 h 1844806"/>
                <a:gd name="connsiteX5" fmla="*/ 1698007 w 2001868"/>
                <a:gd name="connsiteY5" fmla="*/ 1611742 h 1844806"/>
                <a:gd name="connsiteX6" fmla="*/ 863762 w 2001868"/>
                <a:gd name="connsiteY6" fmla="*/ 1839654 h 1844806"/>
                <a:gd name="connsiteX0" fmla="*/ 863762 w 2001868"/>
                <a:gd name="connsiteY0" fmla="*/ 1839520 h 1844672"/>
                <a:gd name="connsiteX1" fmla="*/ 130585 w 2001868"/>
                <a:gd name="connsiteY1" fmla="*/ 1483083 h 1844672"/>
                <a:gd name="connsiteX2" fmla="*/ 82731 w 2001868"/>
                <a:gd name="connsiteY2" fmla="*/ 627287 h 1844672"/>
                <a:gd name="connsiteX3" fmla="*/ 992749 w 2001868"/>
                <a:gd name="connsiteY3" fmla="*/ 0 h 1844672"/>
                <a:gd name="connsiteX4" fmla="*/ 1967031 w 2001868"/>
                <a:gd name="connsiteY4" fmla="*/ 581489 h 1844672"/>
                <a:gd name="connsiteX5" fmla="*/ 1698007 w 2001868"/>
                <a:gd name="connsiteY5" fmla="*/ 1611608 h 1844672"/>
                <a:gd name="connsiteX6" fmla="*/ 863762 w 2001868"/>
                <a:gd name="connsiteY6" fmla="*/ 1839520 h 1844672"/>
                <a:gd name="connsiteX0" fmla="*/ 863762 w 2001868"/>
                <a:gd name="connsiteY0" fmla="*/ 1840982 h 1846134"/>
                <a:gd name="connsiteX1" fmla="*/ 130585 w 2001868"/>
                <a:gd name="connsiteY1" fmla="*/ 1484545 h 1846134"/>
                <a:gd name="connsiteX2" fmla="*/ 82731 w 2001868"/>
                <a:gd name="connsiteY2" fmla="*/ 628749 h 1846134"/>
                <a:gd name="connsiteX3" fmla="*/ 992749 w 2001868"/>
                <a:gd name="connsiteY3" fmla="*/ 1462 h 1846134"/>
                <a:gd name="connsiteX4" fmla="*/ 1967031 w 2001868"/>
                <a:gd name="connsiteY4" fmla="*/ 582951 h 1846134"/>
                <a:gd name="connsiteX5" fmla="*/ 1698007 w 2001868"/>
                <a:gd name="connsiteY5" fmla="*/ 1613070 h 1846134"/>
                <a:gd name="connsiteX6" fmla="*/ 863762 w 2001868"/>
                <a:gd name="connsiteY6" fmla="*/ 1840982 h 1846134"/>
                <a:gd name="connsiteX0" fmla="*/ 802969 w 1941075"/>
                <a:gd name="connsiteY0" fmla="*/ 1840523 h 1845675"/>
                <a:gd name="connsiteX1" fmla="*/ 69792 w 1941075"/>
                <a:gd name="connsiteY1" fmla="*/ 1484086 h 1845675"/>
                <a:gd name="connsiteX2" fmla="*/ 127599 w 1941075"/>
                <a:gd name="connsiteY2" fmla="*/ 471263 h 1845675"/>
                <a:gd name="connsiteX3" fmla="*/ 931956 w 1941075"/>
                <a:gd name="connsiteY3" fmla="*/ 1003 h 1845675"/>
                <a:gd name="connsiteX4" fmla="*/ 1906238 w 1941075"/>
                <a:gd name="connsiteY4" fmla="*/ 582492 h 1845675"/>
                <a:gd name="connsiteX5" fmla="*/ 1637214 w 1941075"/>
                <a:gd name="connsiteY5" fmla="*/ 1612611 h 1845675"/>
                <a:gd name="connsiteX6" fmla="*/ 802969 w 1941075"/>
                <a:gd name="connsiteY6" fmla="*/ 1840523 h 1845675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902827 w 1925308"/>
                <a:gd name="connsiteY0" fmla="*/ 1842165 h 1848429"/>
                <a:gd name="connsiteX1" fmla="*/ 76418 w 1925308"/>
                <a:gd name="connsiteY1" fmla="*/ 1483084 h 1848429"/>
                <a:gd name="connsiteX2" fmla="*/ 134225 w 1925308"/>
                <a:gd name="connsiteY2" fmla="*/ 470261 h 1848429"/>
                <a:gd name="connsiteX3" fmla="*/ 938582 w 1925308"/>
                <a:gd name="connsiteY3" fmla="*/ 1 h 1848429"/>
                <a:gd name="connsiteX4" fmla="*/ 1889894 w 1925308"/>
                <a:gd name="connsiteY4" fmla="*/ 471572 h 1848429"/>
                <a:gd name="connsiteX5" fmla="*/ 1643840 w 1925308"/>
                <a:gd name="connsiteY5" fmla="*/ 1611609 h 1848429"/>
                <a:gd name="connsiteX6" fmla="*/ 902827 w 1925308"/>
                <a:gd name="connsiteY6" fmla="*/ 1842165 h 1848429"/>
                <a:gd name="connsiteX0" fmla="*/ 906394 w 1928875"/>
                <a:gd name="connsiteY0" fmla="*/ 1842165 h 1848429"/>
                <a:gd name="connsiteX1" fmla="*/ 79985 w 1928875"/>
                <a:gd name="connsiteY1" fmla="*/ 1483084 h 1848429"/>
                <a:gd name="connsiteX2" fmla="*/ 137792 w 1928875"/>
                <a:gd name="connsiteY2" fmla="*/ 470261 h 1848429"/>
                <a:gd name="connsiteX3" fmla="*/ 1012641 w 1928875"/>
                <a:gd name="connsiteY3" fmla="*/ 1 h 1848429"/>
                <a:gd name="connsiteX4" fmla="*/ 1893461 w 1928875"/>
                <a:gd name="connsiteY4" fmla="*/ 471572 h 1848429"/>
                <a:gd name="connsiteX5" fmla="*/ 1647407 w 1928875"/>
                <a:gd name="connsiteY5" fmla="*/ 1611609 h 1848429"/>
                <a:gd name="connsiteX6" fmla="*/ 906394 w 1928875"/>
                <a:gd name="connsiteY6" fmla="*/ 1842165 h 1848429"/>
                <a:gd name="connsiteX0" fmla="*/ 906394 w 1928875"/>
                <a:gd name="connsiteY0" fmla="*/ 1848789 h 1855053"/>
                <a:gd name="connsiteX1" fmla="*/ 79985 w 1928875"/>
                <a:gd name="connsiteY1" fmla="*/ 1489708 h 1855053"/>
                <a:gd name="connsiteX2" fmla="*/ 137792 w 1928875"/>
                <a:gd name="connsiteY2" fmla="*/ 476885 h 1855053"/>
                <a:gd name="connsiteX3" fmla="*/ 1012641 w 1928875"/>
                <a:gd name="connsiteY3" fmla="*/ 6625 h 1855053"/>
                <a:gd name="connsiteX4" fmla="*/ 1893461 w 1928875"/>
                <a:gd name="connsiteY4" fmla="*/ 478196 h 1855053"/>
                <a:gd name="connsiteX5" fmla="*/ 1647407 w 1928875"/>
                <a:gd name="connsiteY5" fmla="*/ 1618233 h 1855053"/>
                <a:gd name="connsiteX6" fmla="*/ 906394 w 1928875"/>
                <a:gd name="connsiteY6" fmla="*/ 1848789 h 1855053"/>
                <a:gd name="connsiteX0" fmla="*/ 906747 w 1929228"/>
                <a:gd name="connsiteY0" fmla="*/ 1838396 h 1844660"/>
                <a:gd name="connsiteX1" fmla="*/ 80338 w 1929228"/>
                <a:gd name="connsiteY1" fmla="*/ 1479315 h 1844660"/>
                <a:gd name="connsiteX2" fmla="*/ 138145 w 1929228"/>
                <a:gd name="connsiteY2" fmla="*/ 466492 h 1844660"/>
                <a:gd name="connsiteX3" fmla="*/ 1019816 w 1929228"/>
                <a:gd name="connsiteY3" fmla="*/ 6810 h 1844660"/>
                <a:gd name="connsiteX4" fmla="*/ 1893814 w 1929228"/>
                <a:gd name="connsiteY4" fmla="*/ 467803 h 1844660"/>
                <a:gd name="connsiteX5" fmla="*/ 1647760 w 1929228"/>
                <a:gd name="connsiteY5" fmla="*/ 1607840 h 1844660"/>
                <a:gd name="connsiteX6" fmla="*/ 906747 w 1929228"/>
                <a:gd name="connsiteY6" fmla="*/ 1838396 h 1844660"/>
                <a:gd name="connsiteX0" fmla="*/ 887278 w 1928271"/>
                <a:gd name="connsiteY0" fmla="*/ 1833108 h 1839774"/>
                <a:gd name="connsiteX1" fmla="*/ 79061 w 1928271"/>
                <a:gd name="connsiteY1" fmla="*/ 1479315 h 1839774"/>
                <a:gd name="connsiteX2" fmla="*/ 136868 w 1928271"/>
                <a:gd name="connsiteY2" fmla="*/ 466492 h 1839774"/>
                <a:gd name="connsiteX3" fmla="*/ 1018539 w 1928271"/>
                <a:gd name="connsiteY3" fmla="*/ 6810 h 1839774"/>
                <a:gd name="connsiteX4" fmla="*/ 1892537 w 1928271"/>
                <a:gd name="connsiteY4" fmla="*/ 467803 h 1839774"/>
                <a:gd name="connsiteX5" fmla="*/ 1646483 w 1928271"/>
                <a:gd name="connsiteY5" fmla="*/ 1607840 h 1839774"/>
                <a:gd name="connsiteX6" fmla="*/ 887278 w 1928271"/>
                <a:gd name="connsiteY6" fmla="*/ 1833108 h 1839774"/>
                <a:gd name="connsiteX0" fmla="*/ 1892537 w 1979857"/>
                <a:gd name="connsiteY0" fmla="*/ 467803 h 1839774"/>
                <a:gd name="connsiteX1" fmla="*/ 1646483 w 1979857"/>
                <a:gd name="connsiteY1" fmla="*/ 1607840 h 1839774"/>
                <a:gd name="connsiteX2" fmla="*/ 887278 w 1979857"/>
                <a:gd name="connsiteY2" fmla="*/ 1833108 h 1839774"/>
                <a:gd name="connsiteX3" fmla="*/ 79061 w 1979857"/>
                <a:gd name="connsiteY3" fmla="*/ 1479315 h 1839774"/>
                <a:gd name="connsiteX4" fmla="*/ 136868 w 1979857"/>
                <a:gd name="connsiteY4" fmla="*/ 466492 h 1839774"/>
                <a:gd name="connsiteX5" fmla="*/ 1018539 w 1979857"/>
                <a:gd name="connsiteY5" fmla="*/ 6810 h 1839774"/>
                <a:gd name="connsiteX6" fmla="*/ 1979857 w 1979857"/>
                <a:gd name="connsiteY6" fmla="*/ 569350 h 1839774"/>
                <a:gd name="connsiteX0" fmla="*/ 1892537 w 1928271"/>
                <a:gd name="connsiteY0" fmla="*/ 467803 h 1839774"/>
                <a:gd name="connsiteX1" fmla="*/ 1646483 w 1928271"/>
                <a:gd name="connsiteY1" fmla="*/ 1607840 h 1839774"/>
                <a:gd name="connsiteX2" fmla="*/ 887278 w 1928271"/>
                <a:gd name="connsiteY2" fmla="*/ 1833108 h 1839774"/>
                <a:gd name="connsiteX3" fmla="*/ 79061 w 1928271"/>
                <a:gd name="connsiteY3" fmla="*/ 1479315 h 1839774"/>
                <a:gd name="connsiteX4" fmla="*/ 136868 w 1928271"/>
                <a:gd name="connsiteY4" fmla="*/ 466492 h 1839774"/>
                <a:gd name="connsiteX5" fmla="*/ 1018539 w 1928271"/>
                <a:gd name="connsiteY5" fmla="*/ 6810 h 1839774"/>
                <a:gd name="connsiteX0" fmla="*/ 1646483 w 1646483"/>
                <a:gd name="connsiteY0" fmla="*/ 1607840 h 1839774"/>
                <a:gd name="connsiteX1" fmla="*/ 887278 w 1646483"/>
                <a:gd name="connsiteY1" fmla="*/ 1833108 h 1839774"/>
                <a:gd name="connsiteX2" fmla="*/ 79061 w 1646483"/>
                <a:gd name="connsiteY2" fmla="*/ 1479315 h 1839774"/>
                <a:gd name="connsiteX3" fmla="*/ 136868 w 1646483"/>
                <a:gd name="connsiteY3" fmla="*/ 466492 h 1839774"/>
                <a:gd name="connsiteX4" fmla="*/ 1018539 w 1646483"/>
                <a:gd name="connsiteY4" fmla="*/ 6810 h 1839774"/>
                <a:gd name="connsiteX0" fmla="*/ 887278 w 1018539"/>
                <a:gd name="connsiteY0" fmla="*/ 1833108 h 1833107"/>
                <a:gd name="connsiteX1" fmla="*/ 79061 w 1018539"/>
                <a:gd name="connsiteY1" fmla="*/ 1479315 h 1833107"/>
                <a:gd name="connsiteX2" fmla="*/ 136868 w 1018539"/>
                <a:gd name="connsiteY2" fmla="*/ 466492 h 1833107"/>
                <a:gd name="connsiteX3" fmla="*/ 1018539 w 1018539"/>
                <a:gd name="connsiteY3" fmla="*/ 6810 h 1833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8539" h="1833107">
                  <a:moveTo>
                    <a:pt x="887278" y="1833108"/>
                  </a:moveTo>
                  <a:cubicBezTo>
                    <a:pt x="626041" y="1811687"/>
                    <a:pt x="204129" y="1707084"/>
                    <a:pt x="79061" y="1479315"/>
                  </a:cubicBezTo>
                  <a:cubicBezTo>
                    <a:pt x="-46007" y="1251546"/>
                    <a:pt x="-19712" y="711910"/>
                    <a:pt x="136868" y="466492"/>
                  </a:cubicBezTo>
                  <a:cubicBezTo>
                    <a:pt x="293448" y="221075"/>
                    <a:pt x="562773" y="-46297"/>
                    <a:pt x="1018539" y="6810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2060154-0525-12C7-73A4-DA6C2760141D}"/>
                    </a:ext>
                  </a:extLst>
                </p:cNvPr>
                <p:cNvSpPr txBox="1"/>
                <p:nvPr/>
              </p:nvSpPr>
              <p:spPr>
                <a:xfrm>
                  <a:off x="4705677" y="4462288"/>
                  <a:ext cx="503000" cy="5590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4000" b="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2060154-0525-12C7-73A4-DA6C276014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5677" y="4462288"/>
                  <a:ext cx="503000" cy="55900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9B8EA90-8525-89C2-AD4A-28FD2B613A7B}"/>
                </a:ext>
              </a:extLst>
            </p:cNvPr>
            <p:cNvSpPr/>
            <p:nvPr/>
          </p:nvSpPr>
          <p:spPr>
            <a:xfrm>
              <a:off x="5814493" y="4668147"/>
              <a:ext cx="1090109" cy="1650532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14158"/>
                <a:gd name="connsiteY0" fmla="*/ 1035443 h 1062699"/>
                <a:gd name="connsiteX1" fmla="*/ 573003 w 2414158"/>
                <a:gd name="connsiteY1" fmla="*/ 73895 h 1062699"/>
                <a:gd name="connsiteX2" fmla="*/ 1689481 w 2414158"/>
                <a:gd name="connsiteY2" fmla="*/ 154126 h 1062699"/>
                <a:gd name="connsiteX3" fmla="*/ 2347696 w 2414158"/>
                <a:gd name="connsiteY3" fmla="*/ 860459 h 1062699"/>
                <a:gd name="connsiteX4" fmla="*/ 2397188 w 2414158"/>
                <a:gd name="connsiteY4" fmla="*/ 1062699 h 1062699"/>
                <a:gd name="connsiteX0" fmla="*/ 222 w 2414158"/>
                <a:gd name="connsiteY0" fmla="*/ 1026067 h 1053323"/>
                <a:gd name="connsiteX1" fmla="*/ 573003 w 2414158"/>
                <a:gd name="connsiteY1" fmla="*/ 64519 h 1053323"/>
                <a:gd name="connsiteX2" fmla="*/ 1689481 w 2414158"/>
                <a:gd name="connsiteY2" fmla="*/ 144750 h 1053323"/>
                <a:gd name="connsiteX3" fmla="*/ 2153599 w 2414158"/>
                <a:gd name="connsiteY3" fmla="*/ 601586 h 1053323"/>
                <a:gd name="connsiteX4" fmla="*/ 2347696 w 2414158"/>
                <a:gd name="connsiteY4" fmla="*/ 851083 h 1053323"/>
                <a:gd name="connsiteX5" fmla="*/ 2397188 w 2414158"/>
                <a:gd name="connsiteY5" fmla="*/ 1053323 h 1053323"/>
                <a:gd name="connsiteX0" fmla="*/ 25047 w 2438983"/>
                <a:gd name="connsiteY0" fmla="*/ 1010621 h 1037877"/>
                <a:gd name="connsiteX1" fmla="*/ 48346 w 2438983"/>
                <a:gd name="connsiteY1" fmla="*/ 801615 h 1037877"/>
                <a:gd name="connsiteX2" fmla="*/ 597828 w 2438983"/>
                <a:gd name="connsiteY2" fmla="*/ 49073 h 1037877"/>
                <a:gd name="connsiteX3" fmla="*/ 1714306 w 2438983"/>
                <a:gd name="connsiteY3" fmla="*/ 129304 h 1037877"/>
                <a:gd name="connsiteX4" fmla="*/ 2178424 w 2438983"/>
                <a:gd name="connsiteY4" fmla="*/ 586140 h 1037877"/>
                <a:gd name="connsiteX5" fmla="*/ 2372521 w 2438983"/>
                <a:gd name="connsiteY5" fmla="*/ 835637 h 1037877"/>
                <a:gd name="connsiteX6" fmla="*/ 2422013 w 2438983"/>
                <a:gd name="connsiteY6" fmla="*/ 1037877 h 1037877"/>
                <a:gd name="connsiteX0" fmla="*/ 25047 w 2438983"/>
                <a:gd name="connsiteY0" fmla="*/ 995141 h 1022397"/>
                <a:gd name="connsiteX1" fmla="*/ 48346 w 2438983"/>
                <a:gd name="connsiteY1" fmla="*/ 786135 h 1022397"/>
                <a:gd name="connsiteX2" fmla="*/ 152859 w 2438983"/>
                <a:gd name="connsiteY2" fmla="*/ 576329 h 1022397"/>
                <a:gd name="connsiteX3" fmla="*/ 597828 w 2438983"/>
                <a:gd name="connsiteY3" fmla="*/ 33593 h 1022397"/>
                <a:gd name="connsiteX4" fmla="*/ 1714306 w 2438983"/>
                <a:gd name="connsiteY4" fmla="*/ 113824 h 1022397"/>
                <a:gd name="connsiteX5" fmla="*/ 2178424 w 2438983"/>
                <a:gd name="connsiteY5" fmla="*/ 570660 h 1022397"/>
                <a:gd name="connsiteX6" fmla="*/ 2372521 w 2438983"/>
                <a:gd name="connsiteY6" fmla="*/ 820157 h 1022397"/>
                <a:gd name="connsiteX7" fmla="*/ 2422013 w 2438983"/>
                <a:gd name="connsiteY7" fmla="*/ 1022397 h 1022397"/>
                <a:gd name="connsiteX0" fmla="*/ 1166345 w 2395799"/>
                <a:gd name="connsiteY0" fmla="*/ 1879724 h 1879724"/>
                <a:gd name="connsiteX1" fmla="*/ 5162 w 2395799"/>
                <a:gd name="connsiteY1" fmla="*/ 786135 h 1879724"/>
                <a:gd name="connsiteX2" fmla="*/ 109675 w 2395799"/>
                <a:gd name="connsiteY2" fmla="*/ 576329 h 1879724"/>
                <a:gd name="connsiteX3" fmla="*/ 554644 w 2395799"/>
                <a:gd name="connsiteY3" fmla="*/ 33593 h 1879724"/>
                <a:gd name="connsiteX4" fmla="*/ 1671122 w 2395799"/>
                <a:gd name="connsiteY4" fmla="*/ 113824 h 1879724"/>
                <a:gd name="connsiteX5" fmla="*/ 2135240 w 2395799"/>
                <a:gd name="connsiteY5" fmla="*/ 570660 h 1879724"/>
                <a:gd name="connsiteX6" fmla="*/ 2329337 w 2395799"/>
                <a:gd name="connsiteY6" fmla="*/ 820157 h 1879724"/>
                <a:gd name="connsiteX7" fmla="*/ 2378829 w 2395799"/>
                <a:gd name="connsiteY7" fmla="*/ 1022397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0" fmla="*/ 1166345 w 2338027"/>
                <a:gd name="connsiteY0" fmla="*/ 1879724 h 1879724"/>
                <a:gd name="connsiteX1" fmla="*/ 5162 w 2338027"/>
                <a:gd name="connsiteY1" fmla="*/ 786135 h 1879724"/>
                <a:gd name="connsiteX2" fmla="*/ 109675 w 2338027"/>
                <a:gd name="connsiteY2" fmla="*/ 576329 h 1879724"/>
                <a:gd name="connsiteX3" fmla="*/ 554644 w 2338027"/>
                <a:gd name="connsiteY3" fmla="*/ 33593 h 1879724"/>
                <a:gd name="connsiteX4" fmla="*/ 1671122 w 2338027"/>
                <a:gd name="connsiteY4" fmla="*/ 113824 h 1879724"/>
                <a:gd name="connsiteX5" fmla="*/ 2135240 w 2338027"/>
                <a:gd name="connsiteY5" fmla="*/ 570660 h 1879724"/>
                <a:gd name="connsiteX6" fmla="*/ 2329337 w 2338027"/>
                <a:gd name="connsiteY6" fmla="*/ 820157 h 1879724"/>
                <a:gd name="connsiteX7" fmla="*/ 1333697 w 2338027"/>
                <a:gd name="connsiteY7" fmla="*/ 1804912 h 1879724"/>
                <a:gd name="connsiteX8" fmla="*/ 1166345 w 2338027"/>
                <a:gd name="connsiteY8" fmla="*/ 1879724 h 1879724"/>
                <a:gd name="connsiteX0" fmla="*/ 1166345 w 2338507"/>
                <a:gd name="connsiteY0" fmla="*/ 1879724 h 1879724"/>
                <a:gd name="connsiteX1" fmla="*/ 5162 w 2338507"/>
                <a:gd name="connsiteY1" fmla="*/ 786135 h 1879724"/>
                <a:gd name="connsiteX2" fmla="*/ 109675 w 2338507"/>
                <a:gd name="connsiteY2" fmla="*/ 576329 h 1879724"/>
                <a:gd name="connsiteX3" fmla="*/ 554644 w 2338507"/>
                <a:gd name="connsiteY3" fmla="*/ 33593 h 1879724"/>
                <a:gd name="connsiteX4" fmla="*/ 1671122 w 2338507"/>
                <a:gd name="connsiteY4" fmla="*/ 113824 h 1879724"/>
                <a:gd name="connsiteX5" fmla="*/ 2135240 w 2338507"/>
                <a:gd name="connsiteY5" fmla="*/ 570660 h 1879724"/>
                <a:gd name="connsiteX6" fmla="*/ 2329337 w 2338507"/>
                <a:gd name="connsiteY6" fmla="*/ 820157 h 1879724"/>
                <a:gd name="connsiteX7" fmla="*/ 1333697 w 2338507"/>
                <a:gd name="connsiteY7" fmla="*/ 1804912 h 1879724"/>
                <a:gd name="connsiteX8" fmla="*/ 1166345 w 2338507"/>
                <a:gd name="connsiteY8" fmla="*/ 1879724 h 1879724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183 w 2333345"/>
                <a:gd name="connsiteY0" fmla="*/ 1879724 h 1880231"/>
                <a:gd name="connsiteX1" fmla="*/ 0 w 2333345"/>
                <a:gd name="connsiteY1" fmla="*/ 786135 h 1880231"/>
                <a:gd name="connsiteX2" fmla="*/ 104513 w 2333345"/>
                <a:gd name="connsiteY2" fmla="*/ 576329 h 1880231"/>
                <a:gd name="connsiteX3" fmla="*/ 549482 w 2333345"/>
                <a:gd name="connsiteY3" fmla="*/ 33593 h 1880231"/>
                <a:gd name="connsiteX4" fmla="*/ 1665960 w 2333345"/>
                <a:gd name="connsiteY4" fmla="*/ 113824 h 1880231"/>
                <a:gd name="connsiteX5" fmla="*/ 2130078 w 2333345"/>
                <a:gd name="connsiteY5" fmla="*/ 570660 h 1880231"/>
                <a:gd name="connsiteX6" fmla="*/ 2324175 w 2333345"/>
                <a:gd name="connsiteY6" fmla="*/ 820157 h 1880231"/>
                <a:gd name="connsiteX7" fmla="*/ 1328535 w 2333345"/>
                <a:gd name="connsiteY7" fmla="*/ 1804912 h 1880231"/>
                <a:gd name="connsiteX8" fmla="*/ 1161183 w 2333345"/>
                <a:gd name="connsiteY8" fmla="*/ 1879724 h 1880231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161531 w 2333693"/>
                <a:gd name="connsiteY0" fmla="*/ 1879724 h 1879724"/>
                <a:gd name="connsiteX1" fmla="*/ 348 w 2333693"/>
                <a:gd name="connsiteY1" fmla="*/ 786135 h 1879724"/>
                <a:gd name="connsiteX2" fmla="*/ 104861 w 2333693"/>
                <a:gd name="connsiteY2" fmla="*/ 576329 h 1879724"/>
                <a:gd name="connsiteX3" fmla="*/ 549830 w 2333693"/>
                <a:gd name="connsiteY3" fmla="*/ 33593 h 1879724"/>
                <a:gd name="connsiteX4" fmla="*/ 1666308 w 2333693"/>
                <a:gd name="connsiteY4" fmla="*/ 113824 h 1879724"/>
                <a:gd name="connsiteX5" fmla="*/ 2130426 w 2333693"/>
                <a:gd name="connsiteY5" fmla="*/ 570660 h 1879724"/>
                <a:gd name="connsiteX6" fmla="*/ 2324523 w 2333693"/>
                <a:gd name="connsiteY6" fmla="*/ 820157 h 1879724"/>
                <a:gd name="connsiteX7" fmla="*/ 1328883 w 2333693"/>
                <a:gd name="connsiteY7" fmla="*/ 1804912 h 1879724"/>
                <a:gd name="connsiteX8" fmla="*/ 1161531 w 2333693"/>
                <a:gd name="connsiteY8" fmla="*/ 1879724 h 1879724"/>
                <a:gd name="connsiteX0" fmla="*/ 1067167 w 2239329"/>
                <a:gd name="connsiteY0" fmla="*/ 1879724 h 1895998"/>
                <a:gd name="connsiteX1" fmla="*/ 119987 w 2239329"/>
                <a:gd name="connsiteY1" fmla="*/ 1466583 h 1895998"/>
                <a:gd name="connsiteX2" fmla="*/ 10497 w 2239329"/>
                <a:gd name="connsiteY2" fmla="*/ 576329 h 1895998"/>
                <a:gd name="connsiteX3" fmla="*/ 455466 w 2239329"/>
                <a:gd name="connsiteY3" fmla="*/ 33593 h 1895998"/>
                <a:gd name="connsiteX4" fmla="*/ 1571944 w 2239329"/>
                <a:gd name="connsiteY4" fmla="*/ 113824 h 1895998"/>
                <a:gd name="connsiteX5" fmla="*/ 2036062 w 2239329"/>
                <a:gd name="connsiteY5" fmla="*/ 570660 h 1895998"/>
                <a:gd name="connsiteX6" fmla="*/ 2230159 w 2239329"/>
                <a:gd name="connsiteY6" fmla="*/ 820157 h 1895998"/>
                <a:gd name="connsiteX7" fmla="*/ 1234519 w 2239329"/>
                <a:gd name="connsiteY7" fmla="*/ 1804912 h 1895998"/>
                <a:gd name="connsiteX8" fmla="*/ 1067167 w 2239329"/>
                <a:gd name="connsiteY8" fmla="*/ 1879724 h 1895998"/>
                <a:gd name="connsiteX0" fmla="*/ 870368 w 2258141"/>
                <a:gd name="connsiteY0" fmla="*/ 1726623 h 1865337"/>
                <a:gd name="connsiteX1" fmla="*/ 137191 w 2258141"/>
                <a:gd name="connsiteY1" fmla="*/ 1466583 h 1865337"/>
                <a:gd name="connsiteX2" fmla="*/ 27701 w 2258141"/>
                <a:gd name="connsiteY2" fmla="*/ 576329 h 1865337"/>
                <a:gd name="connsiteX3" fmla="*/ 472670 w 2258141"/>
                <a:gd name="connsiteY3" fmla="*/ 33593 h 1865337"/>
                <a:gd name="connsiteX4" fmla="*/ 1589148 w 2258141"/>
                <a:gd name="connsiteY4" fmla="*/ 113824 h 1865337"/>
                <a:gd name="connsiteX5" fmla="*/ 2053266 w 2258141"/>
                <a:gd name="connsiteY5" fmla="*/ 570660 h 1865337"/>
                <a:gd name="connsiteX6" fmla="*/ 2247363 w 2258141"/>
                <a:gd name="connsiteY6" fmla="*/ 820157 h 1865337"/>
                <a:gd name="connsiteX7" fmla="*/ 1251723 w 2258141"/>
                <a:gd name="connsiteY7" fmla="*/ 1804912 h 1865337"/>
                <a:gd name="connsiteX8" fmla="*/ 870368 w 2258141"/>
                <a:gd name="connsiteY8" fmla="*/ 1726623 h 1865337"/>
                <a:gd name="connsiteX0" fmla="*/ 870368 w 2251149"/>
                <a:gd name="connsiteY0" fmla="*/ 1726623 h 1752456"/>
                <a:gd name="connsiteX1" fmla="*/ 137191 w 2251149"/>
                <a:gd name="connsiteY1" fmla="*/ 1466583 h 1752456"/>
                <a:gd name="connsiteX2" fmla="*/ 27701 w 2251149"/>
                <a:gd name="connsiteY2" fmla="*/ 576329 h 1752456"/>
                <a:gd name="connsiteX3" fmla="*/ 472670 w 2251149"/>
                <a:gd name="connsiteY3" fmla="*/ 33593 h 1752456"/>
                <a:gd name="connsiteX4" fmla="*/ 1589148 w 2251149"/>
                <a:gd name="connsiteY4" fmla="*/ 113824 h 1752456"/>
                <a:gd name="connsiteX5" fmla="*/ 2053266 w 2251149"/>
                <a:gd name="connsiteY5" fmla="*/ 570660 h 1752456"/>
                <a:gd name="connsiteX6" fmla="*/ 2247363 w 2251149"/>
                <a:gd name="connsiteY6" fmla="*/ 820157 h 1752456"/>
                <a:gd name="connsiteX7" fmla="*/ 1898709 w 2251149"/>
                <a:gd name="connsiteY7" fmla="*/ 1640471 h 1752456"/>
                <a:gd name="connsiteX8" fmla="*/ 870368 w 2251149"/>
                <a:gd name="connsiteY8" fmla="*/ 1726623 h 1752456"/>
                <a:gd name="connsiteX0" fmla="*/ 870368 w 2080001"/>
                <a:gd name="connsiteY0" fmla="*/ 1726623 h 1766694"/>
                <a:gd name="connsiteX1" fmla="*/ 137191 w 2080001"/>
                <a:gd name="connsiteY1" fmla="*/ 1466583 h 1766694"/>
                <a:gd name="connsiteX2" fmla="*/ 27701 w 2080001"/>
                <a:gd name="connsiteY2" fmla="*/ 576329 h 1766694"/>
                <a:gd name="connsiteX3" fmla="*/ 472670 w 2080001"/>
                <a:gd name="connsiteY3" fmla="*/ 33593 h 1766694"/>
                <a:gd name="connsiteX4" fmla="*/ 1589148 w 2080001"/>
                <a:gd name="connsiteY4" fmla="*/ 113824 h 1766694"/>
                <a:gd name="connsiteX5" fmla="*/ 2053266 w 2080001"/>
                <a:gd name="connsiteY5" fmla="*/ 570660 h 1766694"/>
                <a:gd name="connsiteX6" fmla="*/ 1898709 w 2080001"/>
                <a:gd name="connsiteY6" fmla="*/ 1640471 h 1766694"/>
                <a:gd name="connsiteX7" fmla="*/ 870368 w 2080001"/>
                <a:gd name="connsiteY7" fmla="*/ 1726623 h 1766694"/>
                <a:gd name="connsiteX0" fmla="*/ 870368 w 2056137"/>
                <a:gd name="connsiteY0" fmla="*/ 1726623 h 1757803"/>
                <a:gd name="connsiteX1" fmla="*/ 137191 w 2056137"/>
                <a:gd name="connsiteY1" fmla="*/ 1466583 h 1757803"/>
                <a:gd name="connsiteX2" fmla="*/ 27701 w 2056137"/>
                <a:gd name="connsiteY2" fmla="*/ 576329 h 1757803"/>
                <a:gd name="connsiteX3" fmla="*/ 472670 w 2056137"/>
                <a:gd name="connsiteY3" fmla="*/ 33593 h 1757803"/>
                <a:gd name="connsiteX4" fmla="*/ 1589148 w 2056137"/>
                <a:gd name="connsiteY4" fmla="*/ 113824 h 1757803"/>
                <a:gd name="connsiteX5" fmla="*/ 2053266 w 2056137"/>
                <a:gd name="connsiteY5" fmla="*/ 570660 h 1757803"/>
                <a:gd name="connsiteX6" fmla="*/ 1739451 w 2056137"/>
                <a:gd name="connsiteY6" fmla="*/ 1623460 h 1757803"/>
                <a:gd name="connsiteX7" fmla="*/ 870368 w 2056137"/>
                <a:gd name="connsiteY7" fmla="*/ 1726623 h 1757803"/>
                <a:gd name="connsiteX0" fmla="*/ 906469 w 2057307"/>
                <a:gd name="connsiteY0" fmla="*/ 1851372 h 1858399"/>
                <a:gd name="connsiteX1" fmla="*/ 138454 w 2057307"/>
                <a:gd name="connsiteY1" fmla="*/ 1466583 h 1858399"/>
                <a:gd name="connsiteX2" fmla="*/ 28964 w 2057307"/>
                <a:gd name="connsiteY2" fmla="*/ 576329 h 1858399"/>
                <a:gd name="connsiteX3" fmla="*/ 473933 w 2057307"/>
                <a:gd name="connsiteY3" fmla="*/ 33593 h 1858399"/>
                <a:gd name="connsiteX4" fmla="*/ 1590411 w 2057307"/>
                <a:gd name="connsiteY4" fmla="*/ 113824 h 1858399"/>
                <a:gd name="connsiteX5" fmla="*/ 2054529 w 2057307"/>
                <a:gd name="connsiteY5" fmla="*/ 570660 h 1858399"/>
                <a:gd name="connsiteX6" fmla="*/ 1740714 w 2057307"/>
                <a:gd name="connsiteY6" fmla="*/ 1623460 h 1858399"/>
                <a:gd name="connsiteX7" fmla="*/ 906469 w 2057307"/>
                <a:gd name="connsiteY7" fmla="*/ 1851372 h 1858399"/>
                <a:gd name="connsiteX0" fmla="*/ 896667 w 2047505"/>
                <a:gd name="connsiteY0" fmla="*/ 1851372 h 1856760"/>
                <a:gd name="connsiteX1" fmla="*/ 163490 w 2047505"/>
                <a:gd name="connsiteY1" fmla="*/ 1494935 h 1856760"/>
                <a:gd name="connsiteX2" fmla="*/ 19162 w 2047505"/>
                <a:gd name="connsiteY2" fmla="*/ 576329 h 1856760"/>
                <a:gd name="connsiteX3" fmla="*/ 464131 w 2047505"/>
                <a:gd name="connsiteY3" fmla="*/ 33593 h 1856760"/>
                <a:gd name="connsiteX4" fmla="*/ 1580609 w 2047505"/>
                <a:gd name="connsiteY4" fmla="*/ 113824 h 1856760"/>
                <a:gd name="connsiteX5" fmla="*/ 2044727 w 2047505"/>
                <a:gd name="connsiteY5" fmla="*/ 570660 h 1856760"/>
                <a:gd name="connsiteX6" fmla="*/ 1730912 w 2047505"/>
                <a:gd name="connsiteY6" fmla="*/ 1623460 h 1856760"/>
                <a:gd name="connsiteX7" fmla="*/ 896667 w 2047505"/>
                <a:gd name="connsiteY7" fmla="*/ 1851372 h 1856760"/>
                <a:gd name="connsiteX0" fmla="*/ 896667 w 2003466"/>
                <a:gd name="connsiteY0" fmla="*/ 1851372 h 1856524"/>
                <a:gd name="connsiteX1" fmla="*/ 163490 w 2003466"/>
                <a:gd name="connsiteY1" fmla="*/ 1494935 h 1856524"/>
                <a:gd name="connsiteX2" fmla="*/ 19162 w 2003466"/>
                <a:gd name="connsiteY2" fmla="*/ 576329 h 1856524"/>
                <a:gd name="connsiteX3" fmla="*/ 464131 w 2003466"/>
                <a:gd name="connsiteY3" fmla="*/ 33593 h 1856524"/>
                <a:gd name="connsiteX4" fmla="*/ 1580609 w 2003466"/>
                <a:gd name="connsiteY4" fmla="*/ 113824 h 1856524"/>
                <a:gd name="connsiteX5" fmla="*/ 1999936 w 2003466"/>
                <a:gd name="connsiteY5" fmla="*/ 593341 h 1856524"/>
                <a:gd name="connsiteX6" fmla="*/ 1730912 w 2003466"/>
                <a:gd name="connsiteY6" fmla="*/ 1623460 h 1856524"/>
                <a:gd name="connsiteX7" fmla="*/ 896667 w 2003466"/>
                <a:gd name="connsiteY7" fmla="*/ 1851372 h 1856524"/>
                <a:gd name="connsiteX0" fmla="*/ 824838 w 1931637"/>
                <a:gd name="connsiteY0" fmla="*/ 1856001 h 1861153"/>
                <a:gd name="connsiteX1" fmla="*/ 91661 w 1931637"/>
                <a:gd name="connsiteY1" fmla="*/ 1499564 h 1861153"/>
                <a:gd name="connsiteX2" fmla="*/ 43807 w 1931637"/>
                <a:gd name="connsiteY2" fmla="*/ 643768 h 1861153"/>
                <a:gd name="connsiteX3" fmla="*/ 392302 w 1931637"/>
                <a:gd name="connsiteY3" fmla="*/ 38222 h 1861153"/>
                <a:gd name="connsiteX4" fmla="*/ 1508780 w 1931637"/>
                <a:gd name="connsiteY4" fmla="*/ 118453 h 1861153"/>
                <a:gd name="connsiteX5" fmla="*/ 1928107 w 1931637"/>
                <a:gd name="connsiteY5" fmla="*/ 597970 h 1861153"/>
                <a:gd name="connsiteX6" fmla="*/ 1659083 w 1931637"/>
                <a:gd name="connsiteY6" fmla="*/ 1628089 h 1861153"/>
                <a:gd name="connsiteX7" fmla="*/ 824838 w 1931637"/>
                <a:gd name="connsiteY7" fmla="*/ 1856001 h 1861153"/>
                <a:gd name="connsiteX0" fmla="*/ 824838 w 1931637"/>
                <a:gd name="connsiteY0" fmla="*/ 1874491 h 1879643"/>
                <a:gd name="connsiteX1" fmla="*/ 91661 w 1931637"/>
                <a:gd name="connsiteY1" fmla="*/ 1518054 h 1879643"/>
                <a:gd name="connsiteX2" fmla="*/ 43807 w 1931637"/>
                <a:gd name="connsiteY2" fmla="*/ 662258 h 1879643"/>
                <a:gd name="connsiteX3" fmla="*/ 392302 w 1931637"/>
                <a:gd name="connsiteY3" fmla="*/ 56712 h 1879643"/>
                <a:gd name="connsiteX4" fmla="*/ 953825 w 1931637"/>
                <a:gd name="connsiteY4" fmla="*/ 34971 h 1879643"/>
                <a:gd name="connsiteX5" fmla="*/ 1508780 w 1931637"/>
                <a:gd name="connsiteY5" fmla="*/ 136943 h 1879643"/>
                <a:gd name="connsiteX6" fmla="*/ 1928107 w 1931637"/>
                <a:gd name="connsiteY6" fmla="*/ 616460 h 1879643"/>
                <a:gd name="connsiteX7" fmla="*/ 1659083 w 1931637"/>
                <a:gd name="connsiteY7" fmla="*/ 1646579 h 1879643"/>
                <a:gd name="connsiteX8" fmla="*/ 824838 w 1931637"/>
                <a:gd name="connsiteY8" fmla="*/ 1874491 h 1879643"/>
                <a:gd name="connsiteX0" fmla="*/ 863762 w 1970561"/>
                <a:gd name="connsiteY0" fmla="*/ 1874551 h 1879703"/>
                <a:gd name="connsiteX1" fmla="*/ 130585 w 1970561"/>
                <a:gd name="connsiteY1" fmla="*/ 1518114 h 1879703"/>
                <a:gd name="connsiteX2" fmla="*/ 82731 w 1970561"/>
                <a:gd name="connsiteY2" fmla="*/ 662318 h 1879703"/>
                <a:gd name="connsiteX3" fmla="*/ 992749 w 1970561"/>
                <a:gd name="connsiteY3" fmla="*/ 35031 h 1879703"/>
                <a:gd name="connsiteX4" fmla="*/ 1547704 w 1970561"/>
                <a:gd name="connsiteY4" fmla="*/ 137003 h 1879703"/>
                <a:gd name="connsiteX5" fmla="*/ 1967031 w 1970561"/>
                <a:gd name="connsiteY5" fmla="*/ 616520 h 1879703"/>
                <a:gd name="connsiteX6" fmla="*/ 1698007 w 1970561"/>
                <a:gd name="connsiteY6" fmla="*/ 1646639 h 1879703"/>
                <a:gd name="connsiteX7" fmla="*/ 863762 w 1970561"/>
                <a:gd name="connsiteY7" fmla="*/ 1874551 h 1879703"/>
                <a:gd name="connsiteX0" fmla="*/ 863762 w 2001868"/>
                <a:gd name="connsiteY0" fmla="*/ 1839654 h 1844806"/>
                <a:gd name="connsiteX1" fmla="*/ 130585 w 2001868"/>
                <a:gd name="connsiteY1" fmla="*/ 1483217 h 1844806"/>
                <a:gd name="connsiteX2" fmla="*/ 82731 w 2001868"/>
                <a:gd name="connsiteY2" fmla="*/ 627421 h 1844806"/>
                <a:gd name="connsiteX3" fmla="*/ 992749 w 2001868"/>
                <a:gd name="connsiteY3" fmla="*/ 134 h 1844806"/>
                <a:gd name="connsiteX4" fmla="*/ 1967031 w 2001868"/>
                <a:gd name="connsiteY4" fmla="*/ 581623 h 1844806"/>
                <a:gd name="connsiteX5" fmla="*/ 1698007 w 2001868"/>
                <a:gd name="connsiteY5" fmla="*/ 1611742 h 1844806"/>
                <a:gd name="connsiteX6" fmla="*/ 863762 w 2001868"/>
                <a:gd name="connsiteY6" fmla="*/ 1839654 h 1844806"/>
                <a:gd name="connsiteX0" fmla="*/ 863762 w 2001868"/>
                <a:gd name="connsiteY0" fmla="*/ 1839520 h 1844672"/>
                <a:gd name="connsiteX1" fmla="*/ 130585 w 2001868"/>
                <a:gd name="connsiteY1" fmla="*/ 1483083 h 1844672"/>
                <a:gd name="connsiteX2" fmla="*/ 82731 w 2001868"/>
                <a:gd name="connsiteY2" fmla="*/ 627287 h 1844672"/>
                <a:gd name="connsiteX3" fmla="*/ 992749 w 2001868"/>
                <a:gd name="connsiteY3" fmla="*/ 0 h 1844672"/>
                <a:gd name="connsiteX4" fmla="*/ 1967031 w 2001868"/>
                <a:gd name="connsiteY4" fmla="*/ 581489 h 1844672"/>
                <a:gd name="connsiteX5" fmla="*/ 1698007 w 2001868"/>
                <a:gd name="connsiteY5" fmla="*/ 1611608 h 1844672"/>
                <a:gd name="connsiteX6" fmla="*/ 863762 w 2001868"/>
                <a:gd name="connsiteY6" fmla="*/ 1839520 h 1844672"/>
                <a:gd name="connsiteX0" fmla="*/ 863762 w 2001868"/>
                <a:gd name="connsiteY0" fmla="*/ 1840982 h 1846134"/>
                <a:gd name="connsiteX1" fmla="*/ 130585 w 2001868"/>
                <a:gd name="connsiteY1" fmla="*/ 1484545 h 1846134"/>
                <a:gd name="connsiteX2" fmla="*/ 82731 w 2001868"/>
                <a:gd name="connsiteY2" fmla="*/ 628749 h 1846134"/>
                <a:gd name="connsiteX3" fmla="*/ 992749 w 2001868"/>
                <a:gd name="connsiteY3" fmla="*/ 1462 h 1846134"/>
                <a:gd name="connsiteX4" fmla="*/ 1967031 w 2001868"/>
                <a:gd name="connsiteY4" fmla="*/ 582951 h 1846134"/>
                <a:gd name="connsiteX5" fmla="*/ 1698007 w 2001868"/>
                <a:gd name="connsiteY5" fmla="*/ 1613070 h 1846134"/>
                <a:gd name="connsiteX6" fmla="*/ 863762 w 2001868"/>
                <a:gd name="connsiteY6" fmla="*/ 1840982 h 1846134"/>
                <a:gd name="connsiteX0" fmla="*/ 802969 w 1941075"/>
                <a:gd name="connsiteY0" fmla="*/ 1840523 h 1845675"/>
                <a:gd name="connsiteX1" fmla="*/ 69792 w 1941075"/>
                <a:gd name="connsiteY1" fmla="*/ 1484086 h 1845675"/>
                <a:gd name="connsiteX2" fmla="*/ 127599 w 1941075"/>
                <a:gd name="connsiteY2" fmla="*/ 471263 h 1845675"/>
                <a:gd name="connsiteX3" fmla="*/ 931956 w 1941075"/>
                <a:gd name="connsiteY3" fmla="*/ 1003 h 1845675"/>
                <a:gd name="connsiteX4" fmla="*/ 1906238 w 1941075"/>
                <a:gd name="connsiteY4" fmla="*/ 582492 h 1845675"/>
                <a:gd name="connsiteX5" fmla="*/ 1637214 w 1941075"/>
                <a:gd name="connsiteY5" fmla="*/ 1612611 h 1845675"/>
                <a:gd name="connsiteX6" fmla="*/ 802969 w 1941075"/>
                <a:gd name="connsiteY6" fmla="*/ 1840523 h 1845675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802969 w 1920371"/>
                <a:gd name="connsiteY0" fmla="*/ 1839521 h 1845981"/>
                <a:gd name="connsiteX1" fmla="*/ 69792 w 1920371"/>
                <a:gd name="connsiteY1" fmla="*/ 1483084 h 1845981"/>
                <a:gd name="connsiteX2" fmla="*/ 127599 w 1920371"/>
                <a:gd name="connsiteY2" fmla="*/ 470261 h 1845981"/>
                <a:gd name="connsiteX3" fmla="*/ 931956 w 1920371"/>
                <a:gd name="connsiteY3" fmla="*/ 1 h 1845981"/>
                <a:gd name="connsiteX4" fmla="*/ 1883268 w 1920371"/>
                <a:gd name="connsiteY4" fmla="*/ 471572 h 1845981"/>
                <a:gd name="connsiteX5" fmla="*/ 1637214 w 1920371"/>
                <a:gd name="connsiteY5" fmla="*/ 1611609 h 1845981"/>
                <a:gd name="connsiteX6" fmla="*/ 802969 w 1920371"/>
                <a:gd name="connsiteY6" fmla="*/ 1839521 h 1845981"/>
                <a:gd name="connsiteX0" fmla="*/ 902827 w 1925308"/>
                <a:gd name="connsiteY0" fmla="*/ 1842165 h 1848429"/>
                <a:gd name="connsiteX1" fmla="*/ 76418 w 1925308"/>
                <a:gd name="connsiteY1" fmla="*/ 1483084 h 1848429"/>
                <a:gd name="connsiteX2" fmla="*/ 134225 w 1925308"/>
                <a:gd name="connsiteY2" fmla="*/ 470261 h 1848429"/>
                <a:gd name="connsiteX3" fmla="*/ 938582 w 1925308"/>
                <a:gd name="connsiteY3" fmla="*/ 1 h 1848429"/>
                <a:gd name="connsiteX4" fmla="*/ 1889894 w 1925308"/>
                <a:gd name="connsiteY4" fmla="*/ 471572 h 1848429"/>
                <a:gd name="connsiteX5" fmla="*/ 1643840 w 1925308"/>
                <a:gd name="connsiteY5" fmla="*/ 1611609 h 1848429"/>
                <a:gd name="connsiteX6" fmla="*/ 902827 w 1925308"/>
                <a:gd name="connsiteY6" fmla="*/ 1842165 h 1848429"/>
                <a:gd name="connsiteX0" fmla="*/ 906394 w 1928875"/>
                <a:gd name="connsiteY0" fmla="*/ 1842165 h 1848429"/>
                <a:gd name="connsiteX1" fmla="*/ 79985 w 1928875"/>
                <a:gd name="connsiteY1" fmla="*/ 1483084 h 1848429"/>
                <a:gd name="connsiteX2" fmla="*/ 137792 w 1928875"/>
                <a:gd name="connsiteY2" fmla="*/ 470261 h 1848429"/>
                <a:gd name="connsiteX3" fmla="*/ 1012641 w 1928875"/>
                <a:gd name="connsiteY3" fmla="*/ 1 h 1848429"/>
                <a:gd name="connsiteX4" fmla="*/ 1893461 w 1928875"/>
                <a:gd name="connsiteY4" fmla="*/ 471572 h 1848429"/>
                <a:gd name="connsiteX5" fmla="*/ 1647407 w 1928875"/>
                <a:gd name="connsiteY5" fmla="*/ 1611609 h 1848429"/>
                <a:gd name="connsiteX6" fmla="*/ 906394 w 1928875"/>
                <a:gd name="connsiteY6" fmla="*/ 1842165 h 1848429"/>
                <a:gd name="connsiteX0" fmla="*/ 906394 w 1928875"/>
                <a:gd name="connsiteY0" fmla="*/ 1848789 h 1855053"/>
                <a:gd name="connsiteX1" fmla="*/ 79985 w 1928875"/>
                <a:gd name="connsiteY1" fmla="*/ 1489708 h 1855053"/>
                <a:gd name="connsiteX2" fmla="*/ 137792 w 1928875"/>
                <a:gd name="connsiteY2" fmla="*/ 476885 h 1855053"/>
                <a:gd name="connsiteX3" fmla="*/ 1012641 w 1928875"/>
                <a:gd name="connsiteY3" fmla="*/ 6625 h 1855053"/>
                <a:gd name="connsiteX4" fmla="*/ 1893461 w 1928875"/>
                <a:gd name="connsiteY4" fmla="*/ 478196 h 1855053"/>
                <a:gd name="connsiteX5" fmla="*/ 1647407 w 1928875"/>
                <a:gd name="connsiteY5" fmla="*/ 1618233 h 1855053"/>
                <a:gd name="connsiteX6" fmla="*/ 906394 w 1928875"/>
                <a:gd name="connsiteY6" fmla="*/ 1848789 h 1855053"/>
                <a:gd name="connsiteX0" fmla="*/ 906747 w 1929228"/>
                <a:gd name="connsiteY0" fmla="*/ 1838396 h 1844660"/>
                <a:gd name="connsiteX1" fmla="*/ 80338 w 1929228"/>
                <a:gd name="connsiteY1" fmla="*/ 1479315 h 1844660"/>
                <a:gd name="connsiteX2" fmla="*/ 138145 w 1929228"/>
                <a:gd name="connsiteY2" fmla="*/ 466492 h 1844660"/>
                <a:gd name="connsiteX3" fmla="*/ 1019816 w 1929228"/>
                <a:gd name="connsiteY3" fmla="*/ 6810 h 1844660"/>
                <a:gd name="connsiteX4" fmla="*/ 1893814 w 1929228"/>
                <a:gd name="connsiteY4" fmla="*/ 467803 h 1844660"/>
                <a:gd name="connsiteX5" fmla="*/ 1647760 w 1929228"/>
                <a:gd name="connsiteY5" fmla="*/ 1607840 h 1844660"/>
                <a:gd name="connsiteX6" fmla="*/ 906747 w 1929228"/>
                <a:gd name="connsiteY6" fmla="*/ 1838396 h 1844660"/>
                <a:gd name="connsiteX0" fmla="*/ 887278 w 1928271"/>
                <a:gd name="connsiteY0" fmla="*/ 1833108 h 1839774"/>
                <a:gd name="connsiteX1" fmla="*/ 79061 w 1928271"/>
                <a:gd name="connsiteY1" fmla="*/ 1479315 h 1839774"/>
                <a:gd name="connsiteX2" fmla="*/ 136868 w 1928271"/>
                <a:gd name="connsiteY2" fmla="*/ 466492 h 1839774"/>
                <a:gd name="connsiteX3" fmla="*/ 1018539 w 1928271"/>
                <a:gd name="connsiteY3" fmla="*/ 6810 h 1839774"/>
                <a:gd name="connsiteX4" fmla="*/ 1892537 w 1928271"/>
                <a:gd name="connsiteY4" fmla="*/ 467803 h 1839774"/>
                <a:gd name="connsiteX5" fmla="*/ 1646483 w 1928271"/>
                <a:gd name="connsiteY5" fmla="*/ 1607840 h 1839774"/>
                <a:gd name="connsiteX6" fmla="*/ 887278 w 1928271"/>
                <a:gd name="connsiteY6" fmla="*/ 1833108 h 1839774"/>
                <a:gd name="connsiteX0" fmla="*/ 131181 w 1922584"/>
                <a:gd name="connsiteY0" fmla="*/ 466492 h 1839774"/>
                <a:gd name="connsiteX1" fmla="*/ 1012852 w 1922584"/>
                <a:gd name="connsiteY1" fmla="*/ 6810 h 1839774"/>
                <a:gd name="connsiteX2" fmla="*/ 1886850 w 1922584"/>
                <a:gd name="connsiteY2" fmla="*/ 467803 h 1839774"/>
                <a:gd name="connsiteX3" fmla="*/ 1640796 w 1922584"/>
                <a:gd name="connsiteY3" fmla="*/ 1607840 h 1839774"/>
                <a:gd name="connsiteX4" fmla="*/ 881591 w 1922584"/>
                <a:gd name="connsiteY4" fmla="*/ 1833108 h 1839774"/>
                <a:gd name="connsiteX5" fmla="*/ 73374 w 1922584"/>
                <a:gd name="connsiteY5" fmla="*/ 1479315 h 1839774"/>
                <a:gd name="connsiteX6" fmla="*/ 218501 w 1922584"/>
                <a:gd name="connsiteY6" fmla="*/ 568039 h 1839774"/>
                <a:gd name="connsiteX0" fmla="*/ 57807 w 1849210"/>
                <a:gd name="connsiteY0" fmla="*/ 466492 h 1839774"/>
                <a:gd name="connsiteX1" fmla="*/ 939478 w 1849210"/>
                <a:gd name="connsiteY1" fmla="*/ 6810 h 1839774"/>
                <a:gd name="connsiteX2" fmla="*/ 1813476 w 1849210"/>
                <a:gd name="connsiteY2" fmla="*/ 467803 h 1839774"/>
                <a:gd name="connsiteX3" fmla="*/ 1567422 w 1849210"/>
                <a:gd name="connsiteY3" fmla="*/ 1607840 h 1839774"/>
                <a:gd name="connsiteX4" fmla="*/ 808217 w 1849210"/>
                <a:gd name="connsiteY4" fmla="*/ 1833108 h 1839774"/>
                <a:gd name="connsiteX5" fmla="*/ 0 w 1849210"/>
                <a:gd name="connsiteY5" fmla="*/ 1479315 h 1839774"/>
                <a:gd name="connsiteX0" fmla="*/ 939478 w 1849210"/>
                <a:gd name="connsiteY0" fmla="*/ 0 h 1832964"/>
                <a:gd name="connsiteX1" fmla="*/ 1813476 w 1849210"/>
                <a:gd name="connsiteY1" fmla="*/ 460993 h 1832964"/>
                <a:gd name="connsiteX2" fmla="*/ 1567422 w 1849210"/>
                <a:gd name="connsiteY2" fmla="*/ 1601030 h 1832964"/>
                <a:gd name="connsiteX3" fmla="*/ 808217 w 1849210"/>
                <a:gd name="connsiteY3" fmla="*/ 1826298 h 1832964"/>
                <a:gd name="connsiteX4" fmla="*/ 0 w 1849210"/>
                <a:gd name="connsiteY4" fmla="*/ 1472505 h 1832964"/>
                <a:gd name="connsiteX0" fmla="*/ 131261 w 1040993"/>
                <a:gd name="connsiteY0" fmla="*/ 0 h 1832964"/>
                <a:gd name="connsiteX1" fmla="*/ 1005259 w 1040993"/>
                <a:gd name="connsiteY1" fmla="*/ 460993 h 1832964"/>
                <a:gd name="connsiteX2" fmla="*/ 759205 w 1040993"/>
                <a:gd name="connsiteY2" fmla="*/ 1601030 h 1832964"/>
                <a:gd name="connsiteX3" fmla="*/ 0 w 1040993"/>
                <a:gd name="connsiteY3" fmla="*/ 1826298 h 183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0993" h="1832964">
                  <a:moveTo>
                    <a:pt x="131261" y="0"/>
                  </a:moveTo>
                  <a:cubicBezTo>
                    <a:pt x="587027" y="53107"/>
                    <a:pt x="887716" y="192392"/>
                    <a:pt x="1005259" y="460993"/>
                  </a:cubicBezTo>
                  <a:cubicBezTo>
                    <a:pt x="1122802" y="729594"/>
                    <a:pt x="926748" y="1373479"/>
                    <a:pt x="759205" y="1601030"/>
                  </a:cubicBezTo>
                  <a:cubicBezTo>
                    <a:pt x="591662" y="1828581"/>
                    <a:pt x="261237" y="1847719"/>
                    <a:pt x="0" y="1826298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C384A29-BFE5-C68B-D289-D20D32BBA3F7}"/>
                </a:ext>
              </a:extLst>
            </p:cNvPr>
            <p:cNvSpPr/>
            <p:nvPr/>
          </p:nvSpPr>
          <p:spPr>
            <a:xfrm rot="5676904">
              <a:off x="5296700" y="5277429"/>
              <a:ext cx="1649696" cy="46156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497239"/>
                <a:gd name="connsiteY0" fmla="*/ 1032955 h 1032955"/>
                <a:gd name="connsiteX1" fmla="*/ 573003 w 2497239"/>
                <a:gd name="connsiteY1" fmla="*/ 71407 h 1032955"/>
                <a:gd name="connsiteX2" fmla="*/ 1689481 w 2497239"/>
                <a:gd name="connsiteY2" fmla="*/ 151638 h 1032955"/>
                <a:gd name="connsiteX3" fmla="*/ 2497239 w 2497239"/>
                <a:gd name="connsiteY3" fmla="*/ 931196 h 1032955"/>
                <a:gd name="connsiteX0" fmla="*/ 237 w 2474503"/>
                <a:gd name="connsiteY0" fmla="*/ 1029940 h 1029941"/>
                <a:gd name="connsiteX1" fmla="*/ 550267 w 2474503"/>
                <a:gd name="connsiteY1" fmla="*/ 71199 h 1029941"/>
                <a:gd name="connsiteX2" fmla="*/ 1666745 w 2474503"/>
                <a:gd name="connsiteY2" fmla="*/ 151430 h 1029941"/>
                <a:gd name="connsiteX3" fmla="*/ 2474503 w 2474503"/>
                <a:gd name="connsiteY3" fmla="*/ 930988 h 1029941"/>
                <a:gd name="connsiteX0" fmla="*/ 237 w 2467673"/>
                <a:gd name="connsiteY0" fmla="*/ 1029940 h 1029939"/>
                <a:gd name="connsiteX1" fmla="*/ 550267 w 2467673"/>
                <a:gd name="connsiteY1" fmla="*/ 71199 h 1029939"/>
                <a:gd name="connsiteX2" fmla="*/ 1666745 w 2467673"/>
                <a:gd name="connsiteY2" fmla="*/ 151430 h 1029939"/>
                <a:gd name="connsiteX3" fmla="*/ 2467673 w 2467673"/>
                <a:gd name="connsiteY3" fmla="*/ 922108 h 1029939"/>
                <a:gd name="connsiteX0" fmla="*/ 237 w 2458194"/>
                <a:gd name="connsiteY0" fmla="*/ 1029940 h 1029941"/>
                <a:gd name="connsiteX1" fmla="*/ 550267 w 2458194"/>
                <a:gd name="connsiteY1" fmla="*/ 71199 h 1029941"/>
                <a:gd name="connsiteX2" fmla="*/ 1666745 w 2458194"/>
                <a:gd name="connsiteY2" fmla="*/ 151430 h 1029941"/>
                <a:gd name="connsiteX3" fmla="*/ 2458194 w 2458194"/>
                <a:gd name="connsiteY3" fmla="*/ 923279 h 102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8194" h="1029941">
                  <a:moveTo>
                    <a:pt x="237" y="1029940"/>
                  </a:moveTo>
                  <a:cubicBezTo>
                    <a:pt x="-9325" y="674621"/>
                    <a:pt x="272516" y="217617"/>
                    <a:pt x="550267" y="71199"/>
                  </a:cubicBezTo>
                  <a:cubicBezTo>
                    <a:pt x="828018" y="-75219"/>
                    <a:pt x="1388908" y="30682"/>
                    <a:pt x="1666745" y="151430"/>
                  </a:cubicBezTo>
                  <a:cubicBezTo>
                    <a:pt x="1944582" y="272178"/>
                    <a:pt x="2447240" y="568656"/>
                    <a:pt x="2458194" y="923279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59C7D5C-8744-843D-390B-C2D2DF6A4666}"/>
                    </a:ext>
                  </a:extLst>
                </p:cNvPr>
                <p:cNvSpPr txBox="1"/>
                <p:nvPr/>
              </p:nvSpPr>
              <p:spPr>
                <a:xfrm>
                  <a:off x="4920285" y="5221015"/>
                  <a:ext cx="553077" cy="4617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3200" b="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59C7D5C-8744-843D-390B-C2D2DF6A46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0285" y="5221015"/>
                  <a:ext cx="553077" cy="46178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8EB77BC-1C9C-D0FC-4632-B2C633C7CE44}"/>
                    </a:ext>
                  </a:extLst>
                </p:cNvPr>
                <p:cNvSpPr txBox="1"/>
                <p:nvPr/>
              </p:nvSpPr>
              <p:spPr>
                <a:xfrm>
                  <a:off x="6276533" y="5194956"/>
                  <a:ext cx="577027" cy="4617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3200" b="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8EB77BC-1C9C-D0FC-4632-B2C633C7CE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6533" y="5194956"/>
                  <a:ext cx="577027" cy="46178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62A98EB-56A9-F22E-9AF1-B3978F29CF70}"/>
                  </a:ext>
                </a:extLst>
              </p:cNvPr>
              <p:cNvSpPr txBox="1"/>
              <p:nvPr/>
            </p:nvSpPr>
            <p:spPr>
              <a:xfrm>
                <a:off x="7561384" y="3748411"/>
                <a:ext cx="4021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How much does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/>
                  <a:t> change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62A98EB-56A9-F22E-9AF1-B3978F29C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384" y="3748411"/>
                <a:ext cx="4021935" cy="369332"/>
              </a:xfrm>
              <a:prstGeom prst="rect">
                <a:avLst/>
              </a:prstGeom>
              <a:blipFill>
                <a:blip r:embed="rId11"/>
                <a:stretch>
                  <a:fillRect l="-1212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A865765D-3041-8E14-F309-E9C19969D0D8}"/>
              </a:ext>
            </a:extLst>
          </p:cNvPr>
          <p:cNvSpPr txBox="1"/>
          <p:nvPr/>
        </p:nvSpPr>
        <p:spPr>
          <a:xfrm>
            <a:off x="474536" y="2097059"/>
            <a:ext cx="209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Boundary functional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746367-D433-316A-44D4-33BCDD92786C}"/>
                  </a:ext>
                </a:extLst>
              </p:cNvPr>
              <p:cNvSpPr txBox="1"/>
              <p:nvPr/>
            </p:nvSpPr>
            <p:spPr>
              <a:xfrm>
                <a:off x="7561384" y="3410221"/>
                <a:ext cx="33524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How much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/>
                  <a:t> on the boundary?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746367-D433-316A-44D4-33BCDD927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384" y="3410221"/>
                <a:ext cx="3352456" cy="369332"/>
              </a:xfrm>
              <a:prstGeom prst="rect">
                <a:avLst/>
              </a:prstGeom>
              <a:blipFill>
                <a:blip r:embed="rId12"/>
                <a:stretch>
                  <a:fillRect l="-1455" t="-8197" r="-90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066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4" grpId="0"/>
      <p:bldP spid="12" grpId="0"/>
      <p:bldP spid="28" grpId="0"/>
      <p:bldP spid="43" grpId="0"/>
      <p:bldP spid="44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89718-6B82-ABC7-9D4F-1E781F332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944C26-FF39-C5E5-92D2-C32AAA1D36D9}"/>
                  </a:ext>
                </a:extLst>
              </p:cNvPr>
              <p:cNvSpPr txBox="1"/>
              <p:nvPr/>
            </p:nvSpPr>
            <p:spPr>
              <a:xfrm>
                <a:off x="605750" y="2363860"/>
                <a:ext cx="6148926" cy="1620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4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4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4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4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944C26-FF39-C5E5-92D2-C32AAA1D3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50" y="2363860"/>
                <a:ext cx="6148926" cy="16208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BD38B4B-6A61-C2AA-AF24-09D3F32A1BCE}"/>
              </a:ext>
            </a:extLst>
          </p:cNvPr>
          <p:cNvGrpSpPr/>
          <p:nvPr/>
        </p:nvGrpSpPr>
        <p:grpSpPr>
          <a:xfrm>
            <a:off x="1537805" y="220427"/>
            <a:ext cx="3948431" cy="1475653"/>
            <a:chOff x="7537708" y="528483"/>
            <a:chExt cx="3948431" cy="1475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EBC7516-6B33-2E0A-BF20-4458D8D13772}"/>
                    </a:ext>
                  </a:extLst>
                </p:cNvPr>
                <p:cNvSpPr txBox="1"/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EC943D8-72FA-54DD-33D4-B9DA2A406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E84C42F-62E6-68FC-BE67-D3C5D26EDD21}"/>
                </a:ext>
              </a:extLst>
            </p:cNvPr>
            <p:cNvSpPr/>
            <p:nvPr/>
          </p:nvSpPr>
          <p:spPr>
            <a:xfrm>
              <a:off x="8161020" y="1142999"/>
              <a:ext cx="3223260" cy="861137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2240" h="662940">
                  <a:moveTo>
                    <a:pt x="0" y="662940"/>
                  </a:moveTo>
                  <a:cubicBezTo>
                    <a:pt x="252730" y="497840"/>
                    <a:pt x="442931" y="185270"/>
                    <a:pt x="783023" y="98334"/>
                  </a:cubicBezTo>
                  <a:cubicBezTo>
                    <a:pt x="1123115" y="11398"/>
                    <a:pt x="1726656" y="113714"/>
                    <a:pt x="2040551" y="141322"/>
                  </a:cubicBezTo>
                  <a:cubicBezTo>
                    <a:pt x="2354446" y="168930"/>
                    <a:pt x="2470785" y="133350"/>
                    <a:pt x="2682240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AA11919C-6084-681B-2AF9-CA538BB6E0DD}"/>
                </a:ext>
              </a:extLst>
            </p:cNvPr>
            <p:cNvSpPr/>
            <p:nvPr/>
          </p:nvSpPr>
          <p:spPr>
            <a:xfrm rot="5868436">
              <a:off x="9635153" y="1153850"/>
              <a:ext cx="178842" cy="160020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52EA499-FD5A-9E16-E99D-2C7276C45911}"/>
                    </a:ext>
                  </a:extLst>
                </p:cNvPr>
                <p:cNvSpPr txBox="1"/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8CC0F76-CE9E-F3D4-8B80-DFBDC4531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8ABA548-0354-BE9D-4976-585D1C01E9FD}"/>
                    </a:ext>
                  </a:extLst>
                </p:cNvPr>
                <p:cNvSpPr txBox="1"/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A41FA9E-62BF-7D51-1284-4BE6DB405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10F08F7-DAB6-5F0B-44D4-F54CC3D53AD5}"/>
              </a:ext>
            </a:extLst>
          </p:cNvPr>
          <p:cNvSpPr txBox="1"/>
          <p:nvPr/>
        </p:nvSpPr>
        <p:spPr>
          <a:xfrm>
            <a:off x="2767418" y="5631547"/>
            <a:ext cx="31216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generalized Stokes’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9AEC71-B6B9-003F-E2B4-522D5D115740}"/>
                  </a:ext>
                </a:extLst>
              </p:cNvPr>
              <p:cNvSpPr txBox="1"/>
              <p:nvPr/>
            </p:nvSpPr>
            <p:spPr>
              <a:xfrm>
                <a:off x="409902" y="4389094"/>
                <a:ext cx="9343263" cy="97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⋯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⋯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9AEC71-B6B9-003F-E2B4-522D5D115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02" y="4389094"/>
                <a:ext cx="9343263" cy="9756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2E9FF7-03A0-211E-7506-1D632399C4EC}"/>
              </a:ext>
            </a:extLst>
          </p:cNvPr>
          <p:cNvCxnSpPr>
            <a:cxnSpLocks/>
          </p:cNvCxnSpPr>
          <p:nvPr/>
        </p:nvCxnSpPr>
        <p:spPr>
          <a:xfrm flipH="1" flipV="1">
            <a:off x="5889106" y="5312610"/>
            <a:ext cx="800742" cy="415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C01E04C-35D0-DAFF-BF07-BF4B3D5BA9E6}"/>
              </a:ext>
            </a:extLst>
          </p:cNvPr>
          <p:cNvSpPr txBox="1"/>
          <p:nvPr/>
        </p:nvSpPr>
        <p:spPr>
          <a:xfrm>
            <a:off x="6729448" y="5543782"/>
            <a:ext cx="197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exterior derivative!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2F418D-475A-7F73-30F7-801D4EFB190B}"/>
                  </a:ext>
                </a:extLst>
              </p:cNvPr>
              <p:cNvSpPr txBox="1"/>
              <p:nvPr/>
            </p:nvSpPr>
            <p:spPr>
              <a:xfrm>
                <a:off x="5889106" y="231462"/>
                <a:ext cx="6389826" cy="8000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p>
                        <m:sSup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4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=(</m:t>
                      </m:r>
                      <m:sSubSup>
                        <m:sSub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4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2F418D-475A-7F73-30F7-801D4EFB1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106" y="231462"/>
                <a:ext cx="6389826" cy="80009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3831DA-59B9-796D-242F-6FE0B3076FB4}"/>
                  </a:ext>
                </a:extLst>
              </p:cNvPr>
              <p:cNvSpPr txBox="1"/>
              <p:nvPr/>
            </p:nvSpPr>
            <p:spPr>
              <a:xfrm>
                <a:off x="712611" y="255824"/>
                <a:ext cx="1997919" cy="856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4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3831DA-59B9-796D-242F-6FE0B3076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11" y="255824"/>
                <a:ext cx="1997919" cy="8565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953401E-1E8B-B005-0E42-AB8F42067FE5}"/>
              </a:ext>
            </a:extLst>
          </p:cNvPr>
          <p:cNvGrpSpPr/>
          <p:nvPr/>
        </p:nvGrpSpPr>
        <p:grpSpPr>
          <a:xfrm>
            <a:off x="7532198" y="1025265"/>
            <a:ext cx="3973179" cy="2129614"/>
            <a:chOff x="2006146" y="1609082"/>
            <a:chExt cx="4251226" cy="227864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C311E9B-1820-0CF0-4D3C-8EEF95C73005}"/>
                </a:ext>
              </a:extLst>
            </p:cNvPr>
            <p:cNvSpPr/>
            <p:nvPr/>
          </p:nvSpPr>
          <p:spPr>
            <a:xfrm>
              <a:off x="2006656" y="3206966"/>
              <a:ext cx="1930602" cy="680762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60926"/>
                <a:gd name="connsiteY0" fmla="*/ 0 h 506437"/>
                <a:gd name="connsiteX1" fmla="*/ 295421 w 1260926"/>
                <a:gd name="connsiteY1" fmla="*/ 393896 h 506437"/>
                <a:gd name="connsiteX2" fmla="*/ 1260926 w 1260926"/>
                <a:gd name="connsiteY2" fmla="*/ 506437 h 506437"/>
                <a:gd name="connsiteX0" fmla="*/ 0 w 1260926"/>
                <a:gd name="connsiteY0" fmla="*/ 0 h 506587"/>
                <a:gd name="connsiteX1" fmla="*/ 295421 w 1260926"/>
                <a:gd name="connsiteY1" fmla="*/ 393896 h 506587"/>
                <a:gd name="connsiteX2" fmla="*/ 1260926 w 1260926"/>
                <a:gd name="connsiteY2" fmla="*/ 506437 h 50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0926" h="506587">
                  <a:moveTo>
                    <a:pt x="0" y="0"/>
                  </a:moveTo>
                  <a:cubicBezTo>
                    <a:pt x="365" y="178558"/>
                    <a:pt x="105507" y="309490"/>
                    <a:pt x="295421" y="393896"/>
                  </a:cubicBezTo>
                  <a:cubicBezTo>
                    <a:pt x="485335" y="478302"/>
                    <a:pt x="924327" y="509037"/>
                    <a:pt x="1260926" y="506437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6279AA6-C1BF-CF28-0F1C-29A70926FB30}"/>
                </a:ext>
              </a:extLst>
            </p:cNvPr>
            <p:cNvSpPr/>
            <p:nvPr/>
          </p:nvSpPr>
          <p:spPr>
            <a:xfrm flipH="1">
              <a:off x="3933614" y="3205497"/>
              <a:ext cx="1744702" cy="681830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7382"/>
                <a:gd name="connsiteX1" fmla="*/ 295421 w 1139483"/>
                <a:gd name="connsiteY1" fmla="*/ 393896 h 507382"/>
                <a:gd name="connsiteX2" fmla="*/ 1139483 w 1139483"/>
                <a:gd name="connsiteY2" fmla="*/ 506437 h 507382"/>
                <a:gd name="connsiteX0" fmla="*/ 27 w 1139510"/>
                <a:gd name="connsiteY0" fmla="*/ 0 h 507382"/>
                <a:gd name="connsiteX1" fmla="*/ 295448 w 1139510"/>
                <a:gd name="connsiteY1" fmla="*/ 393896 h 507382"/>
                <a:gd name="connsiteX2" fmla="*/ 1139510 w 1139510"/>
                <a:gd name="connsiteY2" fmla="*/ 506437 h 50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9510" h="507382">
                  <a:moveTo>
                    <a:pt x="27" y="0"/>
                  </a:moveTo>
                  <a:cubicBezTo>
                    <a:pt x="-1989" y="195227"/>
                    <a:pt x="105534" y="309490"/>
                    <a:pt x="295448" y="393896"/>
                  </a:cubicBezTo>
                  <a:cubicBezTo>
                    <a:pt x="485362" y="478302"/>
                    <a:pt x="812436" y="513801"/>
                    <a:pt x="1139510" y="506437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55A1BE6-A785-8239-741B-259D40CD2F8A}"/>
                </a:ext>
              </a:extLst>
            </p:cNvPr>
            <p:cNvSpPr/>
            <p:nvPr/>
          </p:nvSpPr>
          <p:spPr>
            <a:xfrm flipV="1">
              <a:off x="2006654" y="2663932"/>
              <a:ext cx="1504029" cy="543035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994226"/>
                <a:gd name="connsiteY0" fmla="*/ 0 h 465956"/>
                <a:gd name="connsiteX1" fmla="*/ 295421 w 994226"/>
                <a:gd name="connsiteY1" fmla="*/ 393896 h 465956"/>
                <a:gd name="connsiteX2" fmla="*/ 994226 w 994226"/>
                <a:gd name="connsiteY2" fmla="*/ 465956 h 465956"/>
                <a:gd name="connsiteX0" fmla="*/ 0 w 994226"/>
                <a:gd name="connsiteY0" fmla="*/ 0 h 465956"/>
                <a:gd name="connsiteX1" fmla="*/ 321615 w 994226"/>
                <a:gd name="connsiteY1" fmla="*/ 358178 h 465956"/>
                <a:gd name="connsiteX2" fmla="*/ 994226 w 994226"/>
                <a:gd name="connsiteY2" fmla="*/ 465956 h 465956"/>
                <a:gd name="connsiteX0" fmla="*/ 0 w 982320"/>
                <a:gd name="connsiteY0" fmla="*/ 0 h 396466"/>
                <a:gd name="connsiteX1" fmla="*/ 321615 w 982320"/>
                <a:gd name="connsiteY1" fmla="*/ 358178 h 396466"/>
                <a:gd name="connsiteX2" fmla="*/ 982320 w 982320"/>
                <a:gd name="connsiteY2" fmla="*/ 373087 h 396466"/>
                <a:gd name="connsiteX0" fmla="*/ 0 w 982320"/>
                <a:gd name="connsiteY0" fmla="*/ 0 h 404098"/>
                <a:gd name="connsiteX1" fmla="*/ 321615 w 982320"/>
                <a:gd name="connsiteY1" fmla="*/ 358178 h 404098"/>
                <a:gd name="connsiteX2" fmla="*/ 982320 w 982320"/>
                <a:gd name="connsiteY2" fmla="*/ 373087 h 40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2320" h="404098">
                  <a:moveTo>
                    <a:pt x="0" y="0"/>
                  </a:moveTo>
                  <a:cubicBezTo>
                    <a:pt x="2747" y="169032"/>
                    <a:pt x="131701" y="273772"/>
                    <a:pt x="321615" y="358178"/>
                  </a:cubicBezTo>
                  <a:cubicBezTo>
                    <a:pt x="511529" y="442584"/>
                    <a:pt x="648102" y="387594"/>
                    <a:pt x="982320" y="373087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42D355-1D0C-CC13-62AA-F6CC2699F99E}"/>
                </a:ext>
              </a:extLst>
            </p:cNvPr>
            <p:cNvSpPr/>
            <p:nvPr/>
          </p:nvSpPr>
          <p:spPr>
            <a:xfrm flipH="1" flipV="1">
              <a:off x="3651080" y="2664440"/>
              <a:ext cx="2029044" cy="551239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3087"/>
                <a:gd name="connsiteX1" fmla="*/ 366859 w 1210921"/>
                <a:gd name="connsiteY1" fmla="*/ 260546 h 373087"/>
                <a:gd name="connsiteX2" fmla="*/ 1210921 w 1210921"/>
                <a:gd name="connsiteY2" fmla="*/ 373087 h 373087"/>
                <a:gd name="connsiteX0" fmla="*/ 0 w 1087096"/>
                <a:gd name="connsiteY0" fmla="*/ 0 h 365944"/>
                <a:gd name="connsiteX1" fmla="*/ 243034 w 1087096"/>
                <a:gd name="connsiteY1" fmla="*/ 253403 h 365944"/>
                <a:gd name="connsiteX2" fmla="*/ 1087096 w 1087096"/>
                <a:gd name="connsiteY2" fmla="*/ 365944 h 365944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10921"/>
                <a:gd name="connsiteY0" fmla="*/ 0 h 368325"/>
                <a:gd name="connsiteX1" fmla="*/ 366859 w 1210921"/>
                <a:gd name="connsiteY1" fmla="*/ 255784 h 368325"/>
                <a:gd name="connsiteX2" fmla="*/ 1210921 w 1210921"/>
                <a:gd name="connsiteY2" fmla="*/ 368325 h 368325"/>
                <a:gd name="connsiteX0" fmla="*/ 0 w 1208540"/>
                <a:gd name="connsiteY0" fmla="*/ 0 h 373087"/>
                <a:gd name="connsiteX1" fmla="*/ 364478 w 1208540"/>
                <a:gd name="connsiteY1" fmla="*/ 260546 h 373087"/>
                <a:gd name="connsiteX2" fmla="*/ 1208540 w 1208540"/>
                <a:gd name="connsiteY2" fmla="*/ 373087 h 373087"/>
                <a:gd name="connsiteX0" fmla="*/ 0 w 1363321"/>
                <a:gd name="connsiteY0" fmla="*/ 0 h 380231"/>
                <a:gd name="connsiteX1" fmla="*/ 364478 w 1363321"/>
                <a:gd name="connsiteY1" fmla="*/ 260546 h 380231"/>
                <a:gd name="connsiteX2" fmla="*/ 1363321 w 1363321"/>
                <a:gd name="connsiteY2" fmla="*/ 380231 h 380231"/>
                <a:gd name="connsiteX0" fmla="*/ 0 w 1325221"/>
                <a:gd name="connsiteY0" fmla="*/ 0 h 377850"/>
                <a:gd name="connsiteX1" fmla="*/ 364478 w 1325221"/>
                <a:gd name="connsiteY1" fmla="*/ 260546 h 377850"/>
                <a:gd name="connsiteX2" fmla="*/ 1325221 w 1325221"/>
                <a:gd name="connsiteY2" fmla="*/ 377850 h 377850"/>
                <a:gd name="connsiteX0" fmla="*/ 0 w 1325221"/>
                <a:gd name="connsiteY0" fmla="*/ 0 h 377982"/>
                <a:gd name="connsiteX1" fmla="*/ 364478 w 1325221"/>
                <a:gd name="connsiteY1" fmla="*/ 260546 h 377982"/>
                <a:gd name="connsiteX2" fmla="*/ 1325221 w 1325221"/>
                <a:gd name="connsiteY2" fmla="*/ 377850 h 377982"/>
                <a:gd name="connsiteX0" fmla="*/ 0 w 1325221"/>
                <a:gd name="connsiteY0" fmla="*/ 0 h 378132"/>
                <a:gd name="connsiteX1" fmla="*/ 219222 w 1325221"/>
                <a:gd name="connsiteY1" fmla="*/ 281977 h 378132"/>
                <a:gd name="connsiteX2" fmla="*/ 1325221 w 1325221"/>
                <a:gd name="connsiteY2" fmla="*/ 377850 h 37813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407062"/>
                <a:gd name="connsiteX1" fmla="*/ 433534 w 1325221"/>
                <a:gd name="connsiteY1" fmla="*/ 365320 h 407062"/>
                <a:gd name="connsiteX2" fmla="*/ 1325221 w 1325221"/>
                <a:gd name="connsiteY2" fmla="*/ 377850 h 407062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5221" h="410203">
                  <a:moveTo>
                    <a:pt x="0" y="0"/>
                  </a:moveTo>
                  <a:cubicBezTo>
                    <a:pt x="7510" y="116645"/>
                    <a:pt x="243620" y="273770"/>
                    <a:pt x="433534" y="365320"/>
                  </a:cubicBezTo>
                  <a:cubicBezTo>
                    <a:pt x="623448" y="456870"/>
                    <a:pt x="1000529" y="380450"/>
                    <a:pt x="1325221" y="37785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AD29CF3-6554-F175-BE4E-D445E1B13D9F}"/>
                </a:ext>
              </a:extLst>
            </p:cNvPr>
            <p:cNvSpPr/>
            <p:nvPr/>
          </p:nvSpPr>
          <p:spPr>
            <a:xfrm>
              <a:off x="2006146" y="1795981"/>
              <a:ext cx="3670331" cy="142473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7188" h="1060211">
                  <a:moveTo>
                    <a:pt x="222" y="1032955"/>
                  </a:moveTo>
                  <a:cubicBezTo>
                    <a:pt x="-9340" y="677636"/>
                    <a:pt x="291460" y="218293"/>
                    <a:pt x="573003" y="71407"/>
                  </a:cubicBezTo>
                  <a:cubicBezTo>
                    <a:pt x="854546" y="-75479"/>
                    <a:pt x="1411644" y="30890"/>
                    <a:pt x="1689481" y="151638"/>
                  </a:cubicBezTo>
                  <a:cubicBezTo>
                    <a:pt x="1967318" y="272386"/>
                    <a:pt x="2386234" y="705588"/>
                    <a:pt x="2397188" y="1060211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A3F6218-3513-4DD0-982F-854813D5EE07}"/>
                    </a:ext>
                  </a:extLst>
                </p:cNvPr>
                <p:cNvSpPr txBox="1"/>
                <p:nvPr/>
              </p:nvSpPr>
              <p:spPr>
                <a:xfrm>
                  <a:off x="4574171" y="1609082"/>
                  <a:ext cx="46358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9797D9C-564D-C413-8B55-45D09F46B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4171" y="1609082"/>
                  <a:ext cx="463588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1E8A95B-2CDE-9EB1-72FC-76AF6F035538}"/>
                    </a:ext>
                  </a:extLst>
                </p:cNvPr>
                <p:cNvSpPr txBox="1"/>
                <p:nvPr/>
              </p:nvSpPr>
              <p:spPr>
                <a:xfrm>
                  <a:off x="5593409" y="3323023"/>
                  <a:ext cx="66396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0810868-E725-7298-05CB-12E0C6639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3409" y="3323023"/>
                  <a:ext cx="66396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21DA321-A71B-5335-F440-ED14C805276C}"/>
                    </a:ext>
                  </a:extLst>
                </p:cNvPr>
                <p:cNvSpPr txBox="1"/>
                <p:nvPr/>
              </p:nvSpPr>
              <p:spPr>
                <a:xfrm>
                  <a:off x="2780488" y="2132302"/>
                  <a:ext cx="61632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7653300-AC31-FA81-9B66-CF97498B2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0488" y="2132302"/>
                  <a:ext cx="616323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78FB087-8745-7EB1-0573-C6454CFAAB36}"/>
                    </a:ext>
                  </a:extLst>
                </p:cNvPr>
                <p:cNvSpPr txBox="1"/>
                <p:nvPr/>
              </p:nvSpPr>
              <p:spPr>
                <a:xfrm>
                  <a:off x="4569424" y="3284802"/>
                  <a:ext cx="64350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061E025-727E-147B-5522-88FBC80B2F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9424" y="3284802"/>
                  <a:ext cx="643509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6A361B9-9B4E-3A50-25F8-4FF8CD33C488}"/>
              </a:ext>
            </a:extLst>
          </p:cNvPr>
          <p:cNvSpPr txBox="1"/>
          <p:nvPr/>
        </p:nvSpPr>
        <p:spPr>
          <a:xfrm>
            <a:off x="1111073" y="4062754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smooth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BC8086-13E0-6DC0-61E1-8821C0357EFF}"/>
              </a:ext>
            </a:extLst>
          </p:cNvPr>
          <p:cNvSpPr txBox="1"/>
          <p:nvPr/>
        </p:nvSpPr>
        <p:spPr>
          <a:xfrm>
            <a:off x="474536" y="2097059"/>
            <a:ext cx="209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Boundary functional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1989C9-8833-8989-AE5D-5DB241EA84B6}"/>
                  </a:ext>
                </a:extLst>
              </p:cNvPr>
              <p:cNvSpPr txBox="1"/>
              <p:nvPr/>
            </p:nvSpPr>
            <p:spPr>
              <a:xfrm>
                <a:off x="7561384" y="3693547"/>
                <a:ext cx="40736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How much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change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1989C9-8833-8989-AE5D-5DB241EA8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384" y="3693547"/>
                <a:ext cx="4073679" cy="369332"/>
              </a:xfrm>
              <a:prstGeom prst="rect">
                <a:avLst/>
              </a:prstGeom>
              <a:blipFill>
                <a:blip r:embed="rId13"/>
                <a:stretch>
                  <a:fillRect l="-119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76BC98-7A6E-2991-E91F-8A3E2FD4D934}"/>
                  </a:ext>
                </a:extLst>
              </p:cNvPr>
              <p:cNvSpPr txBox="1"/>
              <p:nvPr/>
            </p:nvSpPr>
            <p:spPr>
              <a:xfrm>
                <a:off x="7561384" y="3318781"/>
                <a:ext cx="340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How much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on the boundary?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76BC98-7A6E-2991-E91F-8A3E2FD4D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384" y="3318781"/>
                <a:ext cx="3404202" cy="369332"/>
              </a:xfrm>
              <a:prstGeom prst="rect">
                <a:avLst/>
              </a:prstGeom>
              <a:blipFill>
                <a:blip r:embed="rId14"/>
                <a:stretch>
                  <a:fillRect l="-1431" t="-8197" r="-89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42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4" grpId="0"/>
      <p:bldP spid="12" grpId="0"/>
      <p:bldP spid="28" grpId="0"/>
      <p:bldP spid="2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556DC4-266B-E8FF-E53F-E92C73B2EDB3}"/>
              </a:ext>
            </a:extLst>
          </p:cNvPr>
          <p:cNvSpPr txBox="1"/>
          <p:nvPr/>
        </p:nvSpPr>
        <p:spPr>
          <a:xfrm>
            <a:off x="640080" y="3073793"/>
            <a:ext cx="9646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The boundary functional of a boundary functional is zero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7E68C4-D499-EDB0-8E77-B77EBA9031AB}"/>
              </a:ext>
            </a:extLst>
          </p:cNvPr>
          <p:cNvSpPr txBox="1"/>
          <p:nvPr/>
        </p:nvSpPr>
        <p:spPr>
          <a:xfrm>
            <a:off x="873110" y="1161375"/>
            <a:ext cx="5455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Boundaries have no boundaries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B9C05F-A619-DAB2-47B6-247577B53A2E}"/>
                  </a:ext>
                </a:extLst>
              </p:cNvPr>
              <p:cNvSpPr txBox="1"/>
              <p:nvPr/>
            </p:nvSpPr>
            <p:spPr>
              <a:xfrm>
                <a:off x="1619976" y="367987"/>
                <a:ext cx="2614370" cy="7815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𝜕𝜕</m:t>
                      </m:r>
                      <m:sSup>
                        <m:sSup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4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B9C05F-A619-DAB2-47B6-247577B53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976" y="367987"/>
                <a:ext cx="2614370" cy="7815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1681EC-F634-5D9A-6B92-BD6DF5C314AB}"/>
                  </a:ext>
                </a:extLst>
              </p:cNvPr>
              <p:cNvSpPr txBox="1"/>
              <p:nvPr/>
            </p:nvSpPr>
            <p:spPr>
              <a:xfrm>
                <a:off x="873110" y="2078304"/>
                <a:ext cx="9879179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𝜕𝜕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p>
                          </m:sSup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p>
                          </m:sSup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𝜕𝜕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p>
                          </m:sSup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1681EC-F634-5D9A-6B92-BD6DF5C31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10" y="2078304"/>
                <a:ext cx="9879179" cy="6481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5DB0A-9537-23D0-1D16-A926993B17DA}"/>
                  </a:ext>
                </a:extLst>
              </p:cNvPr>
              <p:cNvSpPr txBox="1"/>
              <p:nvPr/>
            </p:nvSpPr>
            <p:spPr>
              <a:xfrm>
                <a:off x="2328050" y="3777743"/>
                <a:ext cx="3688189" cy="856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𝜕𝜕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4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65DB0A-9537-23D0-1D16-A926993B1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050" y="3777743"/>
                <a:ext cx="3688189" cy="8565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CAB2840-4FDD-6884-BC6D-7EABDAF9CD48}"/>
              </a:ext>
            </a:extLst>
          </p:cNvPr>
          <p:cNvSpPr txBox="1"/>
          <p:nvPr/>
        </p:nvSpPr>
        <p:spPr>
          <a:xfrm>
            <a:off x="3616102" y="5285089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smooth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6A62E7-B7EE-5F8B-4133-03F50EBE4DFD}"/>
                  </a:ext>
                </a:extLst>
              </p:cNvPr>
              <p:cNvSpPr txBox="1"/>
              <p:nvPr/>
            </p:nvSpPr>
            <p:spPr>
              <a:xfrm>
                <a:off x="5229666" y="4890013"/>
                <a:ext cx="2155014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𝑐𝑢𝑟𝑙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𝑔𝑟𝑎𝑑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6A62E7-B7EE-5F8B-4133-03F50EBE4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666" y="4890013"/>
                <a:ext cx="2155014" cy="404983"/>
              </a:xfrm>
              <a:prstGeom prst="rect">
                <a:avLst/>
              </a:prstGeom>
              <a:blipFill>
                <a:blip r:embed="rId5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D5B2CC-4DB6-5616-AE82-D9CC20C040B8}"/>
                  </a:ext>
                </a:extLst>
              </p:cNvPr>
              <p:cNvSpPr txBox="1"/>
              <p:nvPr/>
            </p:nvSpPr>
            <p:spPr>
              <a:xfrm>
                <a:off x="5246986" y="5344232"/>
                <a:ext cx="2053319" cy="506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𝑐𝑢𝑟𝑙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D5B2CC-4DB6-5616-AE82-D9CC20C04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986" y="5344232"/>
                <a:ext cx="2053319" cy="506870"/>
              </a:xfrm>
              <a:prstGeom prst="rect">
                <a:avLst/>
              </a:prstGeom>
              <a:blipFill>
                <a:blip r:embed="rId6"/>
                <a:stretch>
                  <a:fillRect t="-10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E27071-C1A1-BCFE-72C3-91DA06A96B80}"/>
                  </a:ext>
                </a:extLst>
              </p:cNvPr>
              <p:cNvSpPr txBox="1"/>
              <p:nvPr/>
            </p:nvSpPr>
            <p:spPr>
              <a:xfrm>
                <a:off x="5264014" y="5851102"/>
                <a:ext cx="2417136" cy="3965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E27071-C1A1-BCFE-72C3-91DA06A96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014" y="5851102"/>
                <a:ext cx="2417136" cy="396519"/>
              </a:xfrm>
              <a:prstGeom prst="rect">
                <a:avLst/>
              </a:prstGeom>
              <a:blipFill>
                <a:blip r:embed="rId7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145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3B59733-BC84-9F21-20F1-9EFF0F0655F4}"/>
                  </a:ext>
                </a:extLst>
              </p:cNvPr>
              <p:cNvSpPr txBox="1"/>
              <p:nvPr/>
            </p:nvSpPr>
            <p:spPr>
              <a:xfrm>
                <a:off x="1447627" y="2546251"/>
                <a:ext cx="929677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600" dirty="0"/>
                  <a:t>If the boundary functional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3600" dirty="0"/>
                  <a:t> is zero,</a:t>
                </a:r>
                <a:br>
                  <a:rPr lang="en-US" sz="3600" dirty="0"/>
                </a:br>
                <a:r>
                  <a:rPr lang="en-US" sz="3600" dirty="0"/>
                  <a:t>is it the boundary functional of some functional?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3B59733-BC84-9F21-20F1-9EFF0F065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627" y="2546251"/>
                <a:ext cx="9296777" cy="1200329"/>
              </a:xfrm>
              <a:prstGeom prst="rect">
                <a:avLst/>
              </a:prstGeom>
              <a:blipFill>
                <a:blip r:embed="rId2"/>
                <a:stretch>
                  <a:fillRect l="-1507" t="-8122" r="-1442" b="-18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3C7A51-1AE3-F6DB-4E23-F412EEB47FD1}"/>
                  </a:ext>
                </a:extLst>
              </p:cNvPr>
              <p:cNvSpPr txBox="1"/>
              <p:nvPr/>
            </p:nvSpPr>
            <p:spPr>
              <a:xfrm>
                <a:off x="3132495" y="3875648"/>
                <a:ext cx="592713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=0⇒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4400" dirty="0"/>
                  <a:t>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3C7A51-1AE3-F6DB-4E23-F412EEB47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495" y="3875648"/>
                <a:ext cx="5927135" cy="769441"/>
              </a:xfrm>
              <a:prstGeom prst="rect">
                <a:avLst/>
              </a:prstGeom>
              <a:blipFill>
                <a:blip r:embed="rId3"/>
                <a:stretch>
                  <a:fillRect t="-16667" r="-3189" b="-37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4625B4-9D23-49C6-C4D9-7A8C79B63D7F}"/>
                  </a:ext>
                </a:extLst>
              </p:cNvPr>
              <p:cNvSpPr txBox="1"/>
              <p:nvPr/>
            </p:nvSpPr>
            <p:spPr>
              <a:xfrm>
                <a:off x="660060" y="337625"/>
                <a:ext cx="1087188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600" dirty="0"/>
                  <a:t>We saw that a surface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3600" dirty="0"/>
                  <a:t> with no boundary (i.e. closed)</a:t>
                </a:r>
                <a:br>
                  <a:rPr lang="en-US" sz="3600" dirty="0"/>
                </a:br>
                <a:r>
                  <a:rPr lang="en-US" sz="3600" dirty="0"/>
                  <a:t>is the boundary of a surface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4625B4-9D23-49C6-C4D9-7A8C79B63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60" y="337625"/>
                <a:ext cx="10871887" cy="1200329"/>
              </a:xfrm>
              <a:prstGeom prst="rect">
                <a:avLst/>
              </a:prstGeom>
              <a:blipFill>
                <a:blip r:embed="rId4"/>
                <a:stretch>
                  <a:fillRect t="-6599" b="-19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B7CC96-4610-0494-46D8-B1CA96A0D48B}"/>
                  </a:ext>
                </a:extLst>
              </p:cNvPr>
              <p:cNvSpPr txBox="1"/>
              <p:nvPr/>
            </p:nvSpPr>
            <p:spPr>
              <a:xfrm>
                <a:off x="3132495" y="1667022"/>
                <a:ext cx="5927007" cy="7815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=0⇒</m:t>
                      </m:r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B7CC96-4610-0494-46D8-B1CA96A0D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495" y="1667022"/>
                <a:ext cx="5927007" cy="7815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9537E8-19BB-1EC0-A19C-82F5D8AE218E}"/>
              </a:ext>
            </a:extLst>
          </p:cNvPr>
          <p:cNvCxnSpPr>
            <a:cxnSpLocks/>
          </p:cNvCxnSpPr>
          <p:nvPr/>
        </p:nvCxnSpPr>
        <p:spPr>
          <a:xfrm flipH="1" flipV="1">
            <a:off x="8164705" y="4645089"/>
            <a:ext cx="184470" cy="341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6A67D3-3176-D064-9C7B-6D63A25FC2A9}"/>
              </a:ext>
            </a:extLst>
          </p:cNvPr>
          <p:cNvSpPr txBox="1"/>
          <p:nvPr/>
        </p:nvSpPr>
        <p:spPr>
          <a:xfrm>
            <a:off x="8164705" y="5041890"/>
            <a:ext cx="1031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0ADD7E-5DF6-2ED2-6087-09CE66BA5A4B}"/>
                  </a:ext>
                </a:extLst>
              </p:cNvPr>
              <p:cNvSpPr txBox="1"/>
              <p:nvPr/>
            </p:nvSpPr>
            <p:spPr>
              <a:xfrm>
                <a:off x="3216969" y="4866037"/>
                <a:ext cx="4356384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0ADD7E-5DF6-2ED2-6087-09CE66BA5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969" y="4866037"/>
                <a:ext cx="4356384" cy="5091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E9AF80D-6778-115D-EE41-8A67AE43191E}"/>
              </a:ext>
            </a:extLst>
          </p:cNvPr>
          <p:cNvSpPr txBox="1"/>
          <p:nvPr/>
        </p:nvSpPr>
        <p:spPr>
          <a:xfrm>
            <a:off x="5164268" y="5405455"/>
            <a:ext cx="1863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Path independent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3444BB-C360-86EB-0673-39CA8D27FABA}"/>
                  </a:ext>
                </a:extLst>
              </p:cNvPr>
              <p:cNvSpPr txBox="1"/>
              <p:nvPr/>
            </p:nvSpPr>
            <p:spPr>
              <a:xfrm rot="19422324">
                <a:off x="2219969" y="4657282"/>
                <a:ext cx="7617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3444BB-C360-86EB-0673-39CA8D27F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22324">
                <a:off x="2219969" y="4657282"/>
                <a:ext cx="76174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5FFB5E-4651-03E9-550A-45DFAA8D0B6A}"/>
              </a:ext>
            </a:extLst>
          </p:cNvPr>
          <p:cNvCxnSpPr>
            <a:cxnSpLocks/>
          </p:cNvCxnSpPr>
          <p:nvPr/>
        </p:nvCxnSpPr>
        <p:spPr>
          <a:xfrm>
            <a:off x="2513425" y="4121834"/>
            <a:ext cx="539264" cy="63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07EF435-08BD-C7BC-7863-689A95269052}"/>
              </a:ext>
            </a:extLst>
          </p:cNvPr>
          <p:cNvSpPr txBox="1"/>
          <p:nvPr/>
        </p:nvSpPr>
        <p:spPr>
          <a:xfrm>
            <a:off x="1419749" y="3844248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closed</a:t>
            </a:r>
            <a:br>
              <a:rPr lang="en-US" dirty="0"/>
            </a:br>
            <a:r>
              <a:rPr lang="en-US" dirty="0"/>
              <a:t>functional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21D6A74-2782-319F-7598-0C8CE78C079C}"/>
                  </a:ext>
                </a:extLst>
              </p:cNvPr>
              <p:cNvSpPr txBox="1"/>
              <p:nvPr/>
            </p:nvSpPr>
            <p:spPr>
              <a:xfrm>
                <a:off x="399559" y="5367684"/>
                <a:ext cx="3263521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21D6A74-2782-319F-7598-0C8CE78C0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59" y="5367684"/>
                <a:ext cx="3263521" cy="5091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126CF2D-E8B8-FC1C-09CC-DB1A4E84D2BD}"/>
              </a:ext>
            </a:extLst>
          </p:cNvPr>
          <p:cNvSpPr txBox="1"/>
          <p:nvPr/>
        </p:nvSpPr>
        <p:spPr>
          <a:xfrm>
            <a:off x="906904" y="5774787"/>
            <a:ext cx="2074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on closed surfaces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7D7FD0-4264-283D-AAFD-57637FB95227}"/>
                  </a:ext>
                </a:extLst>
              </p:cNvPr>
              <p:cNvSpPr txBox="1"/>
              <p:nvPr/>
            </p:nvSpPr>
            <p:spPr>
              <a:xfrm rot="1995561">
                <a:off x="4210323" y="4374863"/>
                <a:ext cx="7617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7D7FD0-4264-283D-AAFD-57637FB95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95561">
                <a:off x="4210323" y="4374863"/>
                <a:ext cx="76174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50E09F-C265-CB66-DD71-E8A7822B6D33}"/>
                  </a:ext>
                </a:extLst>
              </p:cNvPr>
              <p:cNvSpPr txBox="1"/>
              <p:nvPr/>
            </p:nvSpPr>
            <p:spPr>
              <a:xfrm rot="20196198">
                <a:off x="3657971" y="5247476"/>
                <a:ext cx="7617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50E09F-C265-CB66-DD71-E8A7822B6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96198">
                <a:off x="3657971" y="5247476"/>
                <a:ext cx="761747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2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12" grpId="0"/>
      <p:bldP spid="13" grpId="0"/>
      <p:bldP spid="14" grpId="0"/>
      <p:bldP spid="18" grpId="0"/>
      <p:bldP spid="19" grpId="0"/>
      <p:bldP spid="20" grpId="0"/>
      <p:bldP spid="21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E1701-F349-6591-7CD1-A75C9F9BF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F0A5C-C587-B876-E15E-457C5DC3E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functionals</a:t>
            </a:r>
            <a:br>
              <a:rPr lang="en-US" dirty="0"/>
            </a:br>
            <a:r>
              <a:rPr lang="en-US" dirty="0"/>
              <a:t>and potentials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1A6D5-87D6-4BE1-9C9D-7599E3AFB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45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D1E2748-0514-944B-D460-6D911F2D9A89}"/>
                  </a:ext>
                </a:extLst>
              </p:cNvPr>
              <p:cNvSpPr txBox="1"/>
              <p:nvPr/>
            </p:nvSpPr>
            <p:spPr>
              <a:xfrm>
                <a:off x="1885263" y="1262816"/>
                <a:ext cx="842147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4000" dirty="0"/>
                  <a:t>Can’t work with functional of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000" dirty="0"/>
                  <a:t>!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D1E2748-0514-944B-D460-6D911F2D9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263" y="1262816"/>
                <a:ext cx="8421473" cy="707886"/>
              </a:xfrm>
              <a:prstGeom prst="rect">
                <a:avLst/>
              </a:prstGeom>
              <a:blipFill>
                <a:blip r:embed="rId2"/>
                <a:stretch>
                  <a:fillRect l="-2098" t="-15517" r="-2026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02E7556-13BE-FF63-1566-5ECB841E8E09}"/>
                  </a:ext>
                </a:extLst>
              </p:cNvPr>
              <p:cNvSpPr txBox="1"/>
              <p:nvPr/>
            </p:nvSpPr>
            <p:spPr>
              <a:xfrm>
                <a:off x="4409127" y="2062783"/>
                <a:ext cx="33737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there is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functional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02E7556-13BE-FF63-1566-5ECB841E8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127" y="2062783"/>
                <a:ext cx="3373744" cy="461665"/>
              </a:xfrm>
              <a:prstGeom prst="rect">
                <a:avLst/>
              </a:prstGeom>
              <a:blipFill>
                <a:blip r:embed="rId3"/>
                <a:stretch>
                  <a:fillRect l="-2708" t="-10526" r="-144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CAF3D7-6433-40D2-32AA-3B156006DEF0}"/>
                  </a:ext>
                </a:extLst>
              </p:cNvPr>
              <p:cNvSpPr txBox="1"/>
              <p:nvPr/>
            </p:nvSpPr>
            <p:spPr>
              <a:xfrm>
                <a:off x="3062157" y="330590"/>
                <a:ext cx="592713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=0⇒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4400" dirty="0"/>
                  <a:t>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CAF3D7-6433-40D2-32AA-3B156006D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157" y="330590"/>
                <a:ext cx="5927135" cy="769441"/>
              </a:xfrm>
              <a:prstGeom prst="rect">
                <a:avLst/>
              </a:prstGeom>
              <a:blipFill>
                <a:blip r:embed="rId4"/>
                <a:stretch>
                  <a:fillRect t="-15873" r="-3186" b="-37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9D6CA87-74CE-B414-D487-A4F637DEA632}"/>
              </a:ext>
            </a:extLst>
          </p:cNvPr>
          <p:cNvSpPr txBox="1"/>
          <p:nvPr/>
        </p:nvSpPr>
        <p:spPr>
          <a:xfrm>
            <a:off x="1684278" y="2836932"/>
            <a:ext cx="88234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However, we start with points</a:t>
            </a:r>
            <a:br>
              <a:rPr lang="en-US" sz="4000" dirty="0"/>
            </a:br>
            <a:r>
              <a:rPr lang="en-US" sz="4000" dirty="0"/>
              <a:t>as they are the base case of the induction</a:t>
            </a:r>
          </a:p>
        </p:txBody>
      </p:sp>
    </p:spTree>
    <p:extLst>
      <p:ext uri="{BB962C8B-B14F-4D97-AF65-F5344CB8AC3E}">
        <p14:creationId xmlns:p14="http://schemas.microsoft.com/office/powerpoint/2010/main" val="3690462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EAD33-7916-48F5-F522-57DCB09B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1B23200-EEAE-9024-B6D0-DA678F01AA14}"/>
                  </a:ext>
                </a:extLst>
              </p:cNvPr>
              <p:cNvSpPr txBox="1"/>
              <p:nvPr/>
            </p:nvSpPr>
            <p:spPr>
              <a:xfrm>
                <a:off x="7537708" y="1478280"/>
                <a:ext cx="6095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1B23200-EEAE-9024-B6D0-DA678F01A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708" y="1478280"/>
                <a:ext cx="60952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EEE570C-1FB6-EAE3-2CFB-426E8CE0310C}"/>
              </a:ext>
            </a:extLst>
          </p:cNvPr>
          <p:cNvSpPr/>
          <p:nvPr/>
        </p:nvSpPr>
        <p:spPr>
          <a:xfrm>
            <a:off x="8161020" y="1142999"/>
            <a:ext cx="3223260" cy="861137"/>
          </a:xfrm>
          <a:custGeom>
            <a:avLst/>
            <a:gdLst>
              <a:gd name="connsiteX0" fmla="*/ 0 w 2682240"/>
              <a:gd name="connsiteY0" fmla="*/ 662940 h 662940"/>
              <a:gd name="connsiteX1" fmla="*/ 830580 w 2682240"/>
              <a:gd name="connsiteY1" fmla="*/ 274320 h 662940"/>
              <a:gd name="connsiteX2" fmla="*/ 1950720 w 2682240"/>
              <a:gd name="connsiteY2" fmla="*/ 312420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1950720 w 2682240"/>
              <a:gd name="connsiteY2" fmla="*/ 312420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2040551 w 2682240"/>
              <a:gd name="connsiteY2" fmla="*/ 141322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2040551 w 2682240"/>
              <a:gd name="connsiteY2" fmla="*/ 141322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2040551 w 2682240"/>
              <a:gd name="connsiteY2" fmla="*/ 141322 h 662940"/>
              <a:gd name="connsiteX3" fmla="*/ 2682240 w 2682240"/>
              <a:gd name="connsiteY3" fmla="*/ 0 h 662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2240" h="662940">
                <a:moveTo>
                  <a:pt x="0" y="662940"/>
                </a:moveTo>
                <a:cubicBezTo>
                  <a:pt x="252730" y="497840"/>
                  <a:pt x="442931" y="185270"/>
                  <a:pt x="783023" y="98334"/>
                </a:cubicBezTo>
                <a:cubicBezTo>
                  <a:pt x="1123115" y="11398"/>
                  <a:pt x="1726656" y="113714"/>
                  <a:pt x="2040551" y="141322"/>
                </a:cubicBezTo>
                <a:cubicBezTo>
                  <a:pt x="2354446" y="168930"/>
                  <a:pt x="2470785" y="133350"/>
                  <a:pt x="2682240" y="0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3A86F787-6A24-D437-596F-FAE6FF125111}"/>
              </a:ext>
            </a:extLst>
          </p:cNvPr>
          <p:cNvSpPr/>
          <p:nvPr/>
        </p:nvSpPr>
        <p:spPr>
          <a:xfrm rot="5868436">
            <a:off x="9635153" y="1139782"/>
            <a:ext cx="178842" cy="1600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D86975-F38F-5C11-5959-CB96A4CD9A05}"/>
                  </a:ext>
                </a:extLst>
              </p:cNvPr>
              <p:cNvSpPr txBox="1"/>
              <p:nvPr/>
            </p:nvSpPr>
            <p:spPr>
              <a:xfrm>
                <a:off x="9315498" y="528483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D86975-F38F-5C11-5959-CB96A4CD9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498" y="528483"/>
                <a:ext cx="46519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965863-9B3B-C93E-AFD6-87F5F4304C50}"/>
                  </a:ext>
                </a:extLst>
              </p:cNvPr>
              <p:cNvSpPr txBox="1"/>
              <p:nvPr/>
            </p:nvSpPr>
            <p:spPr>
              <a:xfrm>
                <a:off x="10835641" y="643882"/>
                <a:ext cx="6177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965863-9B3B-C93E-AFD6-87F5F4304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641" y="643882"/>
                <a:ext cx="61779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B3F8F0-2E34-7DB6-897E-ECED0BAAA042}"/>
                  </a:ext>
                </a:extLst>
              </p:cNvPr>
              <p:cNvSpPr txBox="1"/>
              <p:nvPr/>
            </p:nvSpPr>
            <p:spPr>
              <a:xfrm>
                <a:off x="579665" y="371068"/>
                <a:ext cx="196989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B3F8F0-2E34-7DB6-897E-ECED0BAAA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371068"/>
                <a:ext cx="1969898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2BD959-3BDF-4E04-7811-B5F2AE430105}"/>
                  </a:ext>
                </a:extLst>
              </p:cNvPr>
              <p:cNvSpPr txBox="1"/>
              <p:nvPr/>
            </p:nvSpPr>
            <p:spPr>
              <a:xfrm>
                <a:off x="1052379" y="2865577"/>
                <a:ext cx="59924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2BD959-3BDF-4E04-7811-B5F2AE430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379" y="2865577"/>
                <a:ext cx="5992474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EC43E6-2433-A4D2-FAAB-E228A7ED719C}"/>
                  </a:ext>
                </a:extLst>
              </p:cNvPr>
              <p:cNvSpPr txBox="1"/>
              <p:nvPr/>
            </p:nvSpPr>
            <p:spPr>
              <a:xfrm>
                <a:off x="4117541" y="4293005"/>
                <a:ext cx="485588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𝑐𝑜𝑛𝑠𝑡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EC43E6-2433-A4D2-FAAB-E228A7ED7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541" y="4293005"/>
                <a:ext cx="4855881" cy="1015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A4361DE1-1338-7D5B-EEE1-A754D93970E9}"/>
              </a:ext>
            </a:extLst>
          </p:cNvPr>
          <p:cNvGrpSpPr/>
          <p:nvPr/>
        </p:nvGrpSpPr>
        <p:grpSpPr>
          <a:xfrm>
            <a:off x="1155619" y="1631807"/>
            <a:ext cx="5785994" cy="646331"/>
            <a:chOff x="973036" y="1631807"/>
            <a:chExt cx="5785994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E2E3693-296C-BC53-120C-1A475B2380F4}"/>
                    </a:ext>
                  </a:extLst>
                </p:cNvPr>
                <p:cNvSpPr txBox="1"/>
                <p:nvPr/>
              </p:nvSpPr>
              <p:spPr>
                <a:xfrm>
                  <a:off x="4435830" y="1631807"/>
                  <a:ext cx="232320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𝜕𝛾</m:t>
                            </m:r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E2E3693-296C-BC53-120C-1A475B2380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5830" y="1631807"/>
                  <a:ext cx="2323200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02F9494-37D0-7F1B-3922-37D648CA0D84}"/>
                    </a:ext>
                  </a:extLst>
                </p:cNvPr>
                <p:cNvSpPr txBox="1"/>
                <p:nvPr/>
              </p:nvSpPr>
              <p:spPr>
                <a:xfrm>
                  <a:off x="973036" y="1631807"/>
                  <a:ext cx="232320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02F9494-37D0-7F1B-3922-37D648CA0D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036" y="1631807"/>
                  <a:ext cx="2323200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4D738A6-43A2-10CF-39E0-9D8D2F535A6D}"/>
                    </a:ext>
                  </a:extLst>
                </p:cNvPr>
                <p:cNvSpPr txBox="1"/>
                <p:nvPr/>
              </p:nvSpPr>
              <p:spPr>
                <a:xfrm>
                  <a:off x="3449091" y="1631807"/>
                  <a:ext cx="83388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4D738A6-43A2-10CF-39E0-9D8D2F535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9091" y="1631807"/>
                  <a:ext cx="833883" cy="6463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4B5B25A-A775-38A3-0BA6-9D74532789FC}"/>
              </a:ext>
            </a:extLst>
          </p:cNvPr>
          <p:cNvGrpSpPr/>
          <p:nvPr/>
        </p:nvGrpSpPr>
        <p:grpSpPr>
          <a:xfrm>
            <a:off x="2690201" y="2227324"/>
            <a:ext cx="2716831" cy="681501"/>
            <a:chOff x="2353682" y="2227324"/>
            <a:chExt cx="2716831" cy="6815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6EA11F3-2EF3-258F-A7CC-B163835871DD}"/>
                    </a:ext>
                  </a:extLst>
                </p:cNvPr>
                <p:cNvSpPr txBox="1"/>
                <p:nvPr/>
              </p:nvSpPr>
              <p:spPr>
                <a:xfrm rot="1974412">
                  <a:off x="2353682" y="2227324"/>
                  <a:ext cx="83388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6EA11F3-2EF3-258F-A7CC-B163835871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74412">
                  <a:off x="2353682" y="2227324"/>
                  <a:ext cx="833883" cy="6463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6C95502-F325-7AE7-965C-CB3070F65C9A}"/>
                    </a:ext>
                  </a:extLst>
                </p:cNvPr>
                <p:cNvSpPr txBox="1"/>
                <p:nvPr/>
              </p:nvSpPr>
              <p:spPr>
                <a:xfrm rot="19625588" flipV="1">
                  <a:off x="4236630" y="2262494"/>
                  <a:ext cx="83388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6C95502-F325-7AE7-965C-CB3070F65C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625588" flipV="1">
                  <a:off x="4236630" y="2262494"/>
                  <a:ext cx="833883" cy="6463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4401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D2D99-11A1-2546-D6F7-852C28FDE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F74938-7B0E-4680-838F-8E658A0565E2}"/>
                  </a:ext>
                </a:extLst>
              </p:cNvPr>
              <p:cNvSpPr txBox="1"/>
              <p:nvPr/>
            </p:nvSpPr>
            <p:spPr>
              <a:xfrm>
                <a:off x="579665" y="371068"/>
                <a:ext cx="218367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F74938-7B0E-4680-838F-8E658A056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371068"/>
                <a:ext cx="2183675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26BDB2A-596E-78FF-9AAC-CC85CA5373BB}"/>
                  </a:ext>
                </a:extLst>
              </p:cNvPr>
              <p:cNvSpPr txBox="1"/>
              <p:nvPr/>
            </p:nvSpPr>
            <p:spPr>
              <a:xfrm>
                <a:off x="1052379" y="2865577"/>
                <a:ext cx="610846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26BDB2A-596E-78FF-9AAC-CC85CA537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379" y="2865577"/>
                <a:ext cx="6108467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1F895ADF-8975-B91B-5265-7E580E051CB8}"/>
              </a:ext>
            </a:extLst>
          </p:cNvPr>
          <p:cNvGrpSpPr/>
          <p:nvPr/>
        </p:nvGrpSpPr>
        <p:grpSpPr>
          <a:xfrm>
            <a:off x="1155619" y="1631807"/>
            <a:ext cx="5957836" cy="646331"/>
            <a:chOff x="973036" y="1631807"/>
            <a:chExt cx="5957836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6364AF4-20F0-E192-C14F-4A5265228C15}"/>
                    </a:ext>
                  </a:extLst>
                </p:cNvPr>
                <p:cNvSpPr txBox="1"/>
                <p:nvPr/>
              </p:nvSpPr>
              <p:spPr>
                <a:xfrm>
                  <a:off x="4435830" y="1631807"/>
                  <a:ext cx="2495042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6364AF4-20F0-E192-C14F-4A5265228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5830" y="1631807"/>
                  <a:ext cx="2495042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40BBA79-3697-0F65-80F3-4E390D8FE10F}"/>
                    </a:ext>
                  </a:extLst>
                </p:cNvPr>
                <p:cNvSpPr txBox="1"/>
                <p:nvPr/>
              </p:nvSpPr>
              <p:spPr>
                <a:xfrm>
                  <a:off x="973036" y="1631807"/>
                  <a:ext cx="2495042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40BBA79-3697-0F65-80F3-4E390D8FE1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036" y="1631807"/>
                  <a:ext cx="2495042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60110E9-FDD5-0D40-EC89-87F66239D23C}"/>
                    </a:ext>
                  </a:extLst>
                </p:cNvPr>
                <p:cNvSpPr txBox="1"/>
                <p:nvPr/>
              </p:nvSpPr>
              <p:spPr>
                <a:xfrm>
                  <a:off x="3449091" y="1631807"/>
                  <a:ext cx="83388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60110E9-FDD5-0D40-EC89-87F66239D2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9091" y="1631807"/>
                  <a:ext cx="833883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446D796-C409-9B58-F180-0491EB41F862}"/>
              </a:ext>
            </a:extLst>
          </p:cNvPr>
          <p:cNvGrpSpPr/>
          <p:nvPr/>
        </p:nvGrpSpPr>
        <p:grpSpPr>
          <a:xfrm>
            <a:off x="2690201" y="2227324"/>
            <a:ext cx="2716831" cy="681501"/>
            <a:chOff x="2353682" y="2227324"/>
            <a:chExt cx="2716831" cy="6815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2B139ED-B6E5-E9C1-F278-6B8593F106B7}"/>
                    </a:ext>
                  </a:extLst>
                </p:cNvPr>
                <p:cNvSpPr txBox="1"/>
                <p:nvPr/>
              </p:nvSpPr>
              <p:spPr>
                <a:xfrm rot="1974412">
                  <a:off x="2353682" y="2227324"/>
                  <a:ext cx="83388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2B139ED-B6E5-E9C1-F278-6B8593F106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74412">
                  <a:off x="2353682" y="2227324"/>
                  <a:ext cx="833883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F73CDFB-E8C3-834C-7C7E-F78DDC7F9613}"/>
                    </a:ext>
                  </a:extLst>
                </p:cNvPr>
                <p:cNvSpPr txBox="1"/>
                <p:nvPr/>
              </p:nvSpPr>
              <p:spPr>
                <a:xfrm rot="19625588" flipV="1">
                  <a:off x="4236630" y="2262494"/>
                  <a:ext cx="83388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F73CDFB-E8C3-834C-7C7E-F78DDC7F96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625588" flipV="1">
                  <a:off x="4236630" y="2262494"/>
                  <a:ext cx="833883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AC6DC78-CF8C-A2E6-4216-589FD39B6491}"/>
              </a:ext>
            </a:extLst>
          </p:cNvPr>
          <p:cNvGrpSpPr/>
          <p:nvPr/>
        </p:nvGrpSpPr>
        <p:grpSpPr>
          <a:xfrm>
            <a:off x="7537708" y="528483"/>
            <a:ext cx="3948431" cy="2641041"/>
            <a:chOff x="7537708" y="528483"/>
            <a:chExt cx="3948431" cy="264104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B80D8F0-2893-EADA-02C2-1C894F6D0DFB}"/>
                </a:ext>
              </a:extLst>
            </p:cNvPr>
            <p:cNvSpPr/>
            <p:nvPr/>
          </p:nvSpPr>
          <p:spPr>
            <a:xfrm>
              <a:off x="8161020" y="1142999"/>
              <a:ext cx="3223260" cy="1076069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816707"/>
                <a:gd name="connsiteX1" fmla="*/ 631570 w 2682240"/>
                <a:gd name="connsiteY1" fmla="*/ 810401 h 816707"/>
                <a:gd name="connsiteX2" fmla="*/ 1950720 w 2682240"/>
                <a:gd name="connsiteY2" fmla="*/ 312420 h 816707"/>
                <a:gd name="connsiteX3" fmla="*/ 2682240 w 2682240"/>
                <a:gd name="connsiteY3" fmla="*/ 0 h 816707"/>
                <a:gd name="connsiteX0" fmla="*/ 0 w 2682240"/>
                <a:gd name="connsiteY0" fmla="*/ 662940 h 833821"/>
                <a:gd name="connsiteX1" fmla="*/ 631570 w 2682240"/>
                <a:gd name="connsiteY1" fmla="*/ 810401 h 833821"/>
                <a:gd name="connsiteX2" fmla="*/ 1950720 w 2682240"/>
                <a:gd name="connsiteY2" fmla="*/ 312420 h 833821"/>
                <a:gd name="connsiteX3" fmla="*/ 2682240 w 2682240"/>
                <a:gd name="connsiteY3" fmla="*/ 0 h 833821"/>
                <a:gd name="connsiteX0" fmla="*/ 0 w 2682240"/>
                <a:gd name="connsiteY0" fmla="*/ 662940 h 823440"/>
                <a:gd name="connsiteX1" fmla="*/ 631570 w 2682240"/>
                <a:gd name="connsiteY1" fmla="*/ 810401 h 823440"/>
                <a:gd name="connsiteX2" fmla="*/ 2056079 w 2682240"/>
                <a:gd name="connsiteY2" fmla="*/ 458623 h 823440"/>
                <a:gd name="connsiteX3" fmla="*/ 2682240 w 2682240"/>
                <a:gd name="connsiteY3" fmla="*/ 0 h 823440"/>
                <a:gd name="connsiteX0" fmla="*/ 0 w 2682240"/>
                <a:gd name="connsiteY0" fmla="*/ 662940 h 823440"/>
                <a:gd name="connsiteX1" fmla="*/ 631570 w 2682240"/>
                <a:gd name="connsiteY1" fmla="*/ 810401 h 823440"/>
                <a:gd name="connsiteX2" fmla="*/ 2056079 w 2682240"/>
                <a:gd name="connsiteY2" fmla="*/ 458623 h 823440"/>
                <a:gd name="connsiteX3" fmla="*/ 2682240 w 2682240"/>
                <a:gd name="connsiteY3" fmla="*/ 0 h 823440"/>
                <a:gd name="connsiteX0" fmla="*/ 0 w 2682240"/>
                <a:gd name="connsiteY0" fmla="*/ 662940 h 823440"/>
                <a:gd name="connsiteX1" fmla="*/ 631570 w 2682240"/>
                <a:gd name="connsiteY1" fmla="*/ 810401 h 823440"/>
                <a:gd name="connsiteX2" fmla="*/ 2056079 w 2682240"/>
                <a:gd name="connsiteY2" fmla="*/ 458623 h 823440"/>
                <a:gd name="connsiteX3" fmla="*/ 2682240 w 2682240"/>
                <a:gd name="connsiteY3" fmla="*/ 0 h 823440"/>
                <a:gd name="connsiteX0" fmla="*/ 0 w 2682240"/>
                <a:gd name="connsiteY0" fmla="*/ 662940 h 823440"/>
                <a:gd name="connsiteX1" fmla="*/ 631570 w 2682240"/>
                <a:gd name="connsiteY1" fmla="*/ 810401 h 823440"/>
                <a:gd name="connsiteX2" fmla="*/ 2056079 w 2682240"/>
                <a:gd name="connsiteY2" fmla="*/ 458623 h 823440"/>
                <a:gd name="connsiteX3" fmla="*/ 2682240 w 2682240"/>
                <a:gd name="connsiteY3" fmla="*/ 0 h 823440"/>
                <a:gd name="connsiteX0" fmla="*/ 0 w 2682240"/>
                <a:gd name="connsiteY0" fmla="*/ 662940 h 823440"/>
                <a:gd name="connsiteX1" fmla="*/ 631570 w 2682240"/>
                <a:gd name="connsiteY1" fmla="*/ 810401 h 823440"/>
                <a:gd name="connsiteX2" fmla="*/ 2056079 w 2682240"/>
                <a:gd name="connsiteY2" fmla="*/ 458623 h 823440"/>
                <a:gd name="connsiteX3" fmla="*/ 2682240 w 2682240"/>
                <a:gd name="connsiteY3" fmla="*/ 0 h 823440"/>
                <a:gd name="connsiteX0" fmla="*/ 0 w 2682240"/>
                <a:gd name="connsiteY0" fmla="*/ 662940 h 828404"/>
                <a:gd name="connsiteX1" fmla="*/ 631570 w 2682240"/>
                <a:gd name="connsiteY1" fmla="*/ 810401 h 828404"/>
                <a:gd name="connsiteX2" fmla="*/ 1950721 w 2682240"/>
                <a:gd name="connsiteY2" fmla="*/ 388229 h 828404"/>
                <a:gd name="connsiteX3" fmla="*/ 2682240 w 2682240"/>
                <a:gd name="connsiteY3" fmla="*/ 0 h 828404"/>
                <a:gd name="connsiteX0" fmla="*/ 0 w 2682240"/>
                <a:gd name="connsiteY0" fmla="*/ 662940 h 828404"/>
                <a:gd name="connsiteX1" fmla="*/ 631570 w 2682240"/>
                <a:gd name="connsiteY1" fmla="*/ 810401 h 828404"/>
                <a:gd name="connsiteX2" fmla="*/ 1950721 w 2682240"/>
                <a:gd name="connsiteY2" fmla="*/ 388229 h 828404"/>
                <a:gd name="connsiteX3" fmla="*/ 2682240 w 2682240"/>
                <a:gd name="connsiteY3" fmla="*/ 0 h 82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2240" h="828404">
                  <a:moveTo>
                    <a:pt x="0" y="662940"/>
                  </a:moveTo>
                  <a:cubicBezTo>
                    <a:pt x="229317" y="817322"/>
                    <a:pt x="306450" y="856186"/>
                    <a:pt x="631570" y="810401"/>
                  </a:cubicBezTo>
                  <a:cubicBezTo>
                    <a:pt x="956690" y="764616"/>
                    <a:pt x="1612845" y="374385"/>
                    <a:pt x="1950721" y="388229"/>
                  </a:cubicBezTo>
                  <a:cubicBezTo>
                    <a:pt x="2288597" y="402073"/>
                    <a:pt x="2617116" y="252478"/>
                    <a:pt x="2682240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9C8AD72-39BD-F6C6-E31D-C543FB9CB1A2}"/>
                    </a:ext>
                  </a:extLst>
                </p:cNvPr>
                <p:cNvSpPr txBox="1"/>
                <p:nvPr/>
              </p:nvSpPr>
              <p:spPr>
                <a:xfrm>
                  <a:off x="9033714" y="1478280"/>
                  <a:ext cx="60253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9C8AD72-39BD-F6C6-E31D-C543FB9CB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3714" y="1478280"/>
                  <a:ext cx="602537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981943B-ACFC-615C-3302-6895241B9458}"/>
                    </a:ext>
                  </a:extLst>
                </p:cNvPr>
                <p:cNvSpPr txBox="1"/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981943B-ACFC-615C-3302-6895241B94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2909A5D8-382A-24EF-2C8E-2B63E0CBC464}"/>
                </a:ext>
              </a:extLst>
            </p:cNvPr>
            <p:cNvSpPr/>
            <p:nvPr/>
          </p:nvSpPr>
          <p:spPr>
            <a:xfrm rot="4000782">
              <a:off x="9788891" y="1737289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D7A3350-7C09-E820-9902-8677A35B62A7}"/>
                </a:ext>
              </a:extLst>
            </p:cNvPr>
            <p:cNvSpPr/>
            <p:nvPr/>
          </p:nvSpPr>
          <p:spPr>
            <a:xfrm>
              <a:off x="8161020" y="1142999"/>
              <a:ext cx="3223260" cy="861137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2240" h="662940">
                  <a:moveTo>
                    <a:pt x="0" y="662940"/>
                  </a:moveTo>
                  <a:cubicBezTo>
                    <a:pt x="252730" y="497840"/>
                    <a:pt x="442931" y="185270"/>
                    <a:pt x="783023" y="98334"/>
                  </a:cubicBezTo>
                  <a:cubicBezTo>
                    <a:pt x="1123115" y="11398"/>
                    <a:pt x="1726656" y="113714"/>
                    <a:pt x="2040551" y="141322"/>
                  </a:cubicBezTo>
                  <a:cubicBezTo>
                    <a:pt x="2354446" y="168930"/>
                    <a:pt x="2470785" y="133350"/>
                    <a:pt x="2682240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C858B6FF-14D1-79AC-E70B-968B2A9F2508}"/>
                </a:ext>
              </a:extLst>
            </p:cNvPr>
            <p:cNvSpPr/>
            <p:nvPr/>
          </p:nvSpPr>
          <p:spPr>
            <a:xfrm rot="5868436">
              <a:off x="9635153" y="1139782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A14EA55-96C0-126F-6FB3-3DD9BF5105A0}"/>
                    </a:ext>
                  </a:extLst>
                </p:cNvPr>
                <p:cNvSpPr txBox="1"/>
                <p:nvPr/>
              </p:nvSpPr>
              <p:spPr>
                <a:xfrm>
                  <a:off x="9315498" y="528483"/>
                  <a:ext cx="61080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A14EA55-96C0-126F-6FB3-3DD9BF510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498" y="528483"/>
                  <a:ext cx="610808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2964FF-0143-C9BA-ECCA-230890F54C7E}"/>
                    </a:ext>
                  </a:extLst>
                </p:cNvPr>
                <p:cNvSpPr txBox="1"/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2964FF-0143-C9BA-ECCA-230890F54C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3281B99-A9A4-4BC8-2A8A-A1629FD93D9B}"/>
                </a:ext>
              </a:extLst>
            </p:cNvPr>
            <p:cNvSpPr/>
            <p:nvPr/>
          </p:nvSpPr>
          <p:spPr>
            <a:xfrm>
              <a:off x="8161583" y="1165465"/>
              <a:ext cx="3265406" cy="1813561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740773"/>
                <a:gd name="connsiteY0" fmla="*/ 20878 h 958624"/>
                <a:gd name="connsiteX1" fmla="*/ 889113 w 2740773"/>
                <a:gd name="connsiteY1" fmla="*/ 866868 h 958624"/>
                <a:gd name="connsiteX2" fmla="*/ 2009253 w 2740773"/>
                <a:gd name="connsiteY2" fmla="*/ 904968 h 958624"/>
                <a:gd name="connsiteX3" fmla="*/ 2740773 w 2740773"/>
                <a:gd name="connsiteY3" fmla="*/ 592548 h 958624"/>
                <a:gd name="connsiteX0" fmla="*/ 0 w 2740773"/>
                <a:gd name="connsiteY0" fmla="*/ 0 h 937746"/>
                <a:gd name="connsiteX1" fmla="*/ 889113 w 2740773"/>
                <a:gd name="connsiteY1" fmla="*/ 845990 h 937746"/>
                <a:gd name="connsiteX2" fmla="*/ 2009253 w 2740773"/>
                <a:gd name="connsiteY2" fmla="*/ 884090 h 937746"/>
                <a:gd name="connsiteX3" fmla="*/ 2740773 w 2740773"/>
                <a:gd name="connsiteY3" fmla="*/ 571670 h 937746"/>
                <a:gd name="connsiteX0" fmla="*/ 0 w 2693947"/>
                <a:gd name="connsiteY0" fmla="*/ 0 h 937746"/>
                <a:gd name="connsiteX1" fmla="*/ 889113 w 2693947"/>
                <a:gd name="connsiteY1" fmla="*/ 845990 h 937746"/>
                <a:gd name="connsiteX2" fmla="*/ 2009253 w 2693947"/>
                <a:gd name="connsiteY2" fmla="*/ 884090 h 937746"/>
                <a:gd name="connsiteX3" fmla="*/ 2693947 w 2693947"/>
                <a:gd name="connsiteY3" fmla="*/ 51834 h 937746"/>
                <a:gd name="connsiteX0" fmla="*/ 0 w 2736489"/>
                <a:gd name="connsiteY0" fmla="*/ 0 h 937746"/>
                <a:gd name="connsiteX1" fmla="*/ 889113 w 2736489"/>
                <a:gd name="connsiteY1" fmla="*/ 845990 h 937746"/>
                <a:gd name="connsiteX2" fmla="*/ 2009253 w 2736489"/>
                <a:gd name="connsiteY2" fmla="*/ 884090 h 937746"/>
                <a:gd name="connsiteX3" fmla="*/ 2693947 w 2736489"/>
                <a:gd name="connsiteY3" fmla="*/ 51834 h 937746"/>
                <a:gd name="connsiteX0" fmla="*/ 0 w 2692468"/>
                <a:gd name="connsiteY0" fmla="*/ 635865 h 1573611"/>
                <a:gd name="connsiteX1" fmla="*/ 889113 w 2692468"/>
                <a:gd name="connsiteY1" fmla="*/ 1481855 h 1573611"/>
                <a:gd name="connsiteX2" fmla="*/ 2009253 w 2692468"/>
                <a:gd name="connsiteY2" fmla="*/ 1519955 h 1573611"/>
                <a:gd name="connsiteX3" fmla="*/ 2647121 w 2692468"/>
                <a:gd name="connsiteY3" fmla="*/ 0 h 1573611"/>
                <a:gd name="connsiteX0" fmla="*/ 0 w 2690675"/>
                <a:gd name="connsiteY0" fmla="*/ 635865 h 1497711"/>
                <a:gd name="connsiteX1" fmla="*/ 889113 w 2690675"/>
                <a:gd name="connsiteY1" fmla="*/ 1481855 h 1497711"/>
                <a:gd name="connsiteX2" fmla="*/ 1979987 w 2690675"/>
                <a:gd name="connsiteY2" fmla="*/ 1189644 h 1497711"/>
                <a:gd name="connsiteX3" fmla="*/ 2647121 w 2690675"/>
                <a:gd name="connsiteY3" fmla="*/ 0 h 1497711"/>
                <a:gd name="connsiteX0" fmla="*/ 0 w 2690675"/>
                <a:gd name="connsiteY0" fmla="*/ 635865 h 1331340"/>
                <a:gd name="connsiteX1" fmla="*/ 906672 w 2690675"/>
                <a:gd name="connsiteY1" fmla="*/ 1303162 h 1331340"/>
                <a:gd name="connsiteX2" fmla="*/ 1979987 w 2690675"/>
                <a:gd name="connsiteY2" fmla="*/ 1189644 h 1331340"/>
                <a:gd name="connsiteX3" fmla="*/ 2647121 w 2690675"/>
                <a:gd name="connsiteY3" fmla="*/ 0 h 1331340"/>
                <a:gd name="connsiteX0" fmla="*/ 0 w 2691003"/>
                <a:gd name="connsiteY0" fmla="*/ 635865 h 1331340"/>
                <a:gd name="connsiteX1" fmla="*/ 906672 w 2691003"/>
                <a:gd name="connsiteY1" fmla="*/ 1303162 h 1331340"/>
                <a:gd name="connsiteX2" fmla="*/ 1979987 w 2691003"/>
                <a:gd name="connsiteY2" fmla="*/ 1189644 h 1331340"/>
                <a:gd name="connsiteX3" fmla="*/ 2647121 w 2691003"/>
                <a:gd name="connsiteY3" fmla="*/ 0 h 1331340"/>
                <a:gd name="connsiteX0" fmla="*/ 0 w 2691003"/>
                <a:gd name="connsiteY0" fmla="*/ 635865 h 1355559"/>
                <a:gd name="connsiteX1" fmla="*/ 906672 w 2691003"/>
                <a:gd name="connsiteY1" fmla="*/ 1303162 h 1355559"/>
                <a:gd name="connsiteX2" fmla="*/ 1979987 w 2691003"/>
                <a:gd name="connsiteY2" fmla="*/ 1189644 h 1355559"/>
                <a:gd name="connsiteX3" fmla="*/ 2647121 w 2691003"/>
                <a:gd name="connsiteY3" fmla="*/ 0 h 1355559"/>
                <a:gd name="connsiteX0" fmla="*/ 0 w 2691552"/>
                <a:gd name="connsiteY0" fmla="*/ 663363 h 1394599"/>
                <a:gd name="connsiteX1" fmla="*/ 906672 w 2691552"/>
                <a:gd name="connsiteY1" fmla="*/ 1330660 h 1394599"/>
                <a:gd name="connsiteX2" fmla="*/ 1979987 w 2691552"/>
                <a:gd name="connsiteY2" fmla="*/ 1217142 h 1394599"/>
                <a:gd name="connsiteX3" fmla="*/ 2649103 w 2691552"/>
                <a:gd name="connsiteY3" fmla="*/ 0 h 1394599"/>
                <a:gd name="connsiteX0" fmla="*/ 0 w 2717312"/>
                <a:gd name="connsiteY0" fmla="*/ 641365 h 1396156"/>
                <a:gd name="connsiteX1" fmla="*/ 932432 w 2717312"/>
                <a:gd name="connsiteY1" fmla="*/ 1330660 h 1396156"/>
                <a:gd name="connsiteX2" fmla="*/ 2005747 w 2717312"/>
                <a:gd name="connsiteY2" fmla="*/ 1217142 h 1396156"/>
                <a:gd name="connsiteX3" fmla="*/ 2674863 w 2717312"/>
                <a:gd name="connsiteY3" fmla="*/ 0 h 1396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7312" h="1396156">
                  <a:moveTo>
                    <a:pt x="0" y="641365"/>
                  </a:moveTo>
                  <a:cubicBezTo>
                    <a:pt x="59575" y="1044835"/>
                    <a:pt x="598141" y="1234697"/>
                    <a:pt x="932432" y="1330660"/>
                  </a:cubicBezTo>
                  <a:cubicBezTo>
                    <a:pt x="1266723" y="1426623"/>
                    <a:pt x="1715342" y="1438918"/>
                    <a:pt x="2005747" y="1217142"/>
                  </a:cubicBezTo>
                  <a:cubicBezTo>
                    <a:pt x="2296152" y="995366"/>
                    <a:pt x="2878987" y="414928"/>
                    <a:pt x="2674863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BEB4BF5-2CC5-F39B-2DD4-1F9F5AA86C6C}"/>
                    </a:ext>
                  </a:extLst>
                </p:cNvPr>
                <p:cNvSpPr txBox="1"/>
                <p:nvPr/>
              </p:nvSpPr>
              <p:spPr>
                <a:xfrm>
                  <a:off x="10603847" y="2646304"/>
                  <a:ext cx="46358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BEB4BF5-2CC5-F39B-2DD4-1F9F5AA86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3847" y="2646304"/>
                  <a:ext cx="463588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08DDED-3BB6-9C58-DA34-29A4E8E03D97}"/>
                  </a:ext>
                </a:extLst>
              </p:cNvPr>
              <p:cNvSpPr txBox="1"/>
              <p:nvPr/>
            </p:nvSpPr>
            <p:spPr>
              <a:xfrm>
                <a:off x="2591841" y="362588"/>
                <a:ext cx="2025683" cy="11573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08DDED-3BB6-9C58-DA34-29A4E8E03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41" y="362588"/>
                <a:ext cx="2025683" cy="115736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395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7E9ABB-FAB7-DB36-F81E-6969DEDD0277}"/>
              </a:ext>
            </a:extLst>
          </p:cNvPr>
          <p:cNvCxnSpPr>
            <a:cxnSpLocks/>
          </p:cNvCxnSpPr>
          <p:nvPr/>
        </p:nvCxnSpPr>
        <p:spPr>
          <a:xfrm>
            <a:off x="8175625" y="1984375"/>
            <a:ext cx="1597025" cy="1989487"/>
          </a:xfrm>
          <a:prstGeom prst="lin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1CB162-781B-1FF7-67F7-70F5A7D2BD51}"/>
              </a:ext>
            </a:extLst>
          </p:cNvPr>
          <p:cNvCxnSpPr>
            <a:cxnSpLocks/>
          </p:cNvCxnSpPr>
          <p:nvPr/>
        </p:nvCxnSpPr>
        <p:spPr>
          <a:xfrm flipV="1">
            <a:off x="9772650" y="1142999"/>
            <a:ext cx="1611630" cy="2830863"/>
          </a:xfrm>
          <a:prstGeom prst="lin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0F0CB7-EE3A-E57D-BF96-CBEB7DECA561}"/>
                  </a:ext>
                </a:extLst>
              </p:cNvPr>
              <p:cNvSpPr txBox="1"/>
              <p:nvPr/>
            </p:nvSpPr>
            <p:spPr>
              <a:xfrm>
                <a:off x="7537708" y="1478280"/>
                <a:ext cx="6233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0F0CB7-EE3A-E57D-BF96-CBEB7DECA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708" y="1478280"/>
                <a:ext cx="62331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08E149-816A-2ACA-E76F-31E3EF3CEAA1}"/>
                  </a:ext>
                </a:extLst>
              </p:cNvPr>
              <p:cNvSpPr txBox="1"/>
              <p:nvPr/>
            </p:nvSpPr>
            <p:spPr>
              <a:xfrm>
                <a:off x="10835641" y="643882"/>
                <a:ext cx="6504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08E149-816A-2ACA-E76F-31E3EF3CE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641" y="643882"/>
                <a:ext cx="65049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859626-FE1C-95DC-D609-8EF88F39CE67}"/>
                  </a:ext>
                </a:extLst>
              </p:cNvPr>
              <p:cNvSpPr txBox="1"/>
              <p:nvPr/>
            </p:nvSpPr>
            <p:spPr>
              <a:xfrm>
                <a:off x="10660528" y="2182010"/>
                <a:ext cx="8256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𝐵𝑂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859626-FE1C-95DC-D609-8EF88F39C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0528" y="2182010"/>
                <a:ext cx="82561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0B03B7-2D31-DB49-80FE-9D56A26E5E04}"/>
                  </a:ext>
                </a:extLst>
              </p:cNvPr>
              <p:cNvSpPr txBox="1"/>
              <p:nvPr/>
            </p:nvSpPr>
            <p:spPr>
              <a:xfrm>
                <a:off x="7921815" y="2360918"/>
                <a:ext cx="8029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𝐴𝑂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0B03B7-2D31-DB49-80FE-9D56A26E5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815" y="2360918"/>
                <a:ext cx="80291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EF7D348-00CF-C83B-FA80-E1B11A049D90}"/>
              </a:ext>
            </a:extLst>
          </p:cNvPr>
          <p:cNvSpPr/>
          <p:nvPr/>
        </p:nvSpPr>
        <p:spPr>
          <a:xfrm rot="1876746">
            <a:off x="10489043" y="2478419"/>
            <a:ext cx="178842" cy="1600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284EDCCF-FA55-B3D1-E907-3518B6AAD2BA}"/>
              </a:ext>
            </a:extLst>
          </p:cNvPr>
          <p:cNvSpPr/>
          <p:nvPr/>
        </p:nvSpPr>
        <p:spPr>
          <a:xfrm rot="19137032">
            <a:off x="8686237" y="2658051"/>
            <a:ext cx="178842" cy="1600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9D7A8A-7037-FD8B-EE4D-3AE8CA4C7DBF}"/>
                  </a:ext>
                </a:extLst>
              </p:cNvPr>
              <p:cNvSpPr txBox="1"/>
              <p:nvPr/>
            </p:nvSpPr>
            <p:spPr>
              <a:xfrm>
                <a:off x="841329" y="4613944"/>
                <a:ext cx="56240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9D7A8A-7037-FD8B-EE4D-3AE8CA4C7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329" y="4613944"/>
                <a:ext cx="562404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511218E-CE90-23E8-29E0-9E62D4DE3707}"/>
              </a:ext>
            </a:extLst>
          </p:cNvPr>
          <p:cNvSpPr/>
          <p:nvPr/>
        </p:nvSpPr>
        <p:spPr>
          <a:xfrm>
            <a:off x="8161020" y="1142999"/>
            <a:ext cx="3223260" cy="861137"/>
          </a:xfrm>
          <a:custGeom>
            <a:avLst/>
            <a:gdLst>
              <a:gd name="connsiteX0" fmla="*/ 0 w 2682240"/>
              <a:gd name="connsiteY0" fmla="*/ 662940 h 662940"/>
              <a:gd name="connsiteX1" fmla="*/ 830580 w 2682240"/>
              <a:gd name="connsiteY1" fmla="*/ 274320 h 662940"/>
              <a:gd name="connsiteX2" fmla="*/ 1950720 w 2682240"/>
              <a:gd name="connsiteY2" fmla="*/ 312420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1950720 w 2682240"/>
              <a:gd name="connsiteY2" fmla="*/ 312420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2040551 w 2682240"/>
              <a:gd name="connsiteY2" fmla="*/ 141322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2040551 w 2682240"/>
              <a:gd name="connsiteY2" fmla="*/ 141322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2040551 w 2682240"/>
              <a:gd name="connsiteY2" fmla="*/ 141322 h 662940"/>
              <a:gd name="connsiteX3" fmla="*/ 2682240 w 2682240"/>
              <a:gd name="connsiteY3" fmla="*/ 0 h 662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2240" h="662940">
                <a:moveTo>
                  <a:pt x="0" y="662940"/>
                </a:moveTo>
                <a:cubicBezTo>
                  <a:pt x="252730" y="497840"/>
                  <a:pt x="442931" y="185270"/>
                  <a:pt x="783023" y="98334"/>
                </a:cubicBezTo>
                <a:cubicBezTo>
                  <a:pt x="1123115" y="11398"/>
                  <a:pt x="1726656" y="113714"/>
                  <a:pt x="2040551" y="141322"/>
                </a:cubicBezTo>
                <a:cubicBezTo>
                  <a:pt x="2354446" y="168930"/>
                  <a:pt x="2470785" y="133350"/>
                  <a:pt x="2682240" y="0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EF81620F-0F2C-0096-A601-25B725E46350}"/>
              </a:ext>
            </a:extLst>
          </p:cNvPr>
          <p:cNvSpPr/>
          <p:nvPr/>
        </p:nvSpPr>
        <p:spPr>
          <a:xfrm rot="5868436">
            <a:off x="9635153" y="1139782"/>
            <a:ext cx="178842" cy="1600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18542B-13E4-D285-3974-49839BD735AD}"/>
                  </a:ext>
                </a:extLst>
              </p:cNvPr>
              <p:cNvSpPr txBox="1"/>
              <p:nvPr/>
            </p:nvSpPr>
            <p:spPr>
              <a:xfrm>
                <a:off x="9315498" y="528483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18542B-13E4-D285-3974-49839BD73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498" y="528483"/>
                <a:ext cx="46519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E113F61-62FD-EBBE-E288-3FD2D9A342E7}"/>
                  </a:ext>
                </a:extLst>
              </p:cNvPr>
              <p:cNvSpPr txBox="1"/>
              <p:nvPr/>
            </p:nvSpPr>
            <p:spPr>
              <a:xfrm>
                <a:off x="579665" y="371068"/>
                <a:ext cx="218367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E113F61-62FD-EBBE-E288-3FD2D9A34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371068"/>
                <a:ext cx="2183675" cy="10156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4D353FC-880F-0832-6A33-7956B401AB43}"/>
                  </a:ext>
                </a:extLst>
              </p:cNvPr>
              <p:cNvSpPr txBox="1"/>
              <p:nvPr/>
            </p:nvSpPr>
            <p:spPr>
              <a:xfrm>
                <a:off x="2591841" y="362588"/>
                <a:ext cx="2025683" cy="11573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4D353FC-880F-0832-6A33-7956B401A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41" y="362588"/>
                <a:ext cx="2025683" cy="11573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7501A47-1560-3E39-0391-DF7CC68ADE1E}"/>
                  </a:ext>
                </a:extLst>
              </p:cNvPr>
              <p:cNvSpPr txBox="1"/>
              <p:nvPr/>
            </p:nvSpPr>
            <p:spPr>
              <a:xfrm>
                <a:off x="449829" y="3001000"/>
                <a:ext cx="674045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Once the functional is defined on all lines of the type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𝐴𝑂</m:t>
                        </m:r>
                      </m:sub>
                    </m:sSub>
                  </m:oMath>
                </a14:m>
                <a:r>
                  <a:rPr lang="en-US" sz="2800" dirty="0"/>
                  <a:t>, we can calculate the functional on all other lines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7501A47-1560-3E39-0391-DF7CC68AD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29" y="3001000"/>
                <a:ext cx="6740456" cy="1384995"/>
              </a:xfrm>
              <a:prstGeom prst="rect">
                <a:avLst/>
              </a:prstGeom>
              <a:blipFill>
                <a:blip r:embed="rId11"/>
                <a:stretch>
                  <a:fillRect l="-1085" t="-3965" r="-2351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2DCCC18-0195-B14A-37A0-85E625BBA5E0}"/>
                  </a:ext>
                </a:extLst>
              </p:cNvPr>
              <p:cNvSpPr txBox="1"/>
              <p:nvPr/>
            </p:nvSpPr>
            <p:spPr>
              <a:xfrm>
                <a:off x="9236437" y="3803548"/>
                <a:ext cx="6546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2DCCC18-0195-B14A-37A0-85E625BBA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437" y="3803548"/>
                <a:ext cx="65466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DB2594-F877-D0A8-CA0C-F60718C9AEC1}"/>
                  </a:ext>
                </a:extLst>
              </p:cNvPr>
              <p:cNvSpPr txBox="1"/>
              <p:nvPr/>
            </p:nvSpPr>
            <p:spPr>
              <a:xfrm>
                <a:off x="579665" y="1739890"/>
                <a:ext cx="6401048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For any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800" dirty="0"/>
                  <a:t>, we want a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𝐴𝑂</m:t>
                        </m:r>
                      </m:sub>
                    </m:sSub>
                  </m:oMath>
                </a14:m>
                <a:r>
                  <a:rPr lang="en-US" sz="2800" dirty="0"/>
                  <a:t> such</a:t>
                </a:r>
                <a:br>
                  <a:rPr lang="en-US" sz="2800" dirty="0"/>
                </a:br>
                <a:r>
                  <a:rPr lang="en-US" sz="2800" dirty="0"/>
                  <a:t>that the boundary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𝐵𝑂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𝐴𝑂</m:t>
                        </m:r>
                      </m:sub>
                    </m:sSub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DB2594-F877-D0A8-CA0C-F60718C9A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1739890"/>
                <a:ext cx="6401048" cy="954107"/>
              </a:xfrm>
              <a:prstGeom prst="rect">
                <a:avLst/>
              </a:prstGeom>
              <a:blipFill>
                <a:blip r:embed="rId14"/>
                <a:stretch>
                  <a:fillRect l="-1905"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9211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9C17-F2A4-83A2-F83B-ACF6AA5C9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7BB578-ACEC-6A10-11BD-9E6C9B5C8AC2}"/>
                  </a:ext>
                </a:extLst>
              </p:cNvPr>
              <p:cNvSpPr txBox="1"/>
              <p:nvPr/>
            </p:nvSpPr>
            <p:spPr>
              <a:xfrm>
                <a:off x="650829" y="544933"/>
                <a:ext cx="6371552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7BB578-ACEC-6A10-11BD-9E6C9B5C8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9" y="544933"/>
                <a:ext cx="6371552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5C2E78BE-3E2F-F121-F6FE-F8ABD1AA60BA}"/>
              </a:ext>
            </a:extLst>
          </p:cNvPr>
          <p:cNvGrpSpPr/>
          <p:nvPr/>
        </p:nvGrpSpPr>
        <p:grpSpPr>
          <a:xfrm>
            <a:off x="7537708" y="528483"/>
            <a:ext cx="3948431" cy="3445379"/>
            <a:chOff x="7537708" y="528483"/>
            <a:chExt cx="3948431" cy="3445379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74535FA-CB9B-5931-E0C3-D5F96E765012}"/>
                </a:ext>
              </a:extLst>
            </p:cNvPr>
            <p:cNvCxnSpPr>
              <a:cxnSpLocks/>
            </p:cNvCxnSpPr>
            <p:nvPr/>
          </p:nvCxnSpPr>
          <p:spPr>
            <a:xfrm>
              <a:off x="8175625" y="1984375"/>
              <a:ext cx="1597025" cy="1989487"/>
            </a:xfrm>
            <a:prstGeom prst="line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7D42D7-AB86-49E7-F866-0E96AA5F5D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2650" y="1142999"/>
              <a:ext cx="1611630" cy="2830863"/>
            </a:xfrm>
            <a:prstGeom prst="line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03CCFC4-C14D-9748-910F-D37D236B8C0C}"/>
                    </a:ext>
                  </a:extLst>
                </p:cNvPr>
                <p:cNvSpPr txBox="1"/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03CCFC4-C14D-9748-910F-D37D236B8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E1AD42B-3284-0408-94D5-310AF1ADBC05}"/>
                    </a:ext>
                  </a:extLst>
                </p:cNvPr>
                <p:cNvSpPr txBox="1"/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E1AD42B-3284-0408-94D5-310AF1ADBC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363444B-7C63-808A-FF06-23B82D3B8698}"/>
                    </a:ext>
                  </a:extLst>
                </p:cNvPr>
                <p:cNvSpPr txBox="1"/>
                <p:nvPr/>
              </p:nvSpPr>
              <p:spPr>
                <a:xfrm>
                  <a:off x="10660528" y="2182010"/>
                  <a:ext cx="82561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𝐵𝑂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363444B-7C63-808A-FF06-23B82D3B86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0528" y="2182010"/>
                  <a:ext cx="82561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F99A10A-450C-784B-AA16-187FE9C8655A}"/>
                    </a:ext>
                  </a:extLst>
                </p:cNvPr>
                <p:cNvSpPr txBox="1"/>
                <p:nvPr/>
              </p:nvSpPr>
              <p:spPr>
                <a:xfrm>
                  <a:off x="7921815" y="2360918"/>
                  <a:ext cx="8029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𝐴𝑂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F99A10A-450C-784B-AA16-187FE9C865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1815" y="2360918"/>
                  <a:ext cx="802912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C2B81C09-672F-2D3B-D748-AC00E2A8E326}"/>
                </a:ext>
              </a:extLst>
            </p:cNvPr>
            <p:cNvSpPr/>
            <p:nvPr/>
          </p:nvSpPr>
          <p:spPr>
            <a:xfrm rot="1876746">
              <a:off x="10489043" y="2478419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5FA836C-1AA7-1CB3-0BB9-54CDBA9DD5F6}"/>
                </a:ext>
              </a:extLst>
            </p:cNvPr>
            <p:cNvSpPr/>
            <p:nvPr/>
          </p:nvSpPr>
          <p:spPr>
            <a:xfrm rot="19137032">
              <a:off x="8686237" y="2658051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092C576-936A-8B71-927D-785288D4930C}"/>
                </a:ext>
              </a:extLst>
            </p:cNvPr>
            <p:cNvSpPr/>
            <p:nvPr/>
          </p:nvSpPr>
          <p:spPr>
            <a:xfrm>
              <a:off x="8161020" y="1142999"/>
              <a:ext cx="3223260" cy="861137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2240" h="662940">
                  <a:moveTo>
                    <a:pt x="0" y="662940"/>
                  </a:moveTo>
                  <a:cubicBezTo>
                    <a:pt x="252730" y="497840"/>
                    <a:pt x="442931" y="185270"/>
                    <a:pt x="783023" y="98334"/>
                  </a:cubicBezTo>
                  <a:cubicBezTo>
                    <a:pt x="1123115" y="11398"/>
                    <a:pt x="1726656" y="113714"/>
                    <a:pt x="2040551" y="141322"/>
                  </a:cubicBezTo>
                  <a:cubicBezTo>
                    <a:pt x="2354446" y="168930"/>
                    <a:pt x="2470785" y="133350"/>
                    <a:pt x="2682240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51B77870-8397-0B59-E0C4-97352297B58F}"/>
                </a:ext>
              </a:extLst>
            </p:cNvPr>
            <p:cNvSpPr/>
            <p:nvPr/>
          </p:nvSpPr>
          <p:spPr>
            <a:xfrm rot="5868436">
              <a:off x="9635153" y="1139782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064916C-5B5F-2BD2-8CE3-CB0599485782}"/>
                    </a:ext>
                  </a:extLst>
                </p:cNvPr>
                <p:cNvSpPr txBox="1"/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064916C-5B5F-2BD2-8CE3-CB05994857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73D2F86-C53E-1A3B-0E8E-4EAC4451546D}"/>
              </a:ext>
            </a:extLst>
          </p:cNvPr>
          <p:cNvSpPr txBox="1"/>
          <p:nvPr/>
        </p:nvSpPr>
        <p:spPr>
          <a:xfrm>
            <a:off x="536529" y="159151"/>
            <a:ext cx="86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8CF1BD-89F5-0E4D-2130-05C84661E896}"/>
                  </a:ext>
                </a:extLst>
              </p:cNvPr>
              <p:cNvSpPr txBox="1"/>
              <p:nvPr/>
            </p:nvSpPr>
            <p:spPr>
              <a:xfrm>
                <a:off x="530852" y="1970307"/>
                <a:ext cx="397743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𝜕𝛾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8CF1BD-89F5-0E4D-2130-05C84661E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52" y="1970307"/>
                <a:ext cx="3977435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9AA8EB9-DE3F-98F8-CC83-50C7405C603B}"/>
              </a:ext>
            </a:extLst>
          </p:cNvPr>
          <p:cNvSpPr txBox="1"/>
          <p:nvPr/>
        </p:nvSpPr>
        <p:spPr>
          <a:xfrm>
            <a:off x="536528" y="1574543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80B51C-A47D-061F-92D2-240136D3DB3D}"/>
                  </a:ext>
                </a:extLst>
              </p:cNvPr>
              <p:cNvSpPr txBox="1"/>
              <p:nvPr/>
            </p:nvSpPr>
            <p:spPr>
              <a:xfrm>
                <a:off x="2046272" y="3297326"/>
                <a:ext cx="428905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</a:endParaRPr>
              </a:p>
              <a:p>
                <a:r>
                  <a:rPr lang="en-US" sz="3600" b="0" dirty="0"/>
                  <a:t>   </a:t>
                </a:r>
                <a14:m>
                  <m:oMath xmlns:m="http://schemas.openxmlformats.org/officeDocument/2006/math">
                    <m:r>
                      <a:rPr lang="en-US" sz="36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</m:sSub>
                      </m:e>
                    </m:d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80B51C-A47D-061F-92D2-240136D3D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272" y="3297326"/>
                <a:ext cx="4289059" cy="12003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F62AC7-1667-9082-D21D-C46FC2F43BC9}"/>
                  </a:ext>
                </a:extLst>
              </p:cNvPr>
              <p:cNvSpPr txBox="1"/>
              <p:nvPr/>
            </p:nvSpPr>
            <p:spPr>
              <a:xfrm>
                <a:off x="2179837" y="4492698"/>
                <a:ext cx="35905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𝜕𝛾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F62AC7-1667-9082-D21D-C46FC2F43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837" y="4492698"/>
                <a:ext cx="3590535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751F9D-0AA7-90D9-D4AB-0B017BEAE3ED}"/>
                  </a:ext>
                </a:extLst>
              </p:cNvPr>
              <p:cNvSpPr txBox="1"/>
              <p:nvPr/>
            </p:nvSpPr>
            <p:spPr>
              <a:xfrm>
                <a:off x="2148663" y="5285235"/>
                <a:ext cx="2228687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751F9D-0AA7-90D9-D4AB-0B017BEAE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663" y="5285235"/>
                <a:ext cx="2228687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002374F-8F63-4645-F7D7-94517FFCB1E6}"/>
              </a:ext>
            </a:extLst>
          </p:cNvPr>
          <p:cNvSpPr txBox="1"/>
          <p:nvPr/>
        </p:nvSpPr>
        <p:spPr>
          <a:xfrm>
            <a:off x="2849688" y="1314374"/>
            <a:ext cx="1463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Arbitrary part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4B923C-88F1-E9B8-02B2-C3E598D934AD}"/>
                  </a:ext>
                </a:extLst>
              </p:cNvPr>
              <p:cNvSpPr txBox="1"/>
              <p:nvPr/>
            </p:nvSpPr>
            <p:spPr>
              <a:xfrm>
                <a:off x="9236437" y="3803548"/>
                <a:ext cx="6546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4B923C-88F1-E9B8-02B2-C3E598D93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437" y="3803548"/>
                <a:ext cx="65466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7E11534-41F5-6188-4F74-514D32859A2C}"/>
                  </a:ext>
                </a:extLst>
              </p:cNvPr>
              <p:cNvSpPr txBox="1"/>
              <p:nvPr/>
            </p:nvSpPr>
            <p:spPr>
              <a:xfrm>
                <a:off x="3111202" y="277601"/>
                <a:ext cx="940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7E11534-41F5-6188-4F74-514D32859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202" y="277601"/>
                <a:ext cx="940449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C82150-F704-2515-9438-B9A4F03C5B42}"/>
                  </a:ext>
                </a:extLst>
              </p:cNvPr>
              <p:cNvSpPr txBox="1"/>
              <p:nvPr/>
            </p:nvSpPr>
            <p:spPr>
              <a:xfrm>
                <a:off x="2155697" y="2655952"/>
                <a:ext cx="36388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C82150-F704-2515-9438-B9A4F03C5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697" y="2655952"/>
                <a:ext cx="3638817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264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46B9E-E29C-E045-1E9D-012564E5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79965B-CDA7-704C-C8EF-0990E91412D4}"/>
                  </a:ext>
                </a:extLst>
              </p:cNvPr>
              <p:cNvSpPr txBox="1"/>
              <p:nvPr/>
            </p:nvSpPr>
            <p:spPr>
              <a:xfrm>
                <a:off x="880914" y="743487"/>
                <a:ext cx="6371552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79965B-CDA7-704C-C8EF-0990E9141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14" y="743487"/>
                <a:ext cx="6371552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12A45297-C133-BD9D-D0D8-7DAA90E21B48}"/>
              </a:ext>
            </a:extLst>
          </p:cNvPr>
          <p:cNvGrpSpPr/>
          <p:nvPr/>
        </p:nvGrpSpPr>
        <p:grpSpPr>
          <a:xfrm>
            <a:off x="7537708" y="528483"/>
            <a:ext cx="3948431" cy="3445379"/>
            <a:chOff x="7537708" y="528483"/>
            <a:chExt cx="3948431" cy="3445379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DDA652E-25DC-C56F-50D7-FA9FD29ED9F2}"/>
                </a:ext>
              </a:extLst>
            </p:cNvPr>
            <p:cNvCxnSpPr>
              <a:cxnSpLocks/>
            </p:cNvCxnSpPr>
            <p:nvPr/>
          </p:nvCxnSpPr>
          <p:spPr>
            <a:xfrm>
              <a:off x="8175625" y="1984375"/>
              <a:ext cx="1597025" cy="1989487"/>
            </a:xfrm>
            <a:prstGeom prst="line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608BD40-EF3A-D354-AB4C-6181687414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2650" y="1142999"/>
              <a:ext cx="1611630" cy="2830863"/>
            </a:xfrm>
            <a:prstGeom prst="line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0B20B3F-5E4F-8A9A-A815-C71B930CB79F}"/>
                    </a:ext>
                  </a:extLst>
                </p:cNvPr>
                <p:cNvSpPr txBox="1"/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0B20B3F-5E4F-8A9A-A815-C71B930CB7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E6DB7E2-C607-1A68-ECBD-50C412DD03EC}"/>
                    </a:ext>
                  </a:extLst>
                </p:cNvPr>
                <p:cNvSpPr txBox="1"/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E6DB7E2-C607-1A68-ECBD-50C412DD03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762E9DB-8D1D-AEC9-266E-86473C1EAE40}"/>
                    </a:ext>
                  </a:extLst>
                </p:cNvPr>
                <p:cNvSpPr txBox="1"/>
                <p:nvPr/>
              </p:nvSpPr>
              <p:spPr>
                <a:xfrm>
                  <a:off x="10660528" y="2182010"/>
                  <a:ext cx="82561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𝐵𝑂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762E9DB-8D1D-AEC9-266E-86473C1EA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0528" y="2182010"/>
                  <a:ext cx="825611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BB3B361-B6EF-5E8D-5B6D-6C5AF85CA3E0}"/>
                    </a:ext>
                  </a:extLst>
                </p:cNvPr>
                <p:cNvSpPr txBox="1"/>
                <p:nvPr/>
              </p:nvSpPr>
              <p:spPr>
                <a:xfrm>
                  <a:off x="7921815" y="2360918"/>
                  <a:ext cx="8029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𝐴𝑂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BB3B361-B6EF-5E8D-5B6D-6C5AF85CA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1815" y="2360918"/>
                  <a:ext cx="802912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47E984-6C18-5665-4917-2085106B890B}"/>
                </a:ext>
              </a:extLst>
            </p:cNvPr>
            <p:cNvSpPr/>
            <p:nvPr/>
          </p:nvSpPr>
          <p:spPr>
            <a:xfrm rot="1876746">
              <a:off x="10489043" y="2478419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81F5B9FA-D323-61E4-1E93-474A51D8504A}"/>
                </a:ext>
              </a:extLst>
            </p:cNvPr>
            <p:cNvSpPr/>
            <p:nvPr/>
          </p:nvSpPr>
          <p:spPr>
            <a:xfrm rot="19137032">
              <a:off x="8686237" y="2658051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03129EA-03B7-AFC3-6331-385C4B732C15}"/>
                </a:ext>
              </a:extLst>
            </p:cNvPr>
            <p:cNvSpPr/>
            <p:nvPr/>
          </p:nvSpPr>
          <p:spPr>
            <a:xfrm>
              <a:off x="8161020" y="1142999"/>
              <a:ext cx="3223260" cy="861137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2240" h="662940">
                  <a:moveTo>
                    <a:pt x="0" y="662940"/>
                  </a:moveTo>
                  <a:cubicBezTo>
                    <a:pt x="252730" y="497840"/>
                    <a:pt x="442931" y="185270"/>
                    <a:pt x="783023" y="98334"/>
                  </a:cubicBezTo>
                  <a:cubicBezTo>
                    <a:pt x="1123115" y="11398"/>
                    <a:pt x="1726656" y="113714"/>
                    <a:pt x="2040551" y="141322"/>
                  </a:cubicBezTo>
                  <a:cubicBezTo>
                    <a:pt x="2354446" y="168930"/>
                    <a:pt x="2470785" y="133350"/>
                    <a:pt x="2682240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4D60F6B4-9953-B332-0DCB-C465EA889C45}"/>
                </a:ext>
              </a:extLst>
            </p:cNvPr>
            <p:cNvSpPr/>
            <p:nvPr/>
          </p:nvSpPr>
          <p:spPr>
            <a:xfrm rot="5868436">
              <a:off x="9635153" y="1139782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96A1BF3-4224-9763-1C76-8E9D235C74BC}"/>
                    </a:ext>
                  </a:extLst>
                </p:cNvPr>
                <p:cNvSpPr txBox="1"/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96A1BF3-4224-9763-1C76-8E9D235C74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80E0F36-8BBB-F304-E295-349DD141F089}"/>
              </a:ext>
            </a:extLst>
          </p:cNvPr>
          <p:cNvSpPr txBox="1"/>
          <p:nvPr/>
        </p:nvSpPr>
        <p:spPr>
          <a:xfrm>
            <a:off x="3417545" y="329856"/>
            <a:ext cx="983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Gauge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D45D175-769F-99C7-753D-ED526754E6E9}"/>
                  </a:ext>
                </a:extLst>
              </p:cNvPr>
              <p:cNvSpPr txBox="1"/>
              <p:nvPr/>
            </p:nvSpPr>
            <p:spPr>
              <a:xfrm>
                <a:off x="9236437" y="3803548"/>
                <a:ext cx="6546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D45D175-769F-99C7-753D-ED526754E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437" y="3803548"/>
                <a:ext cx="65466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C33199E-EDC9-AC28-0CB6-9476A46A2DB6}"/>
              </a:ext>
            </a:extLst>
          </p:cNvPr>
          <p:cNvSpPr txBox="1"/>
          <p:nvPr/>
        </p:nvSpPr>
        <p:spPr>
          <a:xfrm>
            <a:off x="5344718" y="1512928"/>
            <a:ext cx="1494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Functional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9851C0-7061-4613-1A38-68901739BE46}"/>
              </a:ext>
            </a:extLst>
          </p:cNvPr>
          <p:cNvSpPr txBox="1"/>
          <p:nvPr/>
        </p:nvSpPr>
        <p:spPr>
          <a:xfrm>
            <a:off x="1013181" y="1494350"/>
            <a:ext cx="130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Potential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770D1A-5B5A-F0CF-FBC6-B7B0657A24B2}"/>
                  </a:ext>
                </a:extLst>
              </p:cNvPr>
              <p:cNvSpPr txBox="1"/>
              <p:nvPr/>
            </p:nvSpPr>
            <p:spPr>
              <a:xfrm>
                <a:off x="1091137" y="3719756"/>
                <a:ext cx="6126677" cy="9866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supHide m:val="on"/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𝐴𝑂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440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770D1A-5B5A-F0CF-FBC6-B7B0657A2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37" y="3719756"/>
                <a:ext cx="6126677" cy="9866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896A538-30C4-D573-E0A9-E0466BC02935}"/>
              </a:ext>
            </a:extLst>
          </p:cNvPr>
          <p:cNvSpPr txBox="1"/>
          <p:nvPr/>
        </p:nvSpPr>
        <p:spPr>
          <a:xfrm>
            <a:off x="3330129" y="3282576"/>
            <a:ext cx="1372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 smooth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0258D9-BA88-49ED-0D90-BB34CC644424}"/>
                  </a:ext>
                </a:extLst>
              </p:cNvPr>
              <p:cNvSpPr txBox="1"/>
              <p:nvPr/>
            </p:nvSpPr>
            <p:spPr>
              <a:xfrm>
                <a:off x="2058052" y="2170541"/>
                <a:ext cx="3850157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0258D9-BA88-49ED-0D90-BB34CC644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052" y="2170541"/>
                <a:ext cx="3850157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415886-9B0E-EBBF-13F8-F604E1E82E12}"/>
                  </a:ext>
                </a:extLst>
              </p:cNvPr>
              <p:cNvSpPr txBox="1"/>
              <p:nvPr/>
            </p:nvSpPr>
            <p:spPr>
              <a:xfrm>
                <a:off x="2836757" y="5042616"/>
                <a:ext cx="2359236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415886-9B0E-EBBF-13F8-F604E1E82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757" y="5042616"/>
                <a:ext cx="2359236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457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961AB-D8DA-EC1B-007F-9595EF5B6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C137481-CF12-A1F0-1280-396AE086B3CC}"/>
              </a:ext>
            </a:extLst>
          </p:cNvPr>
          <p:cNvGrpSpPr/>
          <p:nvPr/>
        </p:nvGrpSpPr>
        <p:grpSpPr>
          <a:xfrm>
            <a:off x="468716" y="1083179"/>
            <a:ext cx="3948431" cy="3875694"/>
            <a:chOff x="7537708" y="528483"/>
            <a:chExt cx="3948431" cy="387569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7BA3975-D734-7639-6C9C-6FC1A971D179}"/>
                </a:ext>
              </a:extLst>
            </p:cNvPr>
            <p:cNvCxnSpPr>
              <a:cxnSpLocks/>
            </p:cNvCxnSpPr>
            <p:nvPr/>
          </p:nvCxnSpPr>
          <p:spPr>
            <a:xfrm>
              <a:off x="8175625" y="1984375"/>
              <a:ext cx="1597025" cy="1989487"/>
            </a:xfrm>
            <a:prstGeom prst="line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2E05C58-A1E8-8E87-38E7-351A624060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2650" y="1142999"/>
              <a:ext cx="1611630" cy="2830863"/>
            </a:xfrm>
            <a:prstGeom prst="line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3D76056-0F01-97BB-FB5A-ED98D4FE59E2}"/>
                    </a:ext>
                  </a:extLst>
                </p:cNvPr>
                <p:cNvSpPr txBox="1"/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81B7C11-DD8D-15A1-EB61-64AAC62D55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F6F360-E867-0832-A8ED-0C93B677BCDF}"/>
                    </a:ext>
                  </a:extLst>
                </p:cNvPr>
                <p:cNvSpPr txBox="1"/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D5FE76E-F32B-922D-06EE-79557219E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656A467-A909-29CF-C346-4E665EFB0007}"/>
                    </a:ext>
                  </a:extLst>
                </p:cNvPr>
                <p:cNvSpPr txBox="1"/>
                <p:nvPr/>
              </p:nvSpPr>
              <p:spPr>
                <a:xfrm>
                  <a:off x="10660528" y="2182010"/>
                  <a:ext cx="82561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𝐵𝑂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8F311E9-EEBC-8FDF-E474-C77922D674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0528" y="2182010"/>
                  <a:ext cx="825611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0B5D89-0AEA-3608-8336-0429626EB81B}"/>
                    </a:ext>
                  </a:extLst>
                </p:cNvPr>
                <p:cNvSpPr txBox="1"/>
                <p:nvPr/>
              </p:nvSpPr>
              <p:spPr>
                <a:xfrm>
                  <a:off x="7921815" y="2360918"/>
                  <a:ext cx="8029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𝐴𝑂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042D0FC-BFB6-2037-01B2-0853E00AE8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1815" y="2360918"/>
                  <a:ext cx="80291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7443ED35-F976-13E6-E7E2-931BBC2939E2}"/>
                </a:ext>
              </a:extLst>
            </p:cNvPr>
            <p:cNvSpPr/>
            <p:nvPr/>
          </p:nvSpPr>
          <p:spPr>
            <a:xfrm rot="1876746">
              <a:off x="10489043" y="2478419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4BF0B8A9-8976-47D3-CAE7-3427202E493D}"/>
                </a:ext>
              </a:extLst>
            </p:cNvPr>
            <p:cNvSpPr/>
            <p:nvPr/>
          </p:nvSpPr>
          <p:spPr>
            <a:xfrm rot="19137032">
              <a:off x="8686237" y="2658051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E907351-E7FA-04F7-3296-121E741ABB04}"/>
                </a:ext>
              </a:extLst>
            </p:cNvPr>
            <p:cNvSpPr/>
            <p:nvPr/>
          </p:nvSpPr>
          <p:spPr>
            <a:xfrm>
              <a:off x="8161020" y="1142999"/>
              <a:ext cx="3223260" cy="861137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2240" h="662940">
                  <a:moveTo>
                    <a:pt x="0" y="662940"/>
                  </a:moveTo>
                  <a:cubicBezTo>
                    <a:pt x="252730" y="497840"/>
                    <a:pt x="442931" y="185270"/>
                    <a:pt x="783023" y="98334"/>
                  </a:cubicBezTo>
                  <a:cubicBezTo>
                    <a:pt x="1123115" y="11398"/>
                    <a:pt x="1726656" y="113714"/>
                    <a:pt x="2040551" y="141322"/>
                  </a:cubicBezTo>
                  <a:cubicBezTo>
                    <a:pt x="2354446" y="168930"/>
                    <a:pt x="2470785" y="133350"/>
                    <a:pt x="2682240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C3B7273-E42A-3345-1B65-90A48AF82798}"/>
                </a:ext>
              </a:extLst>
            </p:cNvPr>
            <p:cNvSpPr/>
            <p:nvPr/>
          </p:nvSpPr>
          <p:spPr>
            <a:xfrm rot="5868436">
              <a:off x="9635153" y="1139782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3A29AE2-9867-5FF8-3E4A-67A292ACCD44}"/>
                    </a:ext>
                  </a:extLst>
                </p:cNvPr>
                <p:cNvSpPr txBox="1"/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446BF0A-0C53-2DBD-3AB1-D4E755C8B9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498" y="528483"/>
                  <a:ext cx="465191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838219B-520F-CA9E-C1AF-30777E3FC4F1}"/>
                    </a:ext>
                  </a:extLst>
                </p:cNvPr>
                <p:cNvSpPr txBox="1"/>
                <p:nvPr/>
              </p:nvSpPr>
              <p:spPr>
                <a:xfrm>
                  <a:off x="9663232" y="3880957"/>
                  <a:ext cx="65466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F2E3ABFB-9B4B-5536-C034-4FB1EA268C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3232" y="3880957"/>
                  <a:ext cx="654666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72AD7FE-649A-B99F-38DF-8C94BD08418F}"/>
              </a:ext>
            </a:extLst>
          </p:cNvPr>
          <p:cNvGrpSpPr/>
          <p:nvPr/>
        </p:nvGrpSpPr>
        <p:grpSpPr>
          <a:xfrm>
            <a:off x="6603593" y="896280"/>
            <a:ext cx="3673978" cy="4401535"/>
            <a:chOff x="7492546" y="207002"/>
            <a:chExt cx="3673978" cy="440153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67F767A-FD3F-68D7-4EFA-878FC8980C44}"/>
                </a:ext>
              </a:extLst>
            </p:cNvPr>
            <p:cNvGrpSpPr/>
            <p:nvPr/>
          </p:nvGrpSpPr>
          <p:grpSpPr>
            <a:xfrm>
              <a:off x="7492546" y="207002"/>
              <a:ext cx="3673978" cy="4401535"/>
              <a:chOff x="1221579" y="1260711"/>
              <a:chExt cx="3673978" cy="4401535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7C8D9F6-0632-BF93-903B-F47B5339BE7F}"/>
                  </a:ext>
                </a:extLst>
              </p:cNvPr>
              <p:cNvGrpSpPr/>
              <p:nvPr/>
            </p:nvGrpSpPr>
            <p:grpSpPr>
              <a:xfrm>
                <a:off x="1221579" y="1447610"/>
                <a:ext cx="3673978" cy="4214636"/>
                <a:chOff x="1390391" y="1651592"/>
                <a:chExt cx="2399570" cy="3136308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FA1993A7-122A-E376-0A24-C8FE9A78AEFC}"/>
                    </a:ext>
                  </a:extLst>
                </p:cNvPr>
                <p:cNvSpPr/>
                <p:nvPr/>
              </p:nvSpPr>
              <p:spPr>
                <a:xfrm>
                  <a:off x="1390724" y="2701572"/>
                  <a:ext cx="1260926" cy="506587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60926"/>
                    <a:gd name="connsiteY0" fmla="*/ 0 h 506437"/>
                    <a:gd name="connsiteX1" fmla="*/ 295421 w 1260926"/>
                    <a:gd name="connsiteY1" fmla="*/ 393896 h 506437"/>
                    <a:gd name="connsiteX2" fmla="*/ 1260926 w 1260926"/>
                    <a:gd name="connsiteY2" fmla="*/ 506437 h 506437"/>
                    <a:gd name="connsiteX0" fmla="*/ 0 w 1260926"/>
                    <a:gd name="connsiteY0" fmla="*/ 0 h 506587"/>
                    <a:gd name="connsiteX1" fmla="*/ 295421 w 1260926"/>
                    <a:gd name="connsiteY1" fmla="*/ 393896 h 506587"/>
                    <a:gd name="connsiteX2" fmla="*/ 1260926 w 1260926"/>
                    <a:gd name="connsiteY2" fmla="*/ 506437 h 506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0926" h="506587">
                      <a:moveTo>
                        <a:pt x="0" y="0"/>
                      </a:moveTo>
                      <a:cubicBezTo>
                        <a:pt x="365" y="178558"/>
                        <a:pt x="105507" y="309490"/>
                        <a:pt x="295421" y="393896"/>
                      </a:cubicBezTo>
                      <a:cubicBezTo>
                        <a:pt x="485335" y="478302"/>
                        <a:pt x="924327" y="509037"/>
                        <a:pt x="1260926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962E43F6-2D5F-95EC-4EDF-A967CF12CDF8}"/>
                    </a:ext>
                  </a:extLst>
                </p:cNvPr>
                <p:cNvSpPr/>
                <p:nvPr/>
              </p:nvSpPr>
              <p:spPr>
                <a:xfrm flipH="1">
                  <a:off x="2649270" y="2700479"/>
                  <a:ext cx="1139510" cy="507382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7382"/>
                    <a:gd name="connsiteX1" fmla="*/ 295421 w 1139483"/>
                    <a:gd name="connsiteY1" fmla="*/ 393896 h 507382"/>
                    <a:gd name="connsiteX2" fmla="*/ 1139483 w 1139483"/>
                    <a:gd name="connsiteY2" fmla="*/ 506437 h 507382"/>
                    <a:gd name="connsiteX0" fmla="*/ 27 w 1139510"/>
                    <a:gd name="connsiteY0" fmla="*/ 0 h 507382"/>
                    <a:gd name="connsiteX1" fmla="*/ 295448 w 1139510"/>
                    <a:gd name="connsiteY1" fmla="*/ 393896 h 507382"/>
                    <a:gd name="connsiteX2" fmla="*/ 1139510 w 1139510"/>
                    <a:gd name="connsiteY2" fmla="*/ 506437 h 507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39510" h="507382">
                      <a:moveTo>
                        <a:pt x="27" y="0"/>
                      </a:moveTo>
                      <a:cubicBezTo>
                        <a:pt x="-1989" y="195227"/>
                        <a:pt x="105534" y="309490"/>
                        <a:pt x="295448" y="393896"/>
                      </a:cubicBezTo>
                      <a:cubicBezTo>
                        <a:pt x="485362" y="478302"/>
                        <a:pt x="812436" y="513801"/>
                        <a:pt x="1139510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BD2E4078-E0B7-8CE8-BCA6-79F256B74F7D}"/>
                    </a:ext>
                  </a:extLst>
                </p:cNvPr>
                <p:cNvSpPr/>
                <p:nvPr/>
              </p:nvSpPr>
              <p:spPr>
                <a:xfrm flipV="1">
                  <a:off x="1390723" y="2297475"/>
                  <a:ext cx="982320" cy="404098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994226"/>
                    <a:gd name="connsiteY0" fmla="*/ 0 h 465956"/>
                    <a:gd name="connsiteX1" fmla="*/ 295421 w 994226"/>
                    <a:gd name="connsiteY1" fmla="*/ 393896 h 465956"/>
                    <a:gd name="connsiteX2" fmla="*/ 994226 w 994226"/>
                    <a:gd name="connsiteY2" fmla="*/ 465956 h 465956"/>
                    <a:gd name="connsiteX0" fmla="*/ 0 w 994226"/>
                    <a:gd name="connsiteY0" fmla="*/ 0 h 465956"/>
                    <a:gd name="connsiteX1" fmla="*/ 321615 w 994226"/>
                    <a:gd name="connsiteY1" fmla="*/ 358178 h 465956"/>
                    <a:gd name="connsiteX2" fmla="*/ 994226 w 994226"/>
                    <a:gd name="connsiteY2" fmla="*/ 465956 h 465956"/>
                    <a:gd name="connsiteX0" fmla="*/ 0 w 982320"/>
                    <a:gd name="connsiteY0" fmla="*/ 0 h 396466"/>
                    <a:gd name="connsiteX1" fmla="*/ 321615 w 982320"/>
                    <a:gd name="connsiteY1" fmla="*/ 358178 h 396466"/>
                    <a:gd name="connsiteX2" fmla="*/ 982320 w 982320"/>
                    <a:gd name="connsiteY2" fmla="*/ 373087 h 396466"/>
                    <a:gd name="connsiteX0" fmla="*/ 0 w 982320"/>
                    <a:gd name="connsiteY0" fmla="*/ 0 h 404098"/>
                    <a:gd name="connsiteX1" fmla="*/ 321615 w 982320"/>
                    <a:gd name="connsiteY1" fmla="*/ 358178 h 404098"/>
                    <a:gd name="connsiteX2" fmla="*/ 982320 w 982320"/>
                    <a:gd name="connsiteY2" fmla="*/ 373087 h 404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82320" h="404098">
                      <a:moveTo>
                        <a:pt x="0" y="0"/>
                      </a:moveTo>
                      <a:cubicBezTo>
                        <a:pt x="2747" y="169032"/>
                        <a:pt x="131701" y="273772"/>
                        <a:pt x="321615" y="358178"/>
                      </a:cubicBezTo>
                      <a:cubicBezTo>
                        <a:pt x="511529" y="442584"/>
                        <a:pt x="648102" y="387594"/>
                        <a:pt x="982320" y="37308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0670A1F1-03ED-A78C-6A54-8CB45F5CDD01}"/>
                    </a:ext>
                  </a:extLst>
                </p:cNvPr>
                <p:cNvSpPr/>
                <p:nvPr/>
              </p:nvSpPr>
              <p:spPr>
                <a:xfrm flipH="1" flipV="1">
                  <a:off x="2464740" y="2297853"/>
                  <a:ext cx="1325221" cy="410203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3087"/>
                    <a:gd name="connsiteX1" fmla="*/ 366859 w 1210921"/>
                    <a:gd name="connsiteY1" fmla="*/ 260546 h 373087"/>
                    <a:gd name="connsiteX2" fmla="*/ 1210921 w 1210921"/>
                    <a:gd name="connsiteY2" fmla="*/ 373087 h 373087"/>
                    <a:gd name="connsiteX0" fmla="*/ 0 w 1087096"/>
                    <a:gd name="connsiteY0" fmla="*/ 0 h 365944"/>
                    <a:gd name="connsiteX1" fmla="*/ 243034 w 1087096"/>
                    <a:gd name="connsiteY1" fmla="*/ 253403 h 365944"/>
                    <a:gd name="connsiteX2" fmla="*/ 1087096 w 1087096"/>
                    <a:gd name="connsiteY2" fmla="*/ 365944 h 365944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10921"/>
                    <a:gd name="connsiteY0" fmla="*/ 0 h 368325"/>
                    <a:gd name="connsiteX1" fmla="*/ 366859 w 1210921"/>
                    <a:gd name="connsiteY1" fmla="*/ 255784 h 368325"/>
                    <a:gd name="connsiteX2" fmla="*/ 1210921 w 1210921"/>
                    <a:gd name="connsiteY2" fmla="*/ 368325 h 368325"/>
                    <a:gd name="connsiteX0" fmla="*/ 0 w 1208540"/>
                    <a:gd name="connsiteY0" fmla="*/ 0 h 373087"/>
                    <a:gd name="connsiteX1" fmla="*/ 364478 w 1208540"/>
                    <a:gd name="connsiteY1" fmla="*/ 260546 h 373087"/>
                    <a:gd name="connsiteX2" fmla="*/ 1208540 w 1208540"/>
                    <a:gd name="connsiteY2" fmla="*/ 373087 h 373087"/>
                    <a:gd name="connsiteX0" fmla="*/ 0 w 1363321"/>
                    <a:gd name="connsiteY0" fmla="*/ 0 h 380231"/>
                    <a:gd name="connsiteX1" fmla="*/ 364478 w 1363321"/>
                    <a:gd name="connsiteY1" fmla="*/ 260546 h 380231"/>
                    <a:gd name="connsiteX2" fmla="*/ 1363321 w 1363321"/>
                    <a:gd name="connsiteY2" fmla="*/ 380231 h 380231"/>
                    <a:gd name="connsiteX0" fmla="*/ 0 w 1325221"/>
                    <a:gd name="connsiteY0" fmla="*/ 0 h 377850"/>
                    <a:gd name="connsiteX1" fmla="*/ 364478 w 1325221"/>
                    <a:gd name="connsiteY1" fmla="*/ 260546 h 377850"/>
                    <a:gd name="connsiteX2" fmla="*/ 1325221 w 1325221"/>
                    <a:gd name="connsiteY2" fmla="*/ 377850 h 377850"/>
                    <a:gd name="connsiteX0" fmla="*/ 0 w 1325221"/>
                    <a:gd name="connsiteY0" fmla="*/ 0 h 377982"/>
                    <a:gd name="connsiteX1" fmla="*/ 364478 w 1325221"/>
                    <a:gd name="connsiteY1" fmla="*/ 260546 h 377982"/>
                    <a:gd name="connsiteX2" fmla="*/ 1325221 w 1325221"/>
                    <a:gd name="connsiteY2" fmla="*/ 377850 h 377982"/>
                    <a:gd name="connsiteX0" fmla="*/ 0 w 1325221"/>
                    <a:gd name="connsiteY0" fmla="*/ 0 h 378132"/>
                    <a:gd name="connsiteX1" fmla="*/ 219222 w 1325221"/>
                    <a:gd name="connsiteY1" fmla="*/ 281977 h 378132"/>
                    <a:gd name="connsiteX2" fmla="*/ 1325221 w 1325221"/>
                    <a:gd name="connsiteY2" fmla="*/ 377850 h 37813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407062"/>
                    <a:gd name="connsiteX1" fmla="*/ 433534 w 1325221"/>
                    <a:gd name="connsiteY1" fmla="*/ 365320 h 407062"/>
                    <a:gd name="connsiteX2" fmla="*/ 1325221 w 1325221"/>
                    <a:gd name="connsiteY2" fmla="*/ 377850 h 407062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5221" h="410203">
                      <a:moveTo>
                        <a:pt x="0" y="0"/>
                      </a:moveTo>
                      <a:cubicBezTo>
                        <a:pt x="7510" y="116645"/>
                        <a:pt x="243620" y="273770"/>
                        <a:pt x="433534" y="365320"/>
                      </a:cubicBezTo>
                      <a:cubicBezTo>
                        <a:pt x="623448" y="456870"/>
                        <a:pt x="1000529" y="380450"/>
                        <a:pt x="1325221" y="377850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1442251B-8B2A-5E95-32BF-B70CACCE62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9225" y="2863850"/>
                  <a:ext cx="953818" cy="19240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3ACBDCA7-EA36-1B12-48F7-E217AE95CA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3043" y="2901293"/>
                  <a:ext cx="1371265" cy="1886607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0C808722-F1F8-EFB0-4CE5-A796FDC7F043}"/>
                    </a:ext>
                  </a:extLst>
                </p:cNvPr>
                <p:cNvCxnSpPr>
                  <a:stCxn id="30" idx="2"/>
                </p:cNvCxnSpPr>
                <p:nvPr/>
              </p:nvCxnSpPr>
              <p:spPr>
                <a:xfrm flipH="1">
                  <a:off x="2373043" y="3206916"/>
                  <a:ext cx="276227" cy="1580984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76D70587-7FA9-48AC-AE4E-34F4E9530A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3043" y="2343150"/>
                  <a:ext cx="0" cy="24447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AAEE1503-C0E4-BA23-893C-8EF3797652DB}"/>
                    </a:ext>
                  </a:extLst>
                </p:cNvPr>
                <p:cNvSpPr/>
                <p:nvPr/>
              </p:nvSpPr>
              <p:spPr>
                <a:xfrm>
                  <a:off x="1390391" y="1651592"/>
                  <a:ext cx="2397188" cy="1060211"/>
                </a:xfrm>
                <a:custGeom>
                  <a:avLst/>
                  <a:gdLst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330291"/>
                    <a:gd name="connsiteY0" fmla="*/ 1288023 h 1288023"/>
                    <a:gd name="connsiteX1" fmla="*/ 663269 w 2330291"/>
                    <a:gd name="connsiteY1" fmla="*/ 178837 h 1288023"/>
                    <a:gd name="connsiteX2" fmla="*/ 1598771 w 2330291"/>
                    <a:gd name="connsiteY2" fmla="*/ 73330 h 1288023"/>
                    <a:gd name="connsiteX3" fmla="*/ 2330291 w 2330291"/>
                    <a:gd name="connsiteY3" fmla="*/ 903323 h 1288023"/>
                    <a:gd name="connsiteX0" fmla="*/ 165 w 2330456"/>
                    <a:gd name="connsiteY0" fmla="*/ 1288023 h 1288023"/>
                    <a:gd name="connsiteX1" fmla="*/ 663434 w 2330456"/>
                    <a:gd name="connsiteY1" fmla="*/ 178837 h 1288023"/>
                    <a:gd name="connsiteX2" fmla="*/ 1598936 w 2330456"/>
                    <a:gd name="connsiteY2" fmla="*/ 73330 h 1288023"/>
                    <a:gd name="connsiteX3" fmla="*/ 2330456 w 2330456"/>
                    <a:gd name="connsiteY3" fmla="*/ 903323 h 1288023"/>
                    <a:gd name="connsiteX0" fmla="*/ 165 w 2330456"/>
                    <a:gd name="connsiteY0" fmla="*/ 1273056 h 1273056"/>
                    <a:gd name="connsiteX1" fmla="*/ 663434 w 2330456"/>
                    <a:gd name="connsiteY1" fmla="*/ 178158 h 1273056"/>
                    <a:gd name="connsiteX2" fmla="*/ 1598936 w 2330456"/>
                    <a:gd name="connsiteY2" fmla="*/ 72651 h 1273056"/>
                    <a:gd name="connsiteX3" fmla="*/ 2330456 w 2330456"/>
                    <a:gd name="connsiteY3" fmla="*/ 902644 h 1273056"/>
                    <a:gd name="connsiteX0" fmla="*/ 211 w 2330502"/>
                    <a:gd name="connsiteY0" fmla="*/ 1242225 h 1242225"/>
                    <a:gd name="connsiteX1" fmla="*/ 572992 w 2330502"/>
                    <a:gd name="connsiteY1" fmla="*/ 280677 h 1242225"/>
                    <a:gd name="connsiteX2" fmla="*/ 1598982 w 2330502"/>
                    <a:gd name="connsiteY2" fmla="*/ 41820 h 1242225"/>
                    <a:gd name="connsiteX3" fmla="*/ 2330502 w 2330502"/>
                    <a:gd name="connsiteY3" fmla="*/ 871813 h 1242225"/>
                    <a:gd name="connsiteX0" fmla="*/ 222 w 2330513"/>
                    <a:gd name="connsiteY0" fmla="*/ 1032955 h 1032955"/>
                    <a:gd name="connsiteX1" fmla="*/ 573003 w 2330513"/>
                    <a:gd name="connsiteY1" fmla="*/ 71407 h 1032955"/>
                    <a:gd name="connsiteX2" fmla="*/ 1689481 w 2330513"/>
                    <a:gd name="connsiteY2" fmla="*/ 151638 h 1032955"/>
                    <a:gd name="connsiteX3" fmla="*/ 2330513 w 2330513"/>
                    <a:gd name="connsiteY3" fmla="*/ 662543 h 1032955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7188" h="1060211">
                      <a:moveTo>
                        <a:pt x="222" y="1032955"/>
                      </a:moveTo>
                      <a:cubicBezTo>
                        <a:pt x="-9340" y="677636"/>
                        <a:pt x="291460" y="218293"/>
                        <a:pt x="573003" y="71407"/>
                      </a:cubicBezTo>
                      <a:cubicBezTo>
                        <a:pt x="854546" y="-75479"/>
                        <a:pt x="1411644" y="30890"/>
                        <a:pt x="1689481" y="151638"/>
                      </a:cubicBezTo>
                      <a:cubicBezTo>
                        <a:pt x="1967318" y="272386"/>
                        <a:pt x="2386234" y="705588"/>
                        <a:pt x="2397188" y="1060211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FD464F9A-962A-8157-5B88-2FB211FC4353}"/>
                      </a:ext>
                    </a:extLst>
                  </p:cNvPr>
                  <p:cNvSpPr txBox="1"/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119BD0A1-4391-5E8F-FE27-F04711DA90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89C940A0-0FB0-FD2D-4F07-7678E67DF78B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AC6C6D18-591D-CD33-6EB2-B4AA511DC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6EFB05EF-09FE-7ABC-4F4D-1C340C971D42}"/>
                      </a:ext>
                    </a:extLst>
                  </p:cNvPr>
                  <p:cNvSpPr txBox="1"/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81C9719E-DD5F-816C-FC75-CE63173C88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E02FEA29-2277-26EA-112E-ACFFCE6F269E}"/>
                      </a:ext>
                    </a:extLst>
                  </p:cNvPr>
                  <p:cNvSpPr txBox="1"/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4B9338E-9E54-BE82-988F-950C6B2D8C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F1D9B21B-983D-870C-72F7-39249F5B9510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DC4A7514-0D4E-B85E-B7AA-234987002C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6753055-35F8-A8AA-2EEE-2F5C7102CE63}"/>
                      </a:ext>
                    </a:extLst>
                  </p:cNvPr>
                  <p:cNvSpPr txBox="1"/>
                  <p:nvPr/>
                </p:nvSpPr>
                <p:spPr>
                  <a:xfrm>
                    <a:off x="2134469" y="3672178"/>
                    <a:ext cx="647677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81E62212-4ADE-E266-557D-9A0A0B0A6C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34469" y="3672178"/>
                    <a:ext cx="647677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4FC7A801-4E29-1563-A993-25B1612C2247}"/>
                </a:ext>
              </a:extLst>
            </p:cNvPr>
            <p:cNvSpPr/>
            <p:nvPr/>
          </p:nvSpPr>
          <p:spPr>
            <a:xfrm rot="4940850">
              <a:off x="10116513" y="2365006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80876DB-EB82-B6A2-2A3C-A4D96769CBEB}"/>
                </a:ext>
              </a:extLst>
            </p:cNvPr>
            <p:cNvSpPr/>
            <p:nvPr/>
          </p:nvSpPr>
          <p:spPr>
            <a:xfrm rot="17040372">
              <a:off x="8417053" y="2377577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9420315F-3D8D-1FD7-3F77-BEBE01146105}"/>
                </a:ext>
              </a:extLst>
            </p:cNvPr>
            <p:cNvSpPr/>
            <p:nvPr/>
          </p:nvSpPr>
          <p:spPr>
            <a:xfrm rot="684613">
              <a:off x="9157674" y="3274844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9ED9CE45-D6D9-AB3E-2477-EE6C805C9907}"/>
                </a:ext>
              </a:extLst>
            </p:cNvPr>
            <p:cNvSpPr/>
            <p:nvPr/>
          </p:nvSpPr>
          <p:spPr>
            <a:xfrm rot="10800000">
              <a:off x="8911333" y="3234473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CB24137-C674-6F79-F902-7F0253A361A3}"/>
              </a:ext>
            </a:extLst>
          </p:cNvPr>
          <p:cNvSpPr txBox="1"/>
          <p:nvPr/>
        </p:nvSpPr>
        <p:spPr>
          <a:xfrm>
            <a:off x="986813" y="114473"/>
            <a:ext cx="32148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Lines and points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B526E7-5A62-8B2B-07FD-D95B846D2D09}"/>
              </a:ext>
            </a:extLst>
          </p:cNvPr>
          <p:cNvSpPr txBox="1"/>
          <p:nvPr/>
        </p:nvSpPr>
        <p:spPr>
          <a:xfrm>
            <a:off x="6672932" y="113547"/>
            <a:ext cx="35355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Surfaces and lines</a:t>
            </a:r>
          </a:p>
        </p:txBody>
      </p:sp>
    </p:spTree>
    <p:extLst>
      <p:ext uri="{BB962C8B-B14F-4D97-AF65-F5344CB8AC3E}">
        <p14:creationId xmlns:p14="http://schemas.microsoft.com/office/powerpoint/2010/main" val="1811310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116D8-24F6-0471-044D-A01F79112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3CC09E-BC7F-2149-24B9-51F742376059}"/>
                  </a:ext>
                </a:extLst>
              </p:cNvPr>
              <p:cNvSpPr txBox="1"/>
              <p:nvPr/>
            </p:nvSpPr>
            <p:spPr>
              <a:xfrm>
                <a:off x="579665" y="371068"/>
                <a:ext cx="202395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60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60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3CC09E-BC7F-2149-24B9-51F742376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371068"/>
                <a:ext cx="2023951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0FC9F-E8C9-F228-73C9-2685583D85E9}"/>
                  </a:ext>
                </a:extLst>
              </p:cNvPr>
              <p:cNvSpPr txBox="1"/>
              <p:nvPr/>
            </p:nvSpPr>
            <p:spPr>
              <a:xfrm>
                <a:off x="2591841" y="362588"/>
                <a:ext cx="3041281" cy="10992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supHide m:val="on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0FC9F-E8C9-F228-73C9-2685583D8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41" y="362588"/>
                <a:ext cx="3041281" cy="10992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D1BDD5-47A9-6F81-2CFE-33BED04DA122}"/>
                  </a:ext>
                </a:extLst>
              </p:cNvPr>
              <p:cNvSpPr txBox="1"/>
              <p:nvPr/>
            </p:nvSpPr>
            <p:spPr>
              <a:xfrm>
                <a:off x="1052379" y="2865577"/>
                <a:ext cx="62620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D1BDD5-47A9-6F81-2CFE-33BED04DA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379" y="2865577"/>
                <a:ext cx="6262099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C81CFD71-F516-BC3D-AA19-A721D2050426}"/>
              </a:ext>
            </a:extLst>
          </p:cNvPr>
          <p:cNvGrpSpPr/>
          <p:nvPr/>
        </p:nvGrpSpPr>
        <p:grpSpPr>
          <a:xfrm>
            <a:off x="1155619" y="1631807"/>
            <a:ext cx="5912824" cy="646331"/>
            <a:chOff x="973036" y="1631807"/>
            <a:chExt cx="5912824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BEBA2B0-AA74-880E-C3AF-DA83B526C6B4}"/>
                    </a:ext>
                  </a:extLst>
                </p:cNvPr>
                <p:cNvSpPr txBox="1"/>
                <p:nvPr/>
              </p:nvSpPr>
              <p:spPr>
                <a:xfrm>
                  <a:off x="4435830" y="1631807"/>
                  <a:ext cx="245003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BEBA2B0-AA74-880E-C3AF-DA83B526C6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5830" y="1631807"/>
                  <a:ext cx="2450030" cy="6463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4142B50-1493-BC5F-E385-17018651CC7A}"/>
                    </a:ext>
                  </a:extLst>
                </p:cNvPr>
                <p:cNvSpPr txBox="1"/>
                <p:nvPr/>
              </p:nvSpPr>
              <p:spPr>
                <a:xfrm>
                  <a:off x="973036" y="1631807"/>
                  <a:ext cx="245003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4142B50-1493-BC5F-E385-17018651CC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036" y="1631807"/>
                  <a:ext cx="2450030" cy="6463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F537B72-F5AB-A4F7-A1A0-32806DB6066D}"/>
                    </a:ext>
                  </a:extLst>
                </p:cNvPr>
                <p:cNvSpPr txBox="1"/>
                <p:nvPr/>
              </p:nvSpPr>
              <p:spPr>
                <a:xfrm>
                  <a:off x="3449091" y="1631807"/>
                  <a:ext cx="83388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F537B72-F5AB-A4F7-A1A0-32806DB606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9091" y="1631807"/>
                  <a:ext cx="833883" cy="6463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6E88FB1-7049-8CBA-661B-2C4A7AD92A39}"/>
              </a:ext>
            </a:extLst>
          </p:cNvPr>
          <p:cNvGrpSpPr/>
          <p:nvPr/>
        </p:nvGrpSpPr>
        <p:grpSpPr>
          <a:xfrm>
            <a:off x="2690201" y="2227324"/>
            <a:ext cx="2716831" cy="681501"/>
            <a:chOff x="2353682" y="2227324"/>
            <a:chExt cx="2716831" cy="6815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DD2780A-26A7-026A-7BBC-F37199128DAB}"/>
                    </a:ext>
                  </a:extLst>
                </p:cNvPr>
                <p:cNvSpPr txBox="1"/>
                <p:nvPr/>
              </p:nvSpPr>
              <p:spPr>
                <a:xfrm rot="1974412">
                  <a:off x="2353682" y="2227324"/>
                  <a:ext cx="83388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DD2780A-26A7-026A-7BBC-F37199128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74412">
                  <a:off x="2353682" y="2227324"/>
                  <a:ext cx="833883" cy="6463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77A64CF-C0C1-DA02-C2A6-42A7D80221B9}"/>
                    </a:ext>
                  </a:extLst>
                </p:cNvPr>
                <p:cNvSpPr txBox="1"/>
                <p:nvPr/>
              </p:nvSpPr>
              <p:spPr>
                <a:xfrm rot="19625588" flipV="1">
                  <a:off x="4236630" y="2262494"/>
                  <a:ext cx="83388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77A64CF-C0C1-DA02-C2A6-42A7D80221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625588" flipV="1">
                  <a:off x="4236630" y="2262494"/>
                  <a:ext cx="833883" cy="6463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5403FD0-FDC3-D813-E08A-6F51835934EB}"/>
              </a:ext>
            </a:extLst>
          </p:cNvPr>
          <p:cNvGrpSpPr/>
          <p:nvPr/>
        </p:nvGrpSpPr>
        <p:grpSpPr>
          <a:xfrm>
            <a:off x="7492546" y="207002"/>
            <a:ext cx="4119789" cy="2278646"/>
            <a:chOff x="7492546" y="207002"/>
            <a:chExt cx="4119789" cy="227864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D86702B-D3C2-19F6-702B-E8E16614555C}"/>
                </a:ext>
              </a:extLst>
            </p:cNvPr>
            <p:cNvSpPr/>
            <p:nvPr/>
          </p:nvSpPr>
          <p:spPr>
            <a:xfrm>
              <a:off x="7493056" y="1804886"/>
              <a:ext cx="1930602" cy="680762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60926"/>
                <a:gd name="connsiteY0" fmla="*/ 0 h 506437"/>
                <a:gd name="connsiteX1" fmla="*/ 295421 w 1260926"/>
                <a:gd name="connsiteY1" fmla="*/ 393896 h 506437"/>
                <a:gd name="connsiteX2" fmla="*/ 1260926 w 1260926"/>
                <a:gd name="connsiteY2" fmla="*/ 506437 h 506437"/>
                <a:gd name="connsiteX0" fmla="*/ 0 w 1260926"/>
                <a:gd name="connsiteY0" fmla="*/ 0 h 506587"/>
                <a:gd name="connsiteX1" fmla="*/ 295421 w 1260926"/>
                <a:gd name="connsiteY1" fmla="*/ 393896 h 506587"/>
                <a:gd name="connsiteX2" fmla="*/ 1260926 w 1260926"/>
                <a:gd name="connsiteY2" fmla="*/ 506437 h 50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0926" h="506587">
                  <a:moveTo>
                    <a:pt x="0" y="0"/>
                  </a:moveTo>
                  <a:cubicBezTo>
                    <a:pt x="365" y="178558"/>
                    <a:pt x="105507" y="309490"/>
                    <a:pt x="295421" y="393896"/>
                  </a:cubicBezTo>
                  <a:cubicBezTo>
                    <a:pt x="485335" y="478302"/>
                    <a:pt x="924327" y="509037"/>
                    <a:pt x="1260926" y="50643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902955-3B95-FC7D-FF08-3C9CF76146D8}"/>
                </a:ext>
              </a:extLst>
            </p:cNvPr>
            <p:cNvSpPr/>
            <p:nvPr/>
          </p:nvSpPr>
          <p:spPr>
            <a:xfrm flipH="1">
              <a:off x="9420014" y="1803417"/>
              <a:ext cx="1744702" cy="681830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7382"/>
                <a:gd name="connsiteX1" fmla="*/ 295421 w 1139483"/>
                <a:gd name="connsiteY1" fmla="*/ 393896 h 507382"/>
                <a:gd name="connsiteX2" fmla="*/ 1139483 w 1139483"/>
                <a:gd name="connsiteY2" fmla="*/ 506437 h 507382"/>
                <a:gd name="connsiteX0" fmla="*/ 27 w 1139510"/>
                <a:gd name="connsiteY0" fmla="*/ 0 h 507382"/>
                <a:gd name="connsiteX1" fmla="*/ 295448 w 1139510"/>
                <a:gd name="connsiteY1" fmla="*/ 393896 h 507382"/>
                <a:gd name="connsiteX2" fmla="*/ 1139510 w 1139510"/>
                <a:gd name="connsiteY2" fmla="*/ 506437 h 50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9510" h="507382">
                  <a:moveTo>
                    <a:pt x="27" y="0"/>
                  </a:moveTo>
                  <a:cubicBezTo>
                    <a:pt x="-1989" y="195227"/>
                    <a:pt x="105534" y="309490"/>
                    <a:pt x="295448" y="393896"/>
                  </a:cubicBezTo>
                  <a:cubicBezTo>
                    <a:pt x="485362" y="478302"/>
                    <a:pt x="812436" y="513801"/>
                    <a:pt x="1139510" y="50643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D2EBE60-C2E6-F8B9-EB68-90C7EC11F85F}"/>
                </a:ext>
              </a:extLst>
            </p:cNvPr>
            <p:cNvSpPr/>
            <p:nvPr/>
          </p:nvSpPr>
          <p:spPr>
            <a:xfrm flipV="1">
              <a:off x="7493054" y="1261852"/>
              <a:ext cx="1504029" cy="543035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994226"/>
                <a:gd name="connsiteY0" fmla="*/ 0 h 465956"/>
                <a:gd name="connsiteX1" fmla="*/ 295421 w 994226"/>
                <a:gd name="connsiteY1" fmla="*/ 393896 h 465956"/>
                <a:gd name="connsiteX2" fmla="*/ 994226 w 994226"/>
                <a:gd name="connsiteY2" fmla="*/ 465956 h 465956"/>
                <a:gd name="connsiteX0" fmla="*/ 0 w 994226"/>
                <a:gd name="connsiteY0" fmla="*/ 0 h 465956"/>
                <a:gd name="connsiteX1" fmla="*/ 321615 w 994226"/>
                <a:gd name="connsiteY1" fmla="*/ 358178 h 465956"/>
                <a:gd name="connsiteX2" fmla="*/ 994226 w 994226"/>
                <a:gd name="connsiteY2" fmla="*/ 465956 h 465956"/>
                <a:gd name="connsiteX0" fmla="*/ 0 w 982320"/>
                <a:gd name="connsiteY0" fmla="*/ 0 h 396466"/>
                <a:gd name="connsiteX1" fmla="*/ 321615 w 982320"/>
                <a:gd name="connsiteY1" fmla="*/ 358178 h 396466"/>
                <a:gd name="connsiteX2" fmla="*/ 982320 w 982320"/>
                <a:gd name="connsiteY2" fmla="*/ 373087 h 396466"/>
                <a:gd name="connsiteX0" fmla="*/ 0 w 982320"/>
                <a:gd name="connsiteY0" fmla="*/ 0 h 404098"/>
                <a:gd name="connsiteX1" fmla="*/ 321615 w 982320"/>
                <a:gd name="connsiteY1" fmla="*/ 358178 h 404098"/>
                <a:gd name="connsiteX2" fmla="*/ 982320 w 982320"/>
                <a:gd name="connsiteY2" fmla="*/ 373087 h 40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2320" h="404098">
                  <a:moveTo>
                    <a:pt x="0" y="0"/>
                  </a:moveTo>
                  <a:cubicBezTo>
                    <a:pt x="2747" y="169032"/>
                    <a:pt x="131701" y="273772"/>
                    <a:pt x="321615" y="358178"/>
                  </a:cubicBezTo>
                  <a:cubicBezTo>
                    <a:pt x="511529" y="442584"/>
                    <a:pt x="648102" y="387594"/>
                    <a:pt x="982320" y="37308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7AB3AFB-81BA-D0A1-8DD9-27B98F0A8D88}"/>
                </a:ext>
              </a:extLst>
            </p:cNvPr>
            <p:cNvSpPr/>
            <p:nvPr/>
          </p:nvSpPr>
          <p:spPr>
            <a:xfrm flipH="1" flipV="1">
              <a:off x="9137480" y="1262360"/>
              <a:ext cx="2029044" cy="551239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3087"/>
                <a:gd name="connsiteX1" fmla="*/ 366859 w 1210921"/>
                <a:gd name="connsiteY1" fmla="*/ 260546 h 373087"/>
                <a:gd name="connsiteX2" fmla="*/ 1210921 w 1210921"/>
                <a:gd name="connsiteY2" fmla="*/ 373087 h 373087"/>
                <a:gd name="connsiteX0" fmla="*/ 0 w 1087096"/>
                <a:gd name="connsiteY0" fmla="*/ 0 h 365944"/>
                <a:gd name="connsiteX1" fmla="*/ 243034 w 1087096"/>
                <a:gd name="connsiteY1" fmla="*/ 253403 h 365944"/>
                <a:gd name="connsiteX2" fmla="*/ 1087096 w 1087096"/>
                <a:gd name="connsiteY2" fmla="*/ 365944 h 365944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10921"/>
                <a:gd name="connsiteY0" fmla="*/ 0 h 368325"/>
                <a:gd name="connsiteX1" fmla="*/ 366859 w 1210921"/>
                <a:gd name="connsiteY1" fmla="*/ 255784 h 368325"/>
                <a:gd name="connsiteX2" fmla="*/ 1210921 w 1210921"/>
                <a:gd name="connsiteY2" fmla="*/ 368325 h 368325"/>
                <a:gd name="connsiteX0" fmla="*/ 0 w 1208540"/>
                <a:gd name="connsiteY0" fmla="*/ 0 h 373087"/>
                <a:gd name="connsiteX1" fmla="*/ 364478 w 1208540"/>
                <a:gd name="connsiteY1" fmla="*/ 260546 h 373087"/>
                <a:gd name="connsiteX2" fmla="*/ 1208540 w 1208540"/>
                <a:gd name="connsiteY2" fmla="*/ 373087 h 373087"/>
                <a:gd name="connsiteX0" fmla="*/ 0 w 1363321"/>
                <a:gd name="connsiteY0" fmla="*/ 0 h 380231"/>
                <a:gd name="connsiteX1" fmla="*/ 364478 w 1363321"/>
                <a:gd name="connsiteY1" fmla="*/ 260546 h 380231"/>
                <a:gd name="connsiteX2" fmla="*/ 1363321 w 1363321"/>
                <a:gd name="connsiteY2" fmla="*/ 380231 h 380231"/>
                <a:gd name="connsiteX0" fmla="*/ 0 w 1325221"/>
                <a:gd name="connsiteY0" fmla="*/ 0 h 377850"/>
                <a:gd name="connsiteX1" fmla="*/ 364478 w 1325221"/>
                <a:gd name="connsiteY1" fmla="*/ 260546 h 377850"/>
                <a:gd name="connsiteX2" fmla="*/ 1325221 w 1325221"/>
                <a:gd name="connsiteY2" fmla="*/ 377850 h 377850"/>
                <a:gd name="connsiteX0" fmla="*/ 0 w 1325221"/>
                <a:gd name="connsiteY0" fmla="*/ 0 h 377982"/>
                <a:gd name="connsiteX1" fmla="*/ 364478 w 1325221"/>
                <a:gd name="connsiteY1" fmla="*/ 260546 h 377982"/>
                <a:gd name="connsiteX2" fmla="*/ 1325221 w 1325221"/>
                <a:gd name="connsiteY2" fmla="*/ 377850 h 377982"/>
                <a:gd name="connsiteX0" fmla="*/ 0 w 1325221"/>
                <a:gd name="connsiteY0" fmla="*/ 0 h 378132"/>
                <a:gd name="connsiteX1" fmla="*/ 219222 w 1325221"/>
                <a:gd name="connsiteY1" fmla="*/ 281977 h 378132"/>
                <a:gd name="connsiteX2" fmla="*/ 1325221 w 1325221"/>
                <a:gd name="connsiteY2" fmla="*/ 377850 h 37813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407062"/>
                <a:gd name="connsiteX1" fmla="*/ 433534 w 1325221"/>
                <a:gd name="connsiteY1" fmla="*/ 365320 h 407062"/>
                <a:gd name="connsiteX2" fmla="*/ 1325221 w 1325221"/>
                <a:gd name="connsiteY2" fmla="*/ 377850 h 407062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5221" h="410203">
                  <a:moveTo>
                    <a:pt x="0" y="0"/>
                  </a:moveTo>
                  <a:cubicBezTo>
                    <a:pt x="7510" y="116645"/>
                    <a:pt x="243620" y="273770"/>
                    <a:pt x="433534" y="365320"/>
                  </a:cubicBezTo>
                  <a:cubicBezTo>
                    <a:pt x="623448" y="456870"/>
                    <a:pt x="1000529" y="380450"/>
                    <a:pt x="1325221" y="37785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467E148-FDFD-8412-DC2B-013F1E7513DA}"/>
                </a:ext>
              </a:extLst>
            </p:cNvPr>
            <p:cNvSpPr/>
            <p:nvPr/>
          </p:nvSpPr>
          <p:spPr>
            <a:xfrm>
              <a:off x="7492546" y="393901"/>
              <a:ext cx="3670331" cy="142473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7188" h="1060211">
                  <a:moveTo>
                    <a:pt x="222" y="1032955"/>
                  </a:moveTo>
                  <a:cubicBezTo>
                    <a:pt x="-9340" y="677636"/>
                    <a:pt x="291460" y="218293"/>
                    <a:pt x="573003" y="71407"/>
                  </a:cubicBezTo>
                  <a:cubicBezTo>
                    <a:pt x="854546" y="-75479"/>
                    <a:pt x="1411644" y="30890"/>
                    <a:pt x="1689481" y="151638"/>
                  </a:cubicBezTo>
                  <a:cubicBezTo>
                    <a:pt x="1967318" y="272386"/>
                    <a:pt x="2386234" y="705588"/>
                    <a:pt x="2397188" y="1060211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7178662-6953-9288-89F3-E9A0AE47C47C}"/>
                    </a:ext>
                  </a:extLst>
                </p:cNvPr>
                <p:cNvSpPr txBox="1"/>
                <p:nvPr/>
              </p:nvSpPr>
              <p:spPr>
                <a:xfrm>
                  <a:off x="10060571" y="207002"/>
                  <a:ext cx="63074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7178662-6953-9288-89F3-E9A0AE47C4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0571" y="207002"/>
                  <a:ext cx="630749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8416D4E-E4D6-7481-8439-6335313E6A57}"/>
                    </a:ext>
                  </a:extLst>
                </p:cNvPr>
                <p:cNvSpPr txBox="1"/>
                <p:nvPr/>
              </p:nvSpPr>
              <p:spPr>
                <a:xfrm>
                  <a:off x="11110082" y="362588"/>
                  <a:ext cx="50225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8416D4E-E4D6-7481-8439-6335313E6A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0082" y="362588"/>
                  <a:ext cx="502253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EEEBF19-B745-CA68-6580-08C227CB97E1}"/>
                    </a:ext>
                  </a:extLst>
                </p:cNvPr>
                <p:cNvSpPr txBox="1"/>
                <p:nvPr/>
              </p:nvSpPr>
              <p:spPr>
                <a:xfrm>
                  <a:off x="8266888" y="730222"/>
                  <a:ext cx="61632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EEEBF19-B745-CA68-6580-08C227CB97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6888" y="730222"/>
                  <a:ext cx="616323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4953487-6F8A-3A42-E867-6E15D69C83BC}"/>
                    </a:ext>
                  </a:extLst>
                </p:cNvPr>
                <p:cNvSpPr txBox="1"/>
                <p:nvPr/>
              </p:nvSpPr>
              <p:spPr>
                <a:xfrm>
                  <a:off x="10055824" y="1882722"/>
                  <a:ext cx="64350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4953487-6F8A-3A42-E867-6E15D69C8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5824" y="1882722"/>
                  <a:ext cx="643509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CD261B5-8A1E-9F7E-1D69-300016422D34}"/>
                </a:ext>
              </a:extLst>
            </p:cNvPr>
            <p:cNvSpPr/>
            <p:nvPr/>
          </p:nvSpPr>
          <p:spPr>
            <a:xfrm>
              <a:off x="7492887" y="738888"/>
              <a:ext cx="3669991" cy="1079747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927218 h 954474"/>
                <a:gd name="connsiteX1" fmla="*/ 573003 w 2397188"/>
                <a:gd name="connsiteY1" fmla="*/ 211387 h 954474"/>
                <a:gd name="connsiteX2" fmla="*/ 1689481 w 2397188"/>
                <a:gd name="connsiteY2" fmla="*/ 45901 h 954474"/>
                <a:gd name="connsiteX3" fmla="*/ 2397188 w 2397188"/>
                <a:gd name="connsiteY3" fmla="*/ 954474 h 954474"/>
                <a:gd name="connsiteX0" fmla="*/ 220 w 2397186"/>
                <a:gd name="connsiteY0" fmla="*/ 776234 h 803490"/>
                <a:gd name="connsiteX1" fmla="*/ 573001 w 2397186"/>
                <a:gd name="connsiteY1" fmla="*/ 60403 h 803490"/>
                <a:gd name="connsiteX2" fmla="*/ 1668742 w 2397186"/>
                <a:gd name="connsiteY2" fmla="*/ 121733 h 803490"/>
                <a:gd name="connsiteX3" fmla="*/ 2397186 w 2397186"/>
                <a:gd name="connsiteY3" fmla="*/ 803490 h 803490"/>
                <a:gd name="connsiteX0" fmla="*/ 0 w 2396966"/>
                <a:gd name="connsiteY0" fmla="*/ 776234 h 803490"/>
                <a:gd name="connsiteX1" fmla="*/ 572781 w 2396966"/>
                <a:gd name="connsiteY1" fmla="*/ 60403 h 803490"/>
                <a:gd name="connsiteX2" fmla="*/ 1668522 w 2396966"/>
                <a:gd name="connsiteY2" fmla="*/ 121733 h 803490"/>
                <a:gd name="connsiteX3" fmla="*/ 2396966 w 2396966"/>
                <a:gd name="connsiteY3" fmla="*/ 803490 h 803490"/>
                <a:gd name="connsiteX0" fmla="*/ 0 w 2396966"/>
                <a:gd name="connsiteY0" fmla="*/ 776234 h 803490"/>
                <a:gd name="connsiteX1" fmla="*/ 572781 w 2396966"/>
                <a:gd name="connsiteY1" fmla="*/ 60403 h 803490"/>
                <a:gd name="connsiteX2" fmla="*/ 1668522 w 2396966"/>
                <a:gd name="connsiteY2" fmla="*/ 121733 h 803490"/>
                <a:gd name="connsiteX3" fmla="*/ 2396966 w 2396966"/>
                <a:gd name="connsiteY3" fmla="*/ 803490 h 803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6966" h="803490">
                  <a:moveTo>
                    <a:pt x="0" y="776234"/>
                  </a:moveTo>
                  <a:cubicBezTo>
                    <a:pt x="94121" y="439817"/>
                    <a:pt x="294694" y="169487"/>
                    <a:pt x="572781" y="60403"/>
                  </a:cubicBezTo>
                  <a:cubicBezTo>
                    <a:pt x="850868" y="-48680"/>
                    <a:pt x="1390685" y="985"/>
                    <a:pt x="1668522" y="121733"/>
                  </a:cubicBezTo>
                  <a:cubicBezTo>
                    <a:pt x="1946359" y="242481"/>
                    <a:pt x="2261591" y="463043"/>
                    <a:pt x="2396966" y="80349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ECA9647-3BCA-615A-10DE-8AED06CDEC4C}"/>
                    </a:ext>
                  </a:extLst>
                </p:cNvPr>
                <p:cNvSpPr txBox="1"/>
                <p:nvPr/>
              </p:nvSpPr>
              <p:spPr>
                <a:xfrm>
                  <a:off x="9137480" y="729487"/>
                  <a:ext cx="6224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ECA9647-3BCA-615A-10DE-8AED06CDE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7480" y="729487"/>
                  <a:ext cx="622478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7CB56EA-2319-C41C-8957-99A5E5342F1C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flipV="1">
              <a:off x="10178720" y="624198"/>
              <a:ext cx="931362" cy="1701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88518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A294A-2A09-6EE1-8C28-F380CB1FB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B066D63-1A30-A05A-4C5B-5CA7CA2ECE42}"/>
                  </a:ext>
                </a:extLst>
              </p:cNvPr>
              <p:cNvSpPr txBox="1"/>
              <p:nvPr/>
            </p:nvSpPr>
            <p:spPr>
              <a:xfrm>
                <a:off x="579665" y="371068"/>
                <a:ext cx="202395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60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60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B066D63-1A30-A05A-4C5B-5CA7CA2EC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371068"/>
                <a:ext cx="2023951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2B80D6-82DE-0081-29B9-B100260C09EB}"/>
                  </a:ext>
                </a:extLst>
              </p:cNvPr>
              <p:cNvSpPr txBox="1"/>
              <p:nvPr/>
            </p:nvSpPr>
            <p:spPr>
              <a:xfrm>
                <a:off x="2591841" y="362588"/>
                <a:ext cx="3041281" cy="10992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supHide m:val="on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2B80D6-82DE-0081-29B9-B100260C0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41" y="362588"/>
                <a:ext cx="3041281" cy="10992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D64398-A139-018D-4BFB-3CE91DF8E86E}"/>
                  </a:ext>
                </a:extLst>
              </p:cNvPr>
              <p:cNvSpPr txBox="1"/>
              <p:nvPr/>
            </p:nvSpPr>
            <p:spPr>
              <a:xfrm>
                <a:off x="1207090" y="4613944"/>
                <a:ext cx="539109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D64398-A139-018D-4BFB-3CE91DF8E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090" y="4613944"/>
                <a:ext cx="5391091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93C103-33AC-CB11-B188-12620627E364}"/>
                  </a:ext>
                </a:extLst>
              </p:cNvPr>
              <p:cNvSpPr txBox="1"/>
              <p:nvPr/>
            </p:nvSpPr>
            <p:spPr>
              <a:xfrm>
                <a:off x="449829" y="3001000"/>
                <a:ext cx="674045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Once the functional is defined on all surfaces of the type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𝐴𝑂</m:t>
                        </m:r>
                      </m:sub>
                    </m:sSub>
                  </m:oMath>
                </a14:m>
                <a:r>
                  <a:rPr lang="en-US" sz="2800" dirty="0"/>
                  <a:t>, we can calculate the functional on all other surfaces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93C103-33AC-CB11-B188-12620627E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29" y="3001000"/>
                <a:ext cx="6740456" cy="1384995"/>
              </a:xfrm>
              <a:prstGeom prst="rect">
                <a:avLst/>
              </a:prstGeom>
              <a:blipFill>
                <a:blip r:embed="rId14"/>
                <a:stretch>
                  <a:fillRect l="-1266" t="-3965" r="-2351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4EEF3B-4EE9-834C-A68B-93085F9D414D}"/>
                  </a:ext>
                </a:extLst>
              </p:cNvPr>
              <p:cNvSpPr txBox="1"/>
              <p:nvPr/>
            </p:nvSpPr>
            <p:spPr>
              <a:xfrm>
                <a:off x="579665" y="1739890"/>
                <a:ext cx="650088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For any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800" dirty="0"/>
                  <a:t>, we want a surface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𝐴𝑂</m:t>
                        </m:r>
                      </m:sub>
                    </m:sSub>
                  </m:oMath>
                </a14:m>
                <a:r>
                  <a:rPr lang="en-US" sz="2800" dirty="0"/>
                  <a:t> such</a:t>
                </a:r>
                <a:br>
                  <a:rPr lang="en-US" sz="2800" dirty="0"/>
                </a:br>
                <a:r>
                  <a:rPr lang="en-US" sz="2800" dirty="0"/>
                  <a:t>that the boundary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𝐵𝑂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𝐴𝑂</m:t>
                        </m:r>
                      </m:sub>
                    </m:sSub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4EEF3B-4EE9-834C-A68B-93085F9D4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1739890"/>
                <a:ext cx="6500882" cy="954107"/>
              </a:xfrm>
              <a:prstGeom prst="rect">
                <a:avLst/>
              </a:prstGeom>
              <a:blipFill>
                <a:blip r:embed="rId15"/>
                <a:stretch>
                  <a:fillRect l="-1874" t="-5732" r="-843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A8D1AD1-5677-9156-5F9B-8EC94B8FD93E}"/>
              </a:ext>
            </a:extLst>
          </p:cNvPr>
          <p:cNvGrpSpPr/>
          <p:nvPr/>
        </p:nvGrpSpPr>
        <p:grpSpPr>
          <a:xfrm>
            <a:off x="7492546" y="207002"/>
            <a:ext cx="4251226" cy="4401535"/>
            <a:chOff x="7492546" y="207002"/>
            <a:chExt cx="4251226" cy="440153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C8A6232-06B3-9C3C-9243-C81BA4FAE280}"/>
                </a:ext>
              </a:extLst>
            </p:cNvPr>
            <p:cNvGrpSpPr/>
            <p:nvPr/>
          </p:nvGrpSpPr>
          <p:grpSpPr>
            <a:xfrm>
              <a:off x="7492546" y="207002"/>
              <a:ext cx="4251226" cy="4401535"/>
              <a:chOff x="1221579" y="1260711"/>
              <a:chExt cx="4251226" cy="4401535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7B8AF8A-EDA9-0EEC-05F4-3C784A1AD3F7}"/>
                  </a:ext>
                </a:extLst>
              </p:cNvPr>
              <p:cNvGrpSpPr/>
              <p:nvPr/>
            </p:nvGrpSpPr>
            <p:grpSpPr>
              <a:xfrm>
                <a:off x="1221579" y="1447610"/>
                <a:ext cx="3673978" cy="4214636"/>
                <a:chOff x="1390391" y="1651592"/>
                <a:chExt cx="2399570" cy="3136308"/>
              </a:xfrm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24B76FAC-B01E-9FCD-FB1B-379C14943840}"/>
                    </a:ext>
                  </a:extLst>
                </p:cNvPr>
                <p:cNvSpPr/>
                <p:nvPr/>
              </p:nvSpPr>
              <p:spPr>
                <a:xfrm>
                  <a:off x="1390724" y="2701572"/>
                  <a:ext cx="1260926" cy="506587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60926"/>
                    <a:gd name="connsiteY0" fmla="*/ 0 h 506437"/>
                    <a:gd name="connsiteX1" fmla="*/ 295421 w 1260926"/>
                    <a:gd name="connsiteY1" fmla="*/ 393896 h 506437"/>
                    <a:gd name="connsiteX2" fmla="*/ 1260926 w 1260926"/>
                    <a:gd name="connsiteY2" fmla="*/ 506437 h 506437"/>
                    <a:gd name="connsiteX0" fmla="*/ 0 w 1260926"/>
                    <a:gd name="connsiteY0" fmla="*/ 0 h 506587"/>
                    <a:gd name="connsiteX1" fmla="*/ 295421 w 1260926"/>
                    <a:gd name="connsiteY1" fmla="*/ 393896 h 506587"/>
                    <a:gd name="connsiteX2" fmla="*/ 1260926 w 1260926"/>
                    <a:gd name="connsiteY2" fmla="*/ 506437 h 506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0926" h="506587">
                      <a:moveTo>
                        <a:pt x="0" y="0"/>
                      </a:moveTo>
                      <a:cubicBezTo>
                        <a:pt x="365" y="178558"/>
                        <a:pt x="105507" y="309490"/>
                        <a:pt x="295421" y="393896"/>
                      </a:cubicBezTo>
                      <a:cubicBezTo>
                        <a:pt x="485335" y="478302"/>
                        <a:pt x="924327" y="509037"/>
                        <a:pt x="1260926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3BDC66AE-20A9-0340-E840-6FD401199A8A}"/>
                    </a:ext>
                  </a:extLst>
                </p:cNvPr>
                <p:cNvSpPr/>
                <p:nvPr/>
              </p:nvSpPr>
              <p:spPr>
                <a:xfrm flipH="1">
                  <a:off x="2649270" y="2700479"/>
                  <a:ext cx="1139510" cy="507382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7382"/>
                    <a:gd name="connsiteX1" fmla="*/ 295421 w 1139483"/>
                    <a:gd name="connsiteY1" fmla="*/ 393896 h 507382"/>
                    <a:gd name="connsiteX2" fmla="*/ 1139483 w 1139483"/>
                    <a:gd name="connsiteY2" fmla="*/ 506437 h 507382"/>
                    <a:gd name="connsiteX0" fmla="*/ 27 w 1139510"/>
                    <a:gd name="connsiteY0" fmla="*/ 0 h 507382"/>
                    <a:gd name="connsiteX1" fmla="*/ 295448 w 1139510"/>
                    <a:gd name="connsiteY1" fmla="*/ 393896 h 507382"/>
                    <a:gd name="connsiteX2" fmla="*/ 1139510 w 1139510"/>
                    <a:gd name="connsiteY2" fmla="*/ 506437 h 507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39510" h="507382">
                      <a:moveTo>
                        <a:pt x="27" y="0"/>
                      </a:moveTo>
                      <a:cubicBezTo>
                        <a:pt x="-1989" y="195227"/>
                        <a:pt x="105534" y="309490"/>
                        <a:pt x="295448" y="393896"/>
                      </a:cubicBezTo>
                      <a:cubicBezTo>
                        <a:pt x="485362" y="478302"/>
                        <a:pt x="812436" y="513801"/>
                        <a:pt x="1139510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CD7AF9A-324D-B698-EB12-C2AFDA9DEC23}"/>
                    </a:ext>
                  </a:extLst>
                </p:cNvPr>
                <p:cNvSpPr/>
                <p:nvPr/>
              </p:nvSpPr>
              <p:spPr>
                <a:xfrm flipV="1">
                  <a:off x="1390723" y="2297475"/>
                  <a:ext cx="982320" cy="404098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994226"/>
                    <a:gd name="connsiteY0" fmla="*/ 0 h 465956"/>
                    <a:gd name="connsiteX1" fmla="*/ 295421 w 994226"/>
                    <a:gd name="connsiteY1" fmla="*/ 393896 h 465956"/>
                    <a:gd name="connsiteX2" fmla="*/ 994226 w 994226"/>
                    <a:gd name="connsiteY2" fmla="*/ 465956 h 465956"/>
                    <a:gd name="connsiteX0" fmla="*/ 0 w 994226"/>
                    <a:gd name="connsiteY0" fmla="*/ 0 h 465956"/>
                    <a:gd name="connsiteX1" fmla="*/ 321615 w 994226"/>
                    <a:gd name="connsiteY1" fmla="*/ 358178 h 465956"/>
                    <a:gd name="connsiteX2" fmla="*/ 994226 w 994226"/>
                    <a:gd name="connsiteY2" fmla="*/ 465956 h 465956"/>
                    <a:gd name="connsiteX0" fmla="*/ 0 w 982320"/>
                    <a:gd name="connsiteY0" fmla="*/ 0 h 396466"/>
                    <a:gd name="connsiteX1" fmla="*/ 321615 w 982320"/>
                    <a:gd name="connsiteY1" fmla="*/ 358178 h 396466"/>
                    <a:gd name="connsiteX2" fmla="*/ 982320 w 982320"/>
                    <a:gd name="connsiteY2" fmla="*/ 373087 h 396466"/>
                    <a:gd name="connsiteX0" fmla="*/ 0 w 982320"/>
                    <a:gd name="connsiteY0" fmla="*/ 0 h 404098"/>
                    <a:gd name="connsiteX1" fmla="*/ 321615 w 982320"/>
                    <a:gd name="connsiteY1" fmla="*/ 358178 h 404098"/>
                    <a:gd name="connsiteX2" fmla="*/ 982320 w 982320"/>
                    <a:gd name="connsiteY2" fmla="*/ 373087 h 404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82320" h="404098">
                      <a:moveTo>
                        <a:pt x="0" y="0"/>
                      </a:moveTo>
                      <a:cubicBezTo>
                        <a:pt x="2747" y="169032"/>
                        <a:pt x="131701" y="273772"/>
                        <a:pt x="321615" y="358178"/>
                      </a:cubicBezTo>
                      <a:cubicBezTo>
                        <a:pt x="511529" y="442584"/>
                        <a:pt x="648102" y="387594"/>
                        <a:pt x="982320" y="37308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95DBCC7F-D7EA-01DB-B74F-04CC9C3EFC79}"/>
                    </a:ext>
                  </a:extLst>
                </p:cNvPr>
                <p:cNvSpPr/>
                <p:nvPr/>
              </p:nvSpPr>
              <p:spPr>
                <a:xfrm flipH="1" flipV="1">
                  <a:off x="2464740" y="2297853"/>
                  <a:ext cx="1325221" cy="410203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3087"/>
                    <a:gd name="connsiteX1" fmla="*/ 366859 w 1210921"/>
                    <a:gd name="connsiteY1" fmla="*/ 260546 h 373087"/>
                    <a:gd name="connsiteX2" fmla="*/ 1210921 w 1210921"/>
                    <a:gd name="connsiteY2" fmla="*/ 373087 h 373087"/>
                    <a:gd name="connsiteX0" fmla="*/ 0 w 1087096"/>
                    <a:gd name="connsiteY0" fmla="*/ 0 h 365944"/>
                    <a:gd name="connsiteX1" fmla="*/ 243034 w 1087096"/>
                    <a:gd name="connsiteY1" fmla="*/ 253403 h 365944"/>
                    <a:gd name="connsiteX2" fmla="*/ 1087096 w 1087096"/>
                    <a:gd name="connsiteY2" fmla="*/ 365944 h 365944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10921"/>
                    <a:gd name="connsiteY0" fmla="*/ 0 h 368325"/>
                    <a:gd name="connsiteX1" fmla="*/ 366859 w 1210921"/>
                    <a:gd name="connsiteY1" fmla="*/ 255784 h 368325"/>
                    <a:gd name="connsiteX2" fmla="*/ 1210921 w 1210921"/>
                    <a:gd name="connsiteY2" fmla="*/ 368325 h 368325"/>
                    <a:gd name="connsiteX0" fmla="*/ 0 w 1208540"/>
                    <a:gd name="connsiteY0" fmla="*/ 0 h 373087"/>
                    <a:gd name="connsiteX1" fmla="*/ 364478 w 1208540"/>
                    <a:gd name="connsiteY1" fmla="*/ 260546 h 373087"/>
                    <a:gd name="connsiteX2" fmla="*/ 1208540 w 1208540"/>
                    <a:gd name="connsiteY2" fmla="*/ 373087 h 373087"/>
                    <a:gd name="connsiteX0" fmla="*/ 0 w 1363321"/>
                    <a:gd name="connsiteY0" fmla="*/ 0 h 380231"/>
                    <a:gd name="connsiteX1" fmla="*/ 364478 w 1363321"/>
                    <a:gd name="connsiteY1" fmla="*/ 260546 h 380231"/>
                    <a:gd name="connsiteX2" fmla="*/ 1363321 w 1363321"/>
                    <a:gd name="connsiteY2" fmla="*/ 380231 h 380231"/>
                    <a:gd name="connsiteX0" fmla="*/ 0 w 1325221"/>
                    <a:gd name="connsiteY0" fmla="*/ 0 h 377850"/>
                    <a:gd name="connsiteX1" fmla="*/ 364478 w 1325221"/>
                    <a:gd name="connsiteY1" fmla="*/ 260546 h 377850"/>
                    <a:gd name="connsiteX2" fmla="*/ 1325221 w 1325221"/>
                    <a:gd name="connsiteY2" fmla="*/ 377850 h 377850"/>
                    <a:gd name="connsiteX0" fmla="*/ 0 w 1325221"/>
                    <a:gd name="connsiteY0" fmla="*/ 0 h 377982"/>
                    <a:gd name="connsiteX1" fmla="*/ 364478 w 1325221"/>
                    <a:gd name="connsiteY1" fmla="*/ 260546 h 377982"/>
                    <a:gd name="connsiteX2" fmla="*/ 1325221 w 1325221"/>
                    <a:gd name="connsiteY2" fmla="*/ 377850 h 377982"/>
                    <a:gd name="connsiteX0" fmla="*/ 0 w 1325221"/>
                    <a:gd name="connsiteY0" fmla="*/ 0 h 378132"/>
                    <a:gd name="connsiteX1" fmla="*/ 219222 w 1325221"/>
                    <a:gd name="connsiteY1" fmla="*/ 281977 h 378132"/>
                    <a:gd name="connsiteX2" fmla="*/ 1325221 w 1325221"/>
                    <a:gd name="connsiteY2" fmla="*/ 377850 h 37813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407062"/>
                    <a:gd name="connsiteX1" fmla="*/ 433534 w 1325221"/>
                    <a:gd name="connsiteY1" fmla="*/ 365320 h 407062"/>
                    <a:gd name="connsiteX2" fmla="*/ 1325221 w 1325221"/>
                    <a:gd name="connsiteY2" fmla="*/ 377850 h 407062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5221" h="410203">
                      <a:moveTo>
                        <a:pt x="0" y="0"/>
                      </a:moveTo>
                      <a:cubicBezTo>
                        <a:pt x="7510" y="116645"/>
                        <a:pt x="243620" y="273770"/>
                        <a:pt x="433534" y="365320"/>
                      </a:cubicBezTo>
                      <a:cubicBezTo>
                        <a:pt x="623448" y="456870"/>
                        <a:pt x="1000529" y="380450"/>
                        <a:pt x="1325221" y="377850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206D7DD9-A709-A6E8-9F75-0D3DCAE798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9225" y="2863850"/>
                  <a:ext cx="953818" cy="19240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82BF63D5-D84E-723C-D600-C50F4F52DC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3043" y="2901293"/>
                  <a:ext cx="1371265" cy="1886607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6B35B6A5-582D-446B-94AE-5EAD868B4585}"/>
                    </a:ext>
                  </a:extLst>
                </p:cNvPr>
                <p:cNvCxnSpPr>
                  <a:stCxn id="22" idx="2"/>
                </p:cNvCxnSpPr>
                <p:nvPr/>
              </p:nvCxnSpPr>
              <p:spPr>
                <a:xfrm flipH="1">
                  <a:off x="2373043" y="3206916"/>
                  <a:ext cx="276227" cy="1580984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77FF23C0-77CE-D6A9-361C-169826E24E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3043" y="2343150"/>
                  <a:ext cx="0" cy="24447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218B8C63-AF19-290C-1BFE-8AE8615B4EA5}"/>
                    </a:ext>
                  </a:extLst>
                </p:cNvPr>
                <p:cNvSpPr/>
                <p:nvPr/>
              </p:nvSpPr>
              <p:spPr>
                <a:xfrm>
                  <a:off x="1390391" y="1651592"/>
                  <a:ext cx="2397188" cy="1060211"/>
                </a:xfrm>
                <a:custGeom>
                  <a:avLst/>
                  <a:gdLst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330291"/>
                    <a:gd name="connsiteY0" fmla="*/ 1288023 h 1288023"/>
                    <a:gd name="connsiteX1" fmla="*/ 663269 w 2330291"/>
                    <a:gd name="connsiteY1" fmla="*/ 178837 h 1288023"/>
                    <a:gd name="connsiteX2" fmla="*/ 1598771 w 2330291"/>
                    <a:gd name="connsiteY2" fmla="*/ 73330 h 1288023"/>
                    <a:gd name="connsiteX3" fmla="*/ 2330291 w 2330291"/>
                    <a:gd name="connsiteY3" fmla="*/ 903323 h 1288023"/>
                    <a:gd name="connsiteX0" fmla="*/ 165 w 2330456"/>
                    <a:gd name="connsiteY0" fmla="*/ 1288023 h 1288023"/>
                    <a:gd name="connsiteX1" fmla="*/ 663434 w 2330456"/>
                    <a:gd name="connsiteY1" fmla="*/ 178837 h 1288023"/>
                    <a:gd name="connsiteX2" fmla="*/ 1598936 w 2330456"/>
                    <a:gd name="connsiteY2" fmla="*/ 73330 h 1288023"/>
                    <a:gd name="connsiteX3" fmla="*/ 2330456 w 2330456"/>
                    <a:gd name="connsiteY3" fmla="*/ 903323 h 1288023"/>
                    <a:gd name="connsiteX0" fmla="*/ 165 w 2330456"/>
                    <a:gd name="connsiteY0" fmla="*/ 1273056 h 1273056"/>
                    <a:gd name="connsiteX1" fmla="*/ 663434 w 2330456"/>
                    <a:gd name="connsiteY1" fmla="*/ 178158 h 1273056"/>
                    <a:gd name="connsiteX2" fmla="*/ 1598936 w 2330456"/>
                    <a:gd name="connsiteY2" fmla="*/ 72651 h 1273056"/>
                    <a:gd name="connsiteX3" fmla="*/ 2330456 w 2330456"/>
                    <a:gd name="connsiteY3" fmla="*/ 902644 h 1273056"/>
                    <a:gd name="connsiteX0" fmla="*/ 211 w 2330502"/>
                    <a:gd name="connsiteY0" fmla="*/ 1242225 h 1242225"/>
                    <a:gd name="connsiteX1" fmla="*/ 572992 w 2330502"/>
                    <a:gd name="connsiteY1" fmla="*/ 280677 h 1242225"/>
                    <a:gd name="connsiteX2" fmla="*/ 1598982 w 2330502"/>
                    <a:gd name="connsiteY2" fmla="*/ 41820 h 1242225"/>
                    <a:gd name="connsiteX3" fmla="*/ 2330502 w 2330502"/>
                    <a:gd name="connsiteY3" fmla="*/ 871813 h 1242225"/>
                    <a:gd name="connsiteX0" fmla="*/ 222 w 2330513"/>
                    <a:gd name="connsiteY0" fmla="*/ 1032955 h 1032955"/>
                    <a:gd name="connsiteX1" fmla="*/ 573003 w 2330513"/>
                    <a:gd name="connsiteY1" fmla="*/ 71407 h 1032955"/>
                    <a:gd name="connsiteX2" fmla="*/ 1689481 w 2330513"/>
                    <a:gd name="connsiteY2" fmla="*/ 151638 h 1032955"/>
                    <a:gd name="connsiteX3" fmla="*/ 2330513 w 2330513"/>
                    <a:gd name="connsiteY3" fmla="*/ 662543 h 1032955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7188" h="1060211">
                      <a:moveTo>
                        <a:pt x="222" y="1032955"/>
                      </a:moveTo>
                      <a:cubicBezTo>
                        <a:pt x="-9340" y="677636"/>
                        <a:pt x="291460" y="218293"/>
                        <a:pt x="573003" y="71407"/>
                      </a:cubicBezTo>
                      <a:cubicBezTo>
                        <a:pt x="854546" y="-75479"/>
                        <a:pt x="1411644" y="30890"/>
                        <a:pt x="1689481" y="151638"/>
                      </a:cubicBezTo>
                      <a:cubicBezTo>
                        <a:pt x="1967318" y="272386"/>
                        <a:pt x="2386234" y="705588"/>
                        <a:pt x="2397188" y="1060211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4A9CE16B-68D1-3A3F-88E4-176160AD1CC6}"/>
                      </a:ext>
                    </a:extLst>
                  </p:cNvPr>
                  <p:cNvSpPr txBox="1"/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B0391BF-3476-6E3B-A0CF-608A5AD2E1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79C4F129-7180-9631-61DF-ED12BFABC3D6}"/>
                      </a:ext>
                    </a:extLst>
                  </p:cNvPr>
                  <p:cNvSpPr txBox="1"/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BBE0C39-6964-2FB5-B58C-756FC20BAB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D54FB201-5967-24E7-36AE-6AEA390F4377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3EDCB5FF-86F5-47B6-087B-43F303F17A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4083F1C7-D7C4-2810-BB53-058F35E3AAB8}"/>
                      </a:ext>
                    </a:extLst>
                  </p:cNvPr>
                  <p:cNvSpPr txBox="1"/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0A9F34DE-F059-6613-3433-B11AC5C310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01E077EB-089E-CC06-88C3-1BA325DF39D3}"/>
                      </a:ext>
                    </a:extLst>
                  </p:cNvPr>
                  <p:cNvSpPr txBox="1"/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3D16A7C-F578-9E8E-71D9-A0956C67AD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38DD53D7-C96B-31E2-5FEA-798CFD907D99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38DD53D7-C96B-31E2-5FEA-798CFD907D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08B4F74-C935-43E9-6220-2900E917AB43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008" y="3698504"/>
                    <a:ext cx="64767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91BEFF8-AD26-F8FB-3E9D-BCC6185EF2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008" y="3698504"/>
                    <a:ext cx="647678" cy="52322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865AB40F-ADC0-58DE-EE8D-62E88C1CB3C6}"/>
                </a:ext>
              </a:extLst>
            </p:cNvPr>
            <p:cNvSpPr/>
            <p:nvPr/>
          </p:nvSpPr>
          <p:spPr>
            <a:xfrm rot="4940850">
              <a:off x="10116513" y="2365006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1B606F7B-8399-1F7A-8840-1DA96A8CB93C}"/>
                </a:ext>
              </a:extLst>
            </p:cNvPr>
            <p:cNvSpPr/>
            <p:nvPr/>
          </p:nvSpPr>
          <p:spPr>
            <a:xfrm rot="17040372">
              <a:off x="8417053" y="2377577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84A452B7-9D42-13A0-C16B-E638059F897F}"/>
                </a:ext>
              </a:extLst>
            </p:cNvPr>
            <p:cNvSpPr/>
            <p:nvPr/>
          </p:nvSpPr>
          <p:spPr>
            <a:xfrm rot="684613">
              <a:off x="9157674" y="3274844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925A632-13B1-D611-DEF7-3BD517125221}"/>
                </a:ext>
              </a:extLst>
            </p:cNvPr>
            <p:cNvSpPr/>
            <p:nvPr/>
          </p:nvSpPr>
          <p:spPr>
            <a:xfrm rot="10800000">
              <a:off x="8911333" y="3234473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5476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3BE36-777A-683D-B92E-45EAE87C3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2A2A8B-83F4-EBE9-0B95-07F967A1F8E9}"/>
                  </a:ext>
                </a:extLst>
              </p:cNvPr>
              <p:cNvSpPr txBox="1"/>
              <p:nvPr/>
            </p:nvSpPr>
            <p:spPr>
              <a:xfrm>
                <a:off x="650829" y="544933"/>
                <a:ext cx="528567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2A2A8B-83F4-EBE9-0B95-07F967A1F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9" y="544933"/>
                <a:ext cx="528567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1B1922F-88DE-B2BF-0274-B40A5DF2B610}"/>
              </a:ext>
            </a:extLst>
          </p:cNvPr>
          <p:cNvSpPr txBox="1"/>
          <p:nvPr/>
        </p:nvSpPr>
        <p:spPr>
          <a:xfrm>
            <a:off x="536529" y="159151"/>
            <a:ext cx="86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BD8E5-24D9-3CCA-410F-1AA3AAB97121}"/>
              </a:ext>
            </a:extLst>
          </p:cNvPr>
          <p:cNvSpPr txBox="1"/>
          <p:nvPr/>
        </p:nvSpPr>
        <p:spPr>
          <a:xfrm>
            <a:off x="536528" y="1370558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700184-F310-6203-4C70-A47AAF9F69C5}"/>
              </a:ext>
            </a:extLst>
          </p:cNvPr>
          <p:cNvSpPr txBox="1"/>
          <p:nvPr/>
        </p:nvSpPr>
        <p:spPr>
          <a:xfrm>
            <a:off x="2353281" y="1167102"/>
            <a:ext cx="1463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Arbitrary part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937CC3-4FB8-4020-B162-D126C7F78CA2}"/>
              </a:ext>
            </a:extLst>
          </p:cNvPr>
          <p:cNvGrpSpPr/>
          <p:nvPr/>
        </p:nvGrpSpPr>
        <p:grpSpPr>
          <a:xfrm>
            <a:off x="7492546" y="207002"/>
            <a:ext cx="4251226" cy="4401535"/>
            <a:chOff x="7492546" y="207002"/>
            <a:chExt cx="4251226" cy="440153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A3A847-84F9-CBC8-2D84-1A9A46CCAAA2}"/>
                </a:ext>
              </a:extLst>
            </p:cNvPr>
            <p:cNvGrpSpPr/>
            <p:nvPr/>
          </p:nvGrpSpPr>
          <p:grpSpPr>
            <a:xfrm>
              <a:off x="7492546" y="207002"/>
              <a:ext cx="4251226" cy="4401535"/>
              <a:chOff x="1221579" y="1260711"/>
              <a:chExt cx="4251226" cy="440153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8639A55-8782-509B-10F0-4BD2170EA4BF}"/>
                  </a:ext>
                </a:extLst>
              </p:cNvPr>
              <p:cNvGrpSpPr/>
              <p:nvPr/>
            </p:nvGrpSpPr>
            <p:grpSpPr>
              <a:xfrm>
                <a:off x="1221579" y="1447610"/>
                <a:ext cx="3673978" cy="4214636"/>
                <a:chOff x="1390391" y="1651592"/>
                <a:chExt cx="2399570" cy="3136308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A1D911F-E975-805B-4255-E310FCBECC3D}"/>
                    </a:ext>
                  </a:extLst>
                </p:cNvPr>
                <p:cNvSpPr/>
                <p:nvPr/>
              </p:nvSpPr>
              <p:spPr>
                <a:xfrm>
                  <a:off x="1390724" y="2701572"/>
                  <a:ext cx="1260926" cy="506587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60926"/>
                    <a:gd name="connsiteY0" fmla="*/ 0 h 506437"/>
                    <a:gd name="connsiteX1" fmla="*/ 295421 w 1260926"/>
                    <a:gd name="connsiteY1" fmla="*/ 393896 h 506437"/>
                    <a:gd name="connsiteX2" fmla="*/ 1260926 w 1260926"/>
                    <a:gd name="connsiteY2" fmla="*/ 506437 h 506437"/>
                    <a:gd name="connsiteX0" fmla="*/ 0 w 1260926"/>
                    <a:gd name="connsiteY0" fmla="*/ 0 h 506587"/>
                    <a:gd name="connsiteX1" fmla="*/ 295421 w 1260926"/>
                    <a:gd name="connsiteY1" fmla="*/ 393896 h 506587"/>
                    <a:gd name="connsiteX2" fmla="*/ 1260926 w 1260926"/>
                    <a:gd name="connsiteY2" fmla="*/ 506437 h 506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0926" h="506587">
                      <a:moveTo>
                        <a:pt x="0" y="0"/>
                      </a:moveTo>
                      <a:cubicBezTo>
                        <a:pt x="365" y="178558"/>
                        <a:pt x="105507" y="309490"/>
                        <a:pt x="295421" y="393896"/>
                      </a:cubicBezTo>
                      <a:cubicBezTo>
                        <a:pt x="485335" y="478302"/>
                        <a:pt x="924327" y="509037"/>
                        <a:pt x="1260926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D2A8DB53-F8AE-8580-ACCC-214C720812B6}"/>
                    </a:ext>
                  </a:extLst>
                </p:cNvPr>
                <p:cNvSpPr/>
                <p:nvPr/>
              </p:nvSpPr>
              <p:spPr>
                <a:xfrm flipH="1">
                  <a:off x="2649270" y="2700479"/>
                  <a:ext cx="1139510" cy="507382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7382"/>
                    <a:gd name="connsiteX1" fmla="*/ 295421 w 1139483"/>
                    <a:gd name="connsiteY1" fmla="*/ 393896 h 507382"/>
                    <a:gd name="connsiteX2" fmla="*/ 1139483 w 1139483"/>
                    <a:gd name="connsiteY2" fmla="*/ 506437 h 507382"/>
                    <a:gd name="connsiteX0" fmla="*/ 27 w 1139510"/>
                    <a:gd name="connsiteY0" fmla="*/ 0 h 507382"/>
                    <a:gd name="connsiteX1" fmla="*/ 295448 w 1139510"/>
                    <a:gd name="connsiteY1" fmla="*/ 393896 h 507382"/>
                    <a:gd name="connsiteX2" fmla="*/ 1139510 w 1139510"/>
                    <a:gd name="connsiteY2" fmla="*/ 506437 h 507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39510" h="507382">
                      <a:moveTo>
                        <a:pt x="27" y="0"/>
                      </a:moveTo>
                      <a:cubicBezTo>
                        <a:pt x="-1989" y="195227"/>
                        <a:pt x="105534" y="309490"/>
                        <a:pt x="295448" y="393896"/>
                      </a:cubicBezTo>
                      <a:cubicBezTo>
                        <a:pt x="485362" y="478302"/>
                        <a:pt x="812436" y="513801"/>
                        <a:pt x="1139510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2300B68E-A075-2B21-2947-EC530F153B51}"/>
                    </a:ext>
                  </a:extLst>
                </p:cNvPr>
                <p:cNvSpPr/>
                <p:nvPr/>
              </p:nvSpPr>
              <p:spPr>
                <a:xfrm flipV="1">
                  <a:off x="1390723" y="2297475"/>
                  <a:ext cx="982320" cy="404098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994226"/>
                    <a:gd name="connsiteY0" fmla="*/ 0 h 465956"/>
                    <a:gd name="connsiteX1" fmla="*/ 295421 w 994226"/>
                    <a:gd name="connsiteY1" fmla="*/ 393896 h 465956"/>
                    <a:gd name="connsiteX2" fmla="*/ 994226 w 994226"/>
                    <a:gd name="connsiteY2" fmla="*/ 465956 h 465956"/>
                    <a:gd name="connsiteX0" fmla="*/ 0 w 994226"/>
                    <a:gd name="connsiteY0" fmla="*/ 0 h 465956"/>
                    <a:gd name="connsiteX1" fmla="*/ 321615 w 994226"/>
                    <a:gd name="connsiteY1" fmla="*/ 358178 h 465956"/>
                    <a:gd name="connsiteX2" fmla="*/ 994226 w 994226"/>
                    <a:gd name="connsiteY2" fmla="*/ 465956 h 465956"/>
                    <a:gd name="connsiteX0" fmla="*/ 0 w 982320"/>
                    <a:gd name="connsiteY0" fmla="*/ 0 h 396466"/>
                    <a:gd name="connsiteX1" fmla="*/ 321615 w 982320"/>
                    <a:gd name="connsiteY1" fmla="*/ 358178 h 396466"/>
                    <a:gd name="connsiteX2" fmla="*/ 982320 w 982320"/>
                    <a:gd name="connsiteY2" fmla="*/ 373087 h 396466"/>
                    <a:gd name="connsiteX0" fmla="*/ 0 w 982320"/>
                    <a:gd name="connsiteY0" fmla="*/ 0 h 404098"/>
                    <a:gd name="connsiteX1" fmla="*/ 321615 w 982320"/>
                    <a:gd name="connsiteY1" fmla="*/ 358178 h 404098"/>
                    <a:gd name="connsiteX2" fmla="*/ 982320 w 982320"/>
                    <a:gd name="connsiteY2" fmla="*/ 373087 h 404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82320" h="404098">
                      <a:moveTo>
                        <a:pt x="0" y="0"/>
                      </a:moveTo>
                      <a:cubicBezTo>
                        <a:pt x="2747" y="169032"/>
                        <a:pt x="131701" y="273772"/>
                        <a:pt x="321615" y="358178"/>
                      </a:cubicBezTo>
                      <a:cubicBezTo>
                        <a:pt x="511529" y="442584"/>
                        <a:pt x="648102" y="387594"/>
                        <a:pt x="982320" y="37308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1F01B20D-FF13-0D64-B5EE-4AB14C5869A4}"/>
                    </a:ext>
                  </a:extLst>
                </p:cNvPr>
                <p:cNvSpPr/>
                <p:nvPr/>
              </p:nvSpPr>
              <p:spPr>
                <a:xfrm flipH="1" flipV="1">
                  <a:off x="2464740" y="2297853"/>
                  <a:ext cx="1325221" cy="410203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3087"/>
                    <a:gd name="connsiteX1" fmla="*/ 366859 w 1210921"/>
                    <a:gd name="connsiteY1" fmla="*/ 260546 h 373087"/>
                    <a:gd name="connsiteX2" fmla="*/ 1210921 w 1210921"/>
                    <a:gd name="connsiteY2" fmla="*/ 373087 h 373087"/>
                    <a:gd name="connsiteX0" fmla="*/ 0 w 1087096"/>
                    <a:gd name="connsiteY0" fmla="*/ 0 h 365944"/>
                    <a:gd name="connsiteX1" fmla="*/ 243034 w 1087096"/>
                    <a:gd name="connsiteY1" fmla="*/ 253403 h 365944"/>
                    <a:gd name="connsiteX2" fmla="*/ 1087096 w 1087096"/>
                    <a:gd name="connsiteY2" fmla="*/ 365944 h 365944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10921"/>
                    <a:gd name="connsiteY0" fmla="*/ 0 h 368325"/>
                    <a:gd name="connsiteX1" fmla="*/ 366859 w 1210921"/>
                    <a:gd name="connsiteY1" fmla="*/ 255784 h 368325"/>
                    <a:gd name="connsiteX2" fmla="*/ 1210921 w 1210921"/>
                    <a:gd name="connsiteY2" fmla="*/ 368325 h 368325"/>
                    <a:gd name="connsiteX0" fmla="*/ 0 w 1208540"/>
                    <a:gd name="connsiteY0" fmla="*/ 0 h 373087"/>
                    <a:gd name="connsiteX1" fmla="*/ 364478 w 1208540"/>
                    <a:gd name="connsiteY1" fmla="*/ 260546 h 373087"/>
                    <a:gd name="connsiteX2" fmla="*/ 1208540 w 1208540"/>
                    <a:gd name="connsiteY2" fmla="*/ 373087 h 373087"/>
                    <a:gd name="connsiteX0" fmla="*/ 0 w 1363321"/>
                    <a:gd name="connsiteY0" fmla="*/ 0 h 380231"/>
                    <a:gd name="connsiteX1" fmla="*/ 364478 w 1363321"/>
                    <a:gd name="connsiteY1" fmla="*/ 260546 h 380231"/>
                    <a:gd name="connsiteX2" fmla="*/ 1363321 w 1363321"/>
                    <a:gd name="connsiteY2" fmla="*/ 380231 h 380231"/>
                    <a:gd name="connsiteX0" fmla="*/ 0 w 1325221"/>
                    <a:gd name="connsiteY0" fmla="*/ 0 h 377850"/>
                    <a:gd name="connsiteX1" fmla="*/ 364478 w 1325221"/>
                    <a:gd name="connsiteY1" fmla="*/ 260546 h 377850"/>
                    <a:gd name="connsiteX2" fmla="*/ 1325221 w 1325221"/>
                    <a:gd name="connsiteY2" fmla="*/ 377850 h 377850"/>
                    <a:gd name="connsiteX0" fmla="*/ 0 w 1325221"/>
                    <a:gd name="connsiteY0" fmla="*/ 0 h 377982"/>
                    <a:gd name="connsiteX1" fmla="*/ 364478 w 1325221"/>
                    <a:gd name="connsiteY1" fmla="*/ 260546 h 377982"/>
                    <a:gd name="connsiteX2" fmla="*/ 1325221 w 1325221"/>
                    <a:gd name="connsiteY2" fmla="*/ 377850 h 377982"/>
                    <a:gd name="connsiteX0" fmla="*/ 0 w 1325221"/>
                    <a:gd name="connsiteY0" fmla="*/ 0 h 378132"/>
                    <a:gd name="connsiteX1" fmla="*/ 219222 w 1325221"/>
                    <a:gd name="connsiteY1" fmla="*/ 281977 h 378132"/>
                    <a:gd name="connsiteX2" fmla="*/ 1325221 w 1325221"/>
                    <a:gd name="connsiteY2" fmla="*/ 377850 h 37813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407062"/>
                    <a:gd name="connsiteX1" fmla="*/ 433534 w 1325221"/>
                    <a:gd name="connsiteY1" fmla="*/ 365320 h 407062"/>
                    <a:gd name="connsiteX2" fmla="*/ 1325221 w 1325221"/>
                    <a:gd name="connsiteY2" fmla="*/ 377850 h 407062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5221" h="410203">
                      <a:moveTo>
                        <a:pt x="0" y="0"/>
                      </a:moveTo>
                      <a:cubicBezTo>
                        <a:pt x="7510" y="116645"/>
                        <a:pt x="243620" y="273770"/>
                        <a:pt x="433534" y="365320"/>
                      </a:cubicBezTo>
                      <a:cubicBezTo>
                        <a:pt x="623448" y="456870"/>
                        <a:pt x="1000529" y="380450"/>
                        <a:pt x="1325221" y="377850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473FA5B-533C-DD11-40EA-96540ED720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9225" y="2863850"/>
                  <a:ext cx="953818" cy="19240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549FD286-056B-165D-54ED-8D6A1FBBC4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3043" y="2901293"/>
                  <a:ext cx="1371265" cy="1886607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3A06FB5C-62A6-0A2B-3670-ACAAC9A19554}"/>
                    </a:ext>
                  </a:extLst>
                </p:cNvPr>
                <p:cNvCxnSpPr>
                  <a:stCxn id="38" idx="2"/>
                </p:cNvCxnSpPr>
                <p:nvPr/>
              </p:nvCxnSpPr>
              <p:spPr>
                <a:xfrm flipH="1">
                  <a:off x="2373043" y="3206916"/>
                  <a:ext cx="276227" cy="1580984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D89D7349-5137-7BE1-2F44-6FBA231D8E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3043" y="2343150"/>
                  <a:ext cx="0" cy="24447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69429359-BCDC-2F45-043B-BB2AEFDA7BFF}"/>
                    </a:ext>
                  </a:extLst>
                </p:cNvPr>
                <p:cNvSpPr/>
                <p:nvPr/>
              </p:nvSpPr>
              <p:spPr>
                <a:xfrm>
                  <a:off x="1390391" y="1651592"/>
                  <a:ext cx="2397188" cy="1060211"/>
                </a:xfrm>
                <a:custGeom>
                  <a:avLst/>
                  <a:gdLst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330291"/>
                    <a:gd name="connsiteY0" fmla="*/ 1288023 h 1288023"/>
                    <a:gd name="connsiteX1" fmla="*/ 663269 w 2330291"/>
                    <a:gd name="connsiteY1" fmla="*/ 178837 h 1288023"/>
                    <a:gd name="connsiteX2" fmla="*/ 1598771 w 2330291"/>
                    <a:gd name="connsiteY2" fmla="*/ 73330 h 1288023"/>
                    <a:gd name="connsiteX3" fmla="*/ 2330291 w 2330291"/>
                    <a:gd name="connsiteY3" fmla="*/ 903323 h 1288023"/>
                    <a:gd name="connsiteX0" fmla="*/ 165 w 2330456"/>
                    <a:gd name="connsiteY0" fmla="*/ 1288023 h 1288023"/>
                    <a:gd name="connsiteX1" fmla="*/ 663434 w 2330456"/>
                    <a:gd name="connsiteY1" fmla="*/ 178837 h 1288023"/>
                    <a:gd name="connsiteX2" fmla="*/ 1598936 w 2330456"/>
                    <a:gd name="connsiteY2" fmla="*/ 73330 h 1288023"/>
                    <a:gd name="connsiteX3" fmla="*/ 2330456 w 2330456"/>
                    <a:gd name="connsiteY3" fmla="*/ 903323 h 1288023"/>
                    <a:gd name="connsiteX0" fmla="*/ 165 w 2330456"/>
                    <a:gd name="connsiteY0" fmla="*/ 1273056 h 1273056"/>
                    <a:gd name="connsiteX1" fmla="*/ 663434 w 2330456"/>
                    <a:gd name="connsiteY1" fmla="*/ 178158 h 1273056"/>
                    <a:gd name="connsiteX2" fmla="*/ 1598936 w 2330456"/>
                    <a:gd name="connsiteY2" fmla="*/ 72651 h 1273056"/>
                    <a:gd name="connsiteX3" fmla="*/ 2330456 w 2330456"/>
                    <a:gd name="connsiteY3" fmla="*/ 902644 h 1273056"/>
                    <a:gd name="connsiteX0" fmla="*/ 211 w 2330502"/>
                    <a:gd name="connsiteY0" fmla="*/ 1242225 h 1242225"/>
                    <a:gd name="connsiteX1" fmla="*/ 572992 w 2330502"/>
                    <a:gd name="connsiteY1" fmla="*/ 280677 h 1242225"/>
                    <a:gd name="connsiteX2" fmla="*/ 1598982 w 2330502"/>
                    <a:gd name="connsiteY2" fmla="*/ 41820 h 1242225"/>
                    <a:gd name="connsiteX3" fmla="*/ 2330502 w 2330502"/>
                    <a:gd name="connsiteY3" fmla="*/ 871813 h 1242225"/>
                    <a:gd name="connsiteX0" fmla="*/ 222 w 2330513"/>
                    <a:gd name="connsiteY0" fmla="*/ 1032955 h 1032955"/>
                    <a:gd name="connsiteX1" fmla="*/ 573003 w 2330513"/>
                    <a:gd name="connsiteY1" fmla="*/ 71407 h 1032955"/>
                    <a:gd name="connsiteX2" fmla="*/ 1689481 w 2330513"/>
                    <a:gd name="connsiteY2" fmla="*/ 151638 h 1032955"/>
                    <a:gd name="connsiteX3" fmla="*/ 2330513 w 2330513"/>
                    <a:gd name="connsiteY3" fmla="*/ 662543 h 1032955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7188" h="1060211">
                      <a:moveTo>
                        <a:pt x="222" y="1032955"/>
                      </a:moveTo>
                      <a:cubicBezTo>
                        <a:pt x="-9340" y="677636"/>
                        <a:pt x="291460" y="218293"/>
                        <a:pt x="573003" y="71407"/>
                      </a:cubicBezTo>
                      <a:cubicBezTo>
                        <a:pt x="854546" y="-75479"/>
                        <a:pt x="1411644" y="30890"/>
                        <a:pt x="1689481" y="151638"/>
                      </a:cubicBezTo>
                      <a:cubicBezTo>
                        <a:pt x="1967318" y="272386"/>
                        <a:pt x="2386234" y="705588"/>
                        <a:pt x="2397188" y="1060211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B0391BF-3476-6E3B-A0CF-608A5AD2E11C}"/>
                      </a:ext>
                    </a:extLst>
                  </p:cNvPr>
                  <p:cNvSpPr txBox="1"/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B0391BF-3476-6E3B-A0CF-608A5AD2E1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BBE0C39-6964-2FB5-B58C-756FC20BAB27}"/>
                      </a:ext>
                    </a:extLst>
                  </p:cNvPr>
                  <p:cNvSpPr txBox="1"/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BBE0C39-6964-2FB5-B58C-756FC20BAB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3EDCB5FF-86F5-47B6-087B-43F303F17ADF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3EDCB5FF-86F5-47B6-087B-43F303F17A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0A9F34DE-F059-6613-3433-B11AC5C3109A}"/>
                      </a:ext>
                    </a:extLst>
                  </p:cNvPr>
                  <p:cNvSpPr txBox="1"/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0A9F34DE-F059-6613-3433-B11AC5C310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3D16A7C-F578-9E8E-71D9-A0956C67ADBB}"/>
                      </a:ext>
                    </a:extLst>
                  </p:cNvPr>
                  <p:cNvSpPr txBox="1"/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3D16A7C-F578-9E8E-71D9-A0956C67AD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68FEE10A-0896-9B5A-2A4C-8DD230502715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68FEE10A-0896-9B5A-2A4C-8DD2305027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91BEFF8-AD26-F8FB-3E9D-BCC6185EF2FA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008" y="3698504"/>
                    <a:ext cx="64767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91BEFF8-AD26-F8FB-3E9D-BCC6185EF2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008" y="3698504"/>
                    <a:ext cx="647678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D62ED26-D871-8A15-8AC7-30DEBCFE8D5A}"/>
                </a:ext>
              </a:extLst>
            </p:cNvPr>
            <p:cNvSpPr/>
            <p:nvPr/>
          </p:nvSpPr>
          <p:spPr>
            <a:xfrm rot="4940850">
              <a:off x="10116513" y="2365006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9B02C7E2-9BC2-187E-D766-92E929D3E87D}"/>
                </a:ext>
              </a:extLst>
            </p:cNvPr>
            <p:cNvSpPr/>
            <p:nvPr/>
          </p:nvSpPr>
          <p:spPr>
            <a:xfrm rot="17040372">
              <a:off x="8417053" y="2377577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7E3230A4-01D7-76D6-B45B-DD21EAC6C745}"/>
                </a:ext>
              </a:extLst>
            </p:cNvPr>
            <p:cNvSpPr/>
            <p:nvPr/>
          </p:nvSpPr>
          <p:spPr>
            <a:xfrm rot="684613">
              <a:off x="9157674" y="3274844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3600474A-702E-2F8E-9F30-61B21B7F7A96}"/>
                </a:ext>
              </a:extLst>
            </p:cNvPr>
            <p:cNvSpPr/>
            <p:nvPr/>
          </p:nvSpPr>
          <p:spPr>
            <a:xfrm rot="10800000">
              <a:off x="8911333" y="3234473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91055E-9ABF-05BF-FAF8-C98D9D68CA95}"/>
                  </a:ext>
                </a:extLst>
              </p:cNvPr>
              <p:cNvSpPr txBox="1"/>
              <p:nvPr/>
            </p:nvSpPr>
            <p:spPr>
              <a:xfrm>
                <a:off x="2947182" y="135915"/>
                <a:ext cx="940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91055E-9ABF-05BF-FAF8-C98D9D68C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182" y="135915"/>
                <a:ext cx="940449" cy="369332"/>
              </a:xfrm>
              <a:prstGeom prst="rect">
                <a:avLst/>
              </a:prstGeom>
              <a:blipFill>
                <a:blip r:embed="rId1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4323C2-DF4B-5BE0-C956-E336B3818102}"/>
                  </a:ext>
                </a:extLst>
              </p:cNvPr>
              <p:cNvSpPr txBox="1"/>
              <p:nvPr/>
            </p:nvSpPr>
            <p:spPr>
              <a:xfrm>
                <a:off x="530852" y="1970307"/>
                <a:ext cx="428251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4400" i="1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4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4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4323C2-DF4B-5BE0-C956-E336B3818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52" y="1970307"/>
                <a:ext cx="4282519" cy="76944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111447D-80BD-8EA7-11AE-C3F5CC6EB7DC}"/>
                  </a:ext>
                </a:extLst>
              </p:cNvPr>
              <p:cNvSpPr txBox="1"/>
              <p:nvPr/>
            </p:nvSpPr>
            <p:spPr>
              <a:xfrm>
                <a:off x="2046272" y="3297326"/>
                <a:ext cx="428905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</a:endParaRPr>
              </a:p>
              <a:p>
                <a:r>
                  <a:rPr lang="en-US" sz="3600" b="0" dirty="0"/>
                  <a:t>   </a:t>
                </a:r>
                <a14:m>
                  <m:oMath xmlns:m="http://schemas.openxmlformats.org/officeDocument/2006/math">
                    <m:r>
                      <a:rPr lang="en-US" sz="36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sz="36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360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𝐴𝑂</m:t>
                            </m:r>
                          </m:sub>
                        </m:sSub>
                      </m:e>
                    </m:d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111447D-80BD-8EA7-11AE-C3F5CC6EB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272" y="3297326"/>
                <a:ext cx="4289059" cy="12003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DFEC83-E61E-9251-C709-D7E8E27E1143}"/>
                  </a:ext>
                </a:extLst>
              </p:cNvPr>
              <p:cNvSpPr txBox="1"/>
              <p:nvPr/>
            </p:nvSpPr>
            <p:spPr>
              <a:xfrm>
                <a:off x="2179837" y="4492698"/>
                <a:ext cx="35905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DFEC83-E61E-9251-C709-D7E8E27E1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837" y="4492698"/>
                <a:ext cx="3590535" cy="64633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465B8C-E95B-D3CE-4E46-115A0F1DDBB5}"/>
                  </a:ext>
                </a:extLst>
              </p:cNvPr>
              <p:cNvSpPr txBox="1"/>
              <p:nvPr/>
            </p:nvSpPr>
            <p:spPr>
              <a:xfrm>
                <a:off x="2148663" y="5285235"/>
                <a:ext cx="2111347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4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44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465B8C-E95B-D3CE-4E46-115A0F1DD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663" y="5285235"/>
                <a:ext cx="2111347" cy="76944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B0675D-DA24-89BE-080A-6E7E1A99343A}"/>
                  </a:ext>
                </a:extLst>
              </p:cNvPr>
              <p:cNvSpPr txBox="1"/>
              <p:nvPr/>
            </p:nvSpPr>
            <p:spPr>
              <a:xfrm>
                <a:off x="2155697" y="2655952"/>
                <a:ext cx="38923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B0675D-DA24-89BE-080A-6E7E1A993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697" y="2655952"/>
                <a:ext cx="3892348" cy="6463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66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388D6-8845-AF55-FF7B-D6B9F09FA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9247F9-B419-C029-4CE1-5E6AED41AD28}"/>
                  </a:ext>
                </a:extLst>
              </p:cNvPr>
              <p:cNvSpPr txBox="1"/>
              <p:nvPr/>
            </p:nvSpPr>
            <p:spPr>
              <a:xfrm>
                <a:off x="880914" y="743487"/>
                <a:ext cx="642086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4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9247F9-B419-C029-4CE1-5E6AED41A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14" y="743487"/>
                <a:ext cx="6420860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AC2F13F-FD36-EC23-E53D-9823BC9B0362}"/>
              </a:ext>
            </a:extLst>
          </p:cNvPr>
          <p:cNvSpPr txBox="1"/>
          <p:nvPr/>
        </p:nvSpPr>
        <p:spPr>
          <a:xfrm>
            <a:off x="3417545" y="329856"/>
            <a:ext cx="983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Gauge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61BF1E-8269-7A67-12F3-346B546584DB}"/>
              </a:ext>
            </a:extLst>
          </p:cNvPr>
          <p:cNvSpPr txBox="1"/>
          <p:nvPr/>
        </p:nvSpPr>
        <p:spPr>
          <a:xfrm>
            <a:off x="5344718" y="1512928"/>
            <a:ext cx="1494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Functional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C94E7F-F2BD-D65F-A3A2-4852F5CA73ED}"/>
              </a:ext>
            </a:extLst>
          </p:cNvPr>
          <p:cNvSpPr txBox="1"/>
          <p:nvPr/>
        </p:nvSpPr>
        <p:spPr>
          <a:xfrm>
            <a:off x="1013181" y="1494350"/>
            <a:ext cx="130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Potential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CDB4E8-2B1A-7C43-48C1-6EA0979B8732}"/>
                  </a:ext>
                </a:extLst>
              </p:cNvPr>
              <p:cNvSpPr txBox="1"/>
              <p:nvPr/>
            </p:nvSpPr>
            <p:spPr>
              <a:xfrm>
                <a:off x="880914" y="4058649"/>
                <a:ext cx="7324762" cy="7428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supHide m:val="on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𝐴𝑂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CDB4E8-2B1A-7C43-48C1-6EA0979B8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14" y="4058649"/>
                <a:ext cx="7324762" cy="742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AEC5217-64CD-3655-0791-FBCAFF9F08E0}"/>
              </a:ext>
            </a:extLst>
          </p:cNvPr>
          <p:cNvSpPr txBox="1"/>
          <p:nvPr/>
        </p:nvSpPr>
        <p:spPr>
          <a:xfrm>
            <a:off x="3330129" y="3282576"/>
            <a:ext cx="1372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 smooth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C20ED7-789F-D86A-55FB-06B037008D8B}"/>
                  </a:ext>
                </a:extLst>
              </p:cNvPr>
              <p:cNvSpPr txBox="1"/>
              <p:nvPr/>
            </p:nvSpPr>
            <p:spPr>
              <a:xfrm>
                <a:off x="2058052" y="2170541"/>
                <a:ext cx="388535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4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440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C20ED7-789F-D86A-55FB-06B037008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052" y="2170541"/>
                <a:ext cx="3885359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A9BA80-A9BC-90CA-559E-DAE1E89C770B}"/>
                  </a:ext>
                </a:extLst>
              </p:cNvPr>
              <p:cNvSpPr txBox="1"/>
              <p:nvPr/>
            </p:nvSpPr>
            <p:spPr>
              <a:xfrm>
                <a:off x="2252948" y="5073731"/>
                <a:ext cx="4470904" cy="8239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A9BA80-A9BC-90CA-559E-DAE1E89C7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948" y="5073731"/>
                <a:ext cx="4470904" cy="8239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63DE842-5468-AB41-4DC0-6BAE69684EFB}"/>
              </a:ext>
            </a:extLst>
          </p:cNvPr>
          <p:cNvGrpSpPr/>
          <p:nvPr/>
        </p:nvGrpSpPr>
        <p:grpSpPr>
          <a:xfrm>
            <a:off x="7492546" y="207002"/>
            <a:ext cx="4251226" cy="4401535"/>
            <a:chOff x="7492546" y="207002"/>
            <a:chExt cx="4251226" cy="440153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34E118D-7350-85E9-CA3B-0ED585F136EE}"/>
                </a:ext>
              </a:extLst>
            </p:cNvPr>
            <p:cNvGrpSpPr/>
            <p:nvPr/>
          </p:nvGrpSpPr>
          <p:grpSpPr>
            <a:xfrm>
              <a:off x="7492546" y="207002"/>
              <a:ext cx="4251226" cy="4401535"/>
              <a:chOff x="1221579" y="1260711"/>
              <a:chExt cx="4251226" cy="4401535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8837DCA4-75BD-135F-D91D-CD858D6A22F7}"/>
                  </a:ext>
                </a:extLst>
              </p:cNvPr>
              <p:cNvGrpSpPr/>
              <p:nvPr/>
            </p:nvGrpSpPr>
            <p:grpSpPr>
              <a:xfrm>
                <a:off x="1221579" y="1447610"/>
                <a:ext cx="3673978" cy="4214636"/>
                <a:chOff x="1390391" y="1651592"/>
                <a:chExt cx="2399570" cy="3136308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8B780DAB-C6E8-098C-967F-94C1A7CC6966}"/>
                    </a:ext>
                  </a:extLst>
                </p:cNvPr>
                <p:cNvSpPr/>
                <p:nvPr/>
              </p:nvSpPr>
              <p:spPr>
                <a:xfrm>
                  <a:off x="1390724" y="2701572"/>
                  <a:ext cx="1260926" cy="506587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60926"/>
                    <a:gd name="connsiteY0" fmla="*/ 0 h 506437"/>
                    <a:gd name="connsiteX1" fmla="*/ 295421 w 1260926"/>
                    <a:gd name="connsiteY1" fmla="*/ 393896 h 506437"/>
                    <a:gd name="connsiteX2" fmla="*/ 1260926 w 1260926"/>
                    <a:gd name="connsiteY2" fmla="*/ 506437 h 506437"/>
                    <a:gd name="connsiteX0" fmla="*/ 0 w 1260926"/>
                    <a:gd name="connsiteY0" fmla="*/ 0 h 506587"/>
                    <a:gd name="connsiteX1" fmla="*/ 295421 w 1260926"/>
                    <a:gd name="connsiteY1" fmla="*/ 393896 h 506587"/>
                    <a:gd name="connsiteX2" fmla="*/ 1260926 w 1260926"/>
                    <a:gd name="connsiteY2" fmla="*/ 506437 h 506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0926" h="506587">
                      <a:moveTo>
                        <a:pt x="0" y="0"/>
                      </a:moveTo>
                      <a:cubicBezTo>
                        <a:pt x="365" y="178558"/>
                        <a:pt x="105507" y="309490"/>
                        <a:pt x="295421" y="393896"/>
                      </a:cubicBezTo>
                      <a:cubicBezTo>
                        <a:pt x="485335" y="478302"/>
                        <a:pt x="924327" y="509037"/>
                        <a:pt x="1260926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62549425-11C5-7E57-87CB-C7F40929DDFF}"/>
                    </a:ext>
                  </a:extLst>
                </p:cNvPr>
                <p:cNvSpPr/>
                <p:nvPr/>
              </p:nvSpPr>
              <p:spPr>
                <a:xfrm flipH="1">
                  <a:off x="2649270" y="2700479"/>
                  <a:ext cx="1139510" cy="507382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7382"/>
                    <a:gd name="connsiteX1" fmla="*/ 295421 w 1139483"/>
                    <a:gd name="connsiteY1" fmla="*/ 393896 h 507382"/>
                    <a:gd name="connsiteX2" fmla="*/ 1139483 w 1139483"/>
                    <a:gd name="connsiteY2" fmla="*/ 506437 h 507382"/>
                    <a:gd name="connsiteX0" fmla="*/ 27 w 1139510"/>
                    <a:gd name="connsiteY0" fmla="*/ 0 h 507382"/>
                    <a:gd name="connsiteX1" fmla="*/ 295448 w 1139510"/>
                    <a:gd name="connsiteY1" fmla="*/ 393896 h 507382"/>
                    <a:gd name="connsiteX2" fmla="*/ 1139510 w 1139510"/>
                    <a:gd name="connsiteY2" fmla="*/ 506437 h 507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39510" h="507382">
                      <a:moveTo>
                        <a:pt x="27" y="0"/>
                      </a:moveTo>
                      <a:cubicBezTo>
                        <a:pt x="-1989" y="195227"/>
                        <a:pt x="105534" y="309490"/>
                        <a:pt x="295448" y="393896"/>
                      </a:cubicBezTo>
                      <a:cubicBezTo>
                        <a:pt x="485362" y="478302"/>
                        <a:pt x="812436" y="513801"/>
                        <a:pt x="1139510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DA9BE200-BAA4-4A26-455F-E75F08E32807}"/>
                    </a:ext>
                  </a:extLst>
                </p:cNvPr>
                <p:cNvSpPr/>
                <p:nvPr/>
              </p:nvSpPr>
              <p:spPr>
                <a:xfrm flipV="1">
                  <a:off x="1390723" y="2297475"/>
                  <a:ext cx="982320" cy="404098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994226"/>
                    <a:gd name="connsiteY0" fmla="*/ 0 h 465956"/>
                    <a:gd name="connsiteX1" fmla="*/ 295421 w 994226"/>
                    <a:gd name="connsiteY1" fmla="*/ 393896 h 465956"/>
                    <a:gd name="connsiteX2" fmla="*/ 994226 w 994226"/>
                    <a:gd name="connsiteY2" fmla="*/ 465956 h 465956"/>
                    <a:gd name="connsiteX0" fmla="*/ 0 w 994226"/>
                    <a:gd name="connsiteY0" fmla="*/ 0 h 465956"/>
                    <a:gd name="connsiteX1" fmla="*/ 321615 w 994226"/>
                    <a:gd name="connsiteY1" fmla="*/ 358178 h 465956"/>
                    <a:gd name="connsiteX2" fmla="*/ 994226 w 994226"/>
                    <a:gd name="connsiteY2" fmla="*/ 465956 h 465956"/>
                    <a:gd name="connsiteX0" fmla="*/ 0 w 982320"/>
                    <a:gd name="connsiteY0" fmla="*/ 0 h 396466"/>
                    <a:gd name="connsiteX1" fmla="*/ 321615 w 982320"/>
                    <a:gd name="connsiteY1" fmla="*/ 358178 h 396466"/>
                    <a:gd name="connsiteX2" fmla="*/ 982320 w 982320"/>
                    <a:gd name="connsiteY2" fmla="*/ 373087 h 396466"/>
                    <a:gd name="connsiteX0" fmla="*/ 0 w 982320"/>
                    <a:gd name="connsiteY0" fmla="*/ 0 h 404098"/>
                    <a:gd name="connsiteX1" fmla="*/ 321615 w 982320"/>
                    <a:gd name="connsiteY1" fmla="*/ 358178 h 404098"/>
                    <a:gd name="connsiteX2" fmla="*/ 982320 w 982320"/>
                    <a:gd name="connsiteY2" fmla="*/ 373087 h 404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82320" h="404098">
                      <a:moveTo>
                        <a:pt x="0" y="0"/>
                      </a:moveTo>
                      <a:cubicBezTo>
                        <a:pt x="2747" y="169032"/>
                        <a:pt x="131701" y="273772"/>
                        <a:pt x="321615" y="358178"/>
                      </a:cubicBezTo>
                      <a:cubicBezTo>
                        <a:pt x="511529" y="442584"/>
                        <a:pt x="648102" y="387594"/>
                        <a:pt x="982320" y="37308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84AC2FF3-BB13-5D48-2328-6C4AE8F88CF6}"/>
                    </a:ext>
                  </a:extLst>
                </p:cNvPr>
                <p:cNvSpPr/>
                <p:nvPr/>
              </p:nvSpPr>
              <p:spPr>
                <a:xfrm flipH="1" flipV="1">
                  <a:off x="2464740" y="2297853"/>
                  <a:ext cx="1325221" cy="410203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3087"/>
                    <a:gd name="connsiteX1" fmla="*/ 366859 w 1210921"/>
                    <a:gd name="connsiteY1" fmla="*/ 260546 h 373087"/>
                    <a:gd name="connsiteX2" fmla="*/ 1210921 w 1210921"/>
                    <a:gd name="connsiteY2" fmla="*/ 373087 h 373087"/>
                    <a:gd name="connsiteX0" fmla="*/ 0 w 1087096"/>
                    <a:gd name="connsiteY0" fmla="*/ 0 h 365944"/>
                    <a:gd name="connsiteX1" fmla="*/ 243034 w 1087096"/>
                    <a:gd name="connsiteY1" fmla="*/ 253403 h 365944"/>
                    <a:gd name="connsiteX2" fmla="*/ 1087096 w 1087096"/>
                    <a:gd name="connsiteY2" fmla="*/ 365944 h 365944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10921"/>
                    <a:gd name="connsiteY0" fmla="*/ 0 h 368325"/>
                    <a:gd name="connsiteX1" fmla="*/ 366859 w 1210921"/>
                    <a:gd name="connsiteY1" fmla="*/ 255784 h 368325"/>
                    <a:gd name="connsiteX2" fmla="*/ 1210921 w 1210921"/>
                    <a:gd name="connsiteY2" fmla="*/ 368325 h 368325"/>
                    <a:gd name="connsiteX0" fmla="*/ 0 w 1208540"/>
                    <a:gd name="connsiteY0" fmla="*/ 0 h 373087"/>
                    <a:gd name="connsiteX1" fmla="*/ 364478 w 1208540"/>
                    <a:gd name="connsiteY1" fmla="*/ 260546 h 373087"/>
                    <a:gd name="connsiteX2" fmla="*/ 1208540 w 1208540"/>
                    <a:gd name="connsiteY2" fmla="*/ 373087 h 373087"/>
                    <a:gd name="connsiteX0" fmla="*/ 0 w 1363321"/>
                    <a:gd name="connsiteY0" fmla="*/ 0 h 380231"/>
                    <a:gd name="connsiteX1" fmla="*/ 364478 w 1363321"/>
                    <a:gd name="connsiteY1" fmla="*/ 260546 h 380231"/>
                    <a:gd name="connsiteX2" fmla="*/ 1363321 w 1363321"/>
                    <a:gd name="connsiteY2" fmla="*/ 380231 h 380231"/>
                    <a:gd name="connsiteX0" fmla="*/ 0 w 1325221"/>
                    <a:gd name="connsiteY0" fmla="*/ 0 h 377850"/>
                    <a:gd name="connsiteX1" fmla="*/ 364478 w 1325221"/>
                    <a:gd name="connsiteY1" fmla="*/ 260546 h 377850"/>
                    <a:gd name="connsiteX2" fmla="*/ 1325221 w 1325221"/>
                    <a:gd name="connsiteY2" fmla="*/ 377850 h 377850"/>
                    <a:gd name="connsiteX0" fmla="*/ 0 w 1325221"/>
                    <a:gd name="connsiteY0" fmla="*/ 0 h 377982"/>
                    <a:gd name="connsiteX1" fmla="*/ 364478 w 1325221"/>
                    <a:gd name="connsiteY1" fmla="*/ 260546 h 377982"/>
                    <a:gd name="connsiteX2" fmla="*/ 1325221 w 1325221"/>
                    <a:gd name="connsiteY2" fmla="*/ 377850 h 377982"/>
                    <a:gd name="connsiteX0" fmla="*/ 0 w 1325221"/>
                    <a:gd name="connsiteY0" fmla="*/ 0 h 378132"/>
                    <a:gd name="connsiteX1" fmla="*/ 219222 w 1325221"/>
                    <a:gd name="connsiteY1" fmla="*/ 281977 h 378132"/>
                    <a:gd name="connsiteX2" fmla="*/ 1325221 w 1325221"/>
                    <a:gd name="connsiteY2" fmla="*/ 377850 h 37813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407062"/>
                    <a:gd name="connsiteX1" fmla="*/ 433534 w 1325221"/>
                    <a:gd name="connsiteY1" fmla="*/ 365320 h 407062"/>
                    <a:gd name="connsiteX2" fmla="*/ 1325221 w 1325221"/>
                    <a:gd name="connsiteY2" fmla="*/ 377850 h 407062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5221" h="410203">
                      <a:moveTo>
                        <a:pt x="0" y="0"/>
                      </a:moveTo>
                      <a:cubicBezTo>
                        <a:pt x="7510" y="116645"/>
                        <a:pt x="243620" y="273770"/>
                        <a:pt x="433534" y="365320"/>
                      </a:cubicBezTo>
                      <a:cubicBezTo>
                        <a:pt x="623448" y="456870"/>
                        <a:pt x="1000529" y="380450"/>
                        <a:pt x="1325221" y="377850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7B4C5FDC-8967-0A24-7A65-DB34A662F9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9225" y="2863850"/>
                  <a:ext cx="953818" cy="19240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2AD3448C-A5C2-7CF4-7442-FE2927CF03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3043" y="2901293"/>
                  <a:ext cx="1371265" cy="1886607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5FFA612F-B5E8-3DCD-0E5D-2E35F88BD682}"/>
                    </a:ext>
                  </a:extLst>
                </p:cNvPr>
                <p:cNvCxnSpPr>
                  <a:stCxn id="38" idx="2"/>
                </p:cNvCxnSpPr>
                <p:nvPr/>
              </p:nvCxnSpPr>
              <p:spPr>
                <a:xfrm flipH="1">
                  <a:off x="2373043" y="3206916"/>
                  <a:ext cx="276227" cy="1580984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C47972D-3D28-6E38-374E-5B7DE7B560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3043" y="2343150"/>
                  <a:ext cx="0" cy="24447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4C72140F-C8B5-D518-779F-C52254DEA74B}"/>
                    </a:ext>
                  </a:extLst>
                </p:cNvPr>
                <p:cNvSpPr/>
                <p:nvPr/>
              </p:nvSpPr>
              <p:spPr>
                <a:xfrm>
                  <a:off x="1390391" y="1651592"/>
                  <a:ext cx="2397188" cy="1060211"/>
                </a:xfrm>
                <a:custGeom>
                  <a:avLst/>
                  <a:gdLst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330291"/>
                    <a:gd name="connsiteY0" fmla="*/ 1288023 h 1288023"/>
                    <a:gd name="connsiteX1" fmla="*/ 663269 w 2330291"/>
                    <a:gd name="connsiteY1" fmla="*/ 178837 h 1288023"/>
                    <a:gd name="connsiteX2" fmla="*/ 1598771 w 2330291"/>
                    <a:gd name="connsiteY2" fmla="*/ 73330 h 1288023"/>
                    <a:gd name="connsiteX3" fmla="*/ 2330291 w 2330291"/>
                    <a:gd name="connsiteY3" fmla="*/ 903323 h 1288023"/>
                    <a:gd name="connsiteX0" fmla="*/ 165 w 2330456"/>
                    <a:gd name="connsiteY0" fmla="*/ 1288023 h 1288023"/>
                    <a:gd name="connsiteX1" fmla="*/ 663434 w 2330456"/>
                    <a:gd name="connsiteY1" fmla="*/ 178837 h 1288023"/>
                    <a:gd name="connsiteX2" fmla="*/ 1598936 w 2330456"/>
                    <a:gd name="connsiteY2" fmla="*/ 73330 h 1288023"/>
                    <a:gd name="connsiteX3" fmla="*/ 2330456 w 2330456"/>
                    <a:gd name="connsiteY3" fmla="*/ 903323 h 1288023"/>
                    <a:gd name="connsiteX0" fmla="*/ 165 w 2330456"/>
                    <a:gd name="connsiteY0" fmla="*/ 1273056 h 1273056"/>
                    <a:gd name="connsiteX1" fmla="*/ 663434 w 2330456"/>
                    <a:gd name="connsiteY1" fmla="*/ 178158 h 1273056"/>
                    <a:gd name="connsiteX2" fmla="*/ 1598936 w 2330456"/>
                    <a:gd name="connsiteY2" fmla="*/ 72651 h 1273056"/>
                    <a:gd name="connsiteX3" fmla="*/ 2330456 w 2330456"/>
                    <a:gd name="connsiteY3" fmla="*/ 902644 h 1273056"/>
                    <a:gd name="connsiteX0" fmla="*/ 211 w 2330502"/>
                    <a:gd name="connsiteY0" fmla="*/ 1242225 h 1242225"/>
                    <a:gd name="connsiteX1" fmla="*/ 572992 w 2330502"/>
                    <a:gd name="connsiteY1" fmla="*/ 280677 h 1242225"/>
                    <a:gd name="connsiteX2" fmla="*/ 1598982 w 2330502"/>
                    <a:gd name="connsiteY2" fmla="*/ 41820 h 1242225"/>
                    <a:gd name="connsiteX3" fmla="*/ 2330502 w 2330502"/>
                    <a:gd name="connsiteY3" fmla="*/ 871813 h 1242225"/>
                    <a:gd name="connsiteX0" fmla="*/ 222 w 2330513"/>
                    <a:gd name="connsiteY0" fmla="*/ 1032955 h 1032955"/>
                    <a:gd name="connsiteX1" fmla="*/ 573003 w 2330513"/>
                    <a:gd name="connsiteY1" fmla="*/ 71407 h 1032955"/>
                    <a:gd name="connsiteX2" fmla="*/ 1689481 w 2330513"/>
                    <a:gd name="connsiteY2" fmla="*/ 151638 h 1032955"/>
                    <a:gd name="connsiteX3" fmla="*/ 2330513 w 2330513"/>
                    <a:gd name="connsiteY3" fmla="*/ 662543 h 1032955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7188" h="1060211">
                      <a:moveTo>
                        <a:pt x="222" y="1032955"/>
                      </a:moveTo>
                      <a:cubicBezTo>
                        <a:pt x="-9340" y="677636"/>
                        <a:pt x="291460" y="218293"/>
                        <a:pt x="573003" y="71407"/>
                      </a:cubicBezTo>
                      <a:cubicBezTo>
                        <a:pt x="854546" y="-75479"/>
                        <a:pt x="1411644" y="30890"/>
                        <a:pt x="1689481" y="151638"/>
                      </a:cubicBezTo>
                      <a:cubicBezTo>
                        <a:pt x="1967318" y="272386"/>
                        <a:pt x="2386234" y="705588"/>
                        <a:pt x="2397188" y="1060211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B2529358-A524-4B12-81AB-FCE02D9459AA}"/>
                      </a:ext>
                    </a:extLst>
                  </p:cNvPr>
                  <p:cNvSpPr txBox="1"/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B0391BF-3476-6E3B-A0CF-608A5AD2E1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C7970EBE-D149-DB89-A565-639D7A6E9B51}"/>
                      </a:ext>
                    </a:extLst>
                  </p:cNvPr>
                  <p:cNvSpPr txBox="1"/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BBE0C39-6964-2FB5-B58C-756FC20BAB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FE301756-D33A-7A31-6757-F6D5B8324DE8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3EDCB5FF-86F5-47B6-087B-43F303F17A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F4BD6D34-F24C-50FB-1B7E-6C65D2A83454}"/>
                      </a:ext>
                    </a:extLst>
                  </p:cNvPr>
                  <p:cNvSpPr txBox="1"/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0A9F34DE-F059-6613-3433-B11AC5C310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2D78267-7F36-D52D-0B72-6A7E8F628859}"/>
                      </a:ext>
                    </a:extLst>
                  </p:cNvPr>
                  <p:cNvSpPr txBox="1"/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3D16A7C-F578-9E8E-71D9-A0956C67AD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8C908341-F8F3-41B2-0279-0EFEA0190C8F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8C908341-F8F3-41B2-0279-0EFEA0190C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B4D1319-4455-6636-91A0-EFF78BD87903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008" y="3698504"/>
                    <a:ext cx="64767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91BEFF8-AD26-F8FB-3E9D-BCC6185EF2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008" y="3698504"/>
                    <a:ext cx="647678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A68D3DDD-ED47-8CB5-950B-44A18D607709}"/>
                </a:ext>
              </a:extLst>
            </p:cNvPr>
            <p:cNvSpPr/>
            <p:nvPr/>
          </p:nvSpPr>
          <p:spPr>
            <a:xfrm rot="4940850">
              <a:off x="10116513" y="2365006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92A69E95-260F-8C1B-6113-039451CC45BE}"/>
                </a:ext>
              </a:extLst>
            </p:cNvPr>
            <p:cNvSpPr/>
            <p:nvPr/>
          </p:nvSpPr>
          <p:spPr>
            <a:xfrm rot="17040372">
              <a:off x="8417053" y="2377577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52B80C64-A7AA-41A2-550B-C5BE4442D0F6}"/>
                </a:ext>
              </a:extLst>
            </p:cNvPr>
            <p:cNvSpPr/>
            <p:nvPr/>
          </p:nvSpPr>
          <p:spPr>
            <a:xfrm rot="684613">
              <a:off x="9157674" y="3274844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A33AC1DC-343C-6EEF-190E-20C54BAD7C78}"/>
                </a:ext>
              </a:extLst>
            </p:cNvPr>
            <p:cNvSpPr/>
            <p:nvPr/>
          </p:nvSpPr>
          <p:spPr>
            <a:xfrm rot="10800000">
              <a:off x="8911333" y="3234473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9572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A575E-52C6-5D1D-CB28-05EB3EE46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982ECB-30D2-A94A-FBBD-5AACC1868AE2}"/>
                  </a:ext>
                </a:extLst>
              </p:cNvPr>
              <p:cNvSpPr txBox="1"/>
              <p:nvPr/>
            </p:nvSpPr>
            <p:spPr>
              <a:xfrm>
                <a:off x="1052379" y="2865577"/>
                <a:ext cx="6443559" cy="717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Sup>
                        <m:sSub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Sup>
                        <m:sSub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982ECB-30D2-A94A-FBBD-5AACC1868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379" y="2865577"/>
                <a:ext cx="6443559" cy="7176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23195ADC-D658-18A8-298C-355D0A301995}"/>
              </a:ext>
            </a:extLst>
          </p:cNvPr>
          <p:cNvGrpSpPr/>
          <p:nvPr/>
        </p:nvGrpSpPr>
        <p:grpSpPr>
          <a:xfrm>
            <a:off x="149779" y="1631807"/>
            <a:ext cx="7171796" cy="717697"/>
            <a:chOff x="973036" y="1631807"/>
            <a:chExt cx="7171796" cy="717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45E51FE-AD1B-A925-47B2-9CD34938847C}"/>
                    </a:ext>
                  </a:extLst>
                </p:cNvPr>
                <p:cNvSpPr txBox="1"/>
                <p:nvPr/>
              </p:nvSpPr>
              <p:spPr>
                <a:xfrm>
                  <a:off x="4911318" y="1631807"/>
                  <a:ext cx="3233514" cy="7176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60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45E51FE-AD1B-A925-47B2-9CD3493884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1318" y="1631807"/>
                  <a:ext cx="3233514" cy="71769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3BEC4EB-91A8-A0C4-10DD-2F858615FA92}"/>
                    </a:ext>
                  </a:extLst>
                </p:cNvPr>
                <p:cNvSpPr txBox="1"/>
                <p:nvPr/>
              </p:nvSpPr>
              <p:spPr>
                <a:xfrm>
                  <a:off x="973036" y="1631807"/>
                  <a:ext cx="3233514" cy="7176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60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3BEC4EB-91A8-A0C4-10DD-2F858615FA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036" y="1631807"/>
                  <a:ext cx="3233514" cy="71769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5F80452-77D0-FB63-0AD4-092462BE9D8E}"/>
                    </a:ext>
                  </a:extLst>
                </p:cNvPr>
                <p:cNvSpPr txBox="1"/>
                <p:nvPr/>
              </p:nvSpPr>
              <p:spPr>
                <a:xfrm>
                  <a:off x="4171467" y="1631807"/>
                  <a:ext cx="83388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5F80452-77D0-FB63-0AD4-092462BE9D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1467" y="1631807"/>
                  <a:ext cx="833883" cy="6463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5E91517-7286-6351-B5E6-B168FA789B97}"/>
              </a:ext>
            </a:extLst>
          </p:cNvPr>
          <p:cNvGrpSpPr/>
          <p:nvPr/>
        </p:nvGrpSpPr>
        <p:grpSpPr>
          <a:xfrm>
            <a:off x="2690201" y="2227324"/>
            <a:ext cx="2716831" cy="681501"/>
            <a:chOff x="2353682" y="2227324"/>
            <a:chExt cx="2716831" cy="6815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CBDEB48-48F9-D697-E9C6-7F5B31D4B75E}"/>
                    </a:ext>
                  </a:extLst>
                </p:cNvPr>
                <p:cNvSpPr txBox="1"/>
                <p:nvPr/>
              </p:nvSpPr>
              <p:spPr>
                <a:xfrm rot="1974412">
                  <a:off x="2353682" y="2227324"/>
                  <a:ext cx="83388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DD2780A-26A7-026A-7BBC-F37199128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74412">
                  <a:off x="2353682" y="2227324"/>
                  <a:ext cx="833883" cy="6463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56D1429-84BA-8D04-CB70-25972F121C19}"/>
                    </a:ext>
                  </a:extLst>
                </p:cNvPr>
                <p:cNvSpPr txBox="1"/>
                <p:nvPr/>
              </p:nvSpPr>
              <p:spPr>
                <a:xfrm rot="19625588" flipV="1">
                  <a:off x="4236630" y="2262494"/>
                  <a:ext cx="833883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⟺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77A64CF-C0C1-DA02-C2A6-42A7D80221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625588" flipV="1">
                  <a:off x="4236630" y="2262494"/>
                  <a:ext cx="833883" cy="6463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5AA830-BCFB-AE4C-498D-E94E35859B08}"/>
                  </a:ext>
                </a:extLst>
              </p:cNvPr>
              <p:cNvSpPr txBox="1"/>
              <p:nvPr/>
            </p:nvSpPr>
            <p:spPr>
              <a:xfrm>
                <a:off x="579665" y="307762"/>
                <a:ext cx="2658805" cy="1134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60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5AA830-BCFB-AE4C-498D-E94E35859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307762"/>
                <a:ext cx="2658805" cy="113454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A2489A-09EC-9DF5-F80A-553E904D3FBD}"/>
                  </a:ext>
                </a:extLst>
              </p:cNvPr>
              <p:cNvSpPr txBox="1"/>
              <p:nvPr/>
            </p:nvSpPr>
            <p:spPr>
              <a:xfrm>
                <a:off x="3112347" y="362588"/>
                <a:ext cx="4388381" cy="10992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A2489A-09EC-9DF5-F80A-553E904D3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347" y="362588"/>
                <a:ext cx="4388381" cy="10992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F306321-A903-CDFC-72A8-76B9E3E607DF}"/>
              </a:ext>
            </a:extLst>
          </p:cNvPr>
          <p:cNvGrpSpPr/>
          <p:nvPr/>
        </p:nvGrpSpPr>
        <p:grpSpPr>
          <a:xfrm>
            <a:off x="7492546" y="207002"/>
            <a:ext cx="4119789" cy="2278646"/>
            <a:chOff x="7492546" y="207002"/>
            <a:chExt cx="4119789" cy="227864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BB67FD9-6F58-28EA-A16F-B6E9A5729364}"/>
                </a:ext>
              </a:extLst>
            </p:cNvPr>
            <p:cNvSpPr/>
            <p:nvPr/>
          </p:nvSpPr>
          <p:spPr>
            <a:xfrm>
              <a:off x="7493056" y="1804886"/>
              <a:ext cx="1930602" cy="680762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60926"/>
                <a:gd name="connsiteY0" fmla="*/ 0 h 506437"/>
                <a:gd name="connsiteX1" fmla="*/ 295421 w 1260926"/>
                <a:gd name="connsiteY1" fmla="*/ 393896 h 506437"/>
                <a:gd name="connsiteX2" fmla="*/ 1260926 w 1260926"/>
                <a:gd name="connsiteY2" fmla="*/ 506437 h 506437"/>
                <a:gd name="connsiteX0" fmla="*/ 0 w 1260926"/>
                <a:gd name="connsiteY0" fmla="*/ 0 h 506587"/>
                <a:gd name="connsiteX1" fmla="*/ 295421 w 1260926"/>
                <a:gd name="connsiteY1" fmla="*/ 393896 h 506587"/>
                <a:gd name="connsiteX2" fmla="*/ 1260926 w 1260926"/>
                <a:gd name="connsiteY2" fmla="*/ 506437 h 50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0926" h="506587">
                  <a:moveTo>
                    <a:pt x="0" y="0"/>
                  </a:moveTo>
                  <a:cubicBezTo>
                    <a:pt x="365" y="178558"/>
                    <a:pt x="105507" y="309490"/>
                    <a:pt x="295421" y="393896"/>
                  </a:cubicBezTo>
                  <a:cubicBezTo>
                    <a:pt x="485335" y="478302"/>
                    <a:pt x="924327" y="509037"/>
                    <a:pt x="1260926" y="50643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384DA2B-9EEA-0A1F-D2A6-EC57AFBB4090}"/>
                </a:ext>
              </a:extLst>
            </p:cNvPr>
            <p:cNvSpPr/>
            <p:nvPr/>
          </p:nvSpPr>
          <p:spPr>
            <a:xfrm flipH="1">
              <a:off x="9420014" y="1803417"/>
              <a:ext cx="1744702" cy="681830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7382"/>
                <a:gd name="connsiteX1" fmla="*/ 295421 w 1139483"/>
                <a:gd name="connsiteY1" fmla="*/ 393896 h 507382"/>
                <a:gd name="connsiteX2" fmla="*/ 1139483 w 1139483"/>
                <a:gd name="connsiteY2" fmla="*/ 506437 h 507382"/>
                <a:gd name="connsiteX0" fmla="*/ 27 w 1139510"/>
                <a:gd name="connsiteY0" fmla="*/ 0 h 507382"/>
                <a:gd name="connsiteX1" fmla="*/ 295448 w 1139510"/>
                <a:gd name="connsiteY1" fmla="*/ 393896 h 507382"/>
                <a:gd name="connsiteX2" fmla="*/ 1139510 w 1139510"/>
                <a:gd name="connsiteY2" fmla="*/ 506437 h 50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9510" h="507382">
                  <a:moveTo>
                    <a:pt x="27" y="0"/>
                  </a:moveTo>
                  <a:cubicBezTo>
                    <a:pt x="-1989" y="195227"/>
                    <a:pt x="105534" y="309490"/>
                    <a:pt x="295448" y="393896"/>
                  </a:cubicBezTo>
                  <a:cubicBezTo>
                    <a:pt x="485362" y="478302"/>
                    <a:pt x="812436" y="513801"/>
                    <a:pt x="1139510" y="50643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A233B5-1E88-5D8F-197B-EDC32A6C95D8}"/>
                </a:ext>
              </a:extLst>
            </p:cNvPr>
            <p:cNvSpPr/>
            <p:nvPr/>
          </p:nvSpPr>
          <p:spPr>
            <a:xfrm flipV="1">
              <a:off x="7493054" y="1261852"/>
              <a:ext cx="1504029" cy="543035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994226"/>
                <a:gd name="connsiteY0" fmla="*/ 0 h 465956"/>
                <a:gd name="connsiteX1" fmla="*/ 295421 w 994226"/>
                <a:gd name="connsiteY1" fmla="*/ 393896 h 465956"/>
                <a:gd name="connsiteX2" fmla="*/ 994226 w 994226"/>
                <a:gd name="connsiteY2" fmla="*/ 465956 h 465956"/>
                <a:gd name="connsiteX0" fmla="*/ 0 w 994226"/>
                <a:gd name="connsiteY0" fmla="*/ 0 h 465956"/>
                <a:gd name="connsiteX1" fmla="*/ 321615 w 994226"/>
                <a:gd name="connsiteY1" fmla="*/ 358178 h 465956"/>
                <a:gd name="connsiteX2" fmla="*/ 994226 w 994226"/>
                <a:gd name="connsiteY2" fmla="*/ 465956 h 465956"/>
                <a:gd name="connsiteX0" fmla="*/ 0 w 982320"/>
                <a:gd name="connsiteY0" fmla="*/ 0 h 396466"/>
                <a:gd name="connsiteX1" fmla="*/ 321615 w 982320"/>
                <a:gd name="connsiteY1" fmla="*/ 358178 h 396466"/>
                <a:gd name="connsiteX2" fmla="*/ 982320 w 982320"/>
                <a:gd name="connsiteY2" fmla="*/ 373087 h 396466"/>
                <a:gd name="connsiteX0" fmla="*/ 0 w 982320"/>
                <a:gd name="connsiteY0" fmla="*/ 0 h 404098"/>
                <a:gd name="connsiteX1" fmla="*/ 321615 w 982320"/>
                <a:gd name="connsiteY1" fmla="*/ 358178 h 404098"/>
                <a:gd name="connsiteX2" fmla="*/ 982320 w 982320"/>
                <a:gd name="connsiteY2" fmla="*/ 373087 h 40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2320" h="404098">
                  <a:moveTo>
                    <a:pt x="0" y="0"/>
                  </a:moveTo>
                  <a:cubicBezTo>
                    <a:pt x="2747" y="169032"/>
                    <a:pt x="131701" y="273772"/>
                    <a:pt x="321615" y="358178"/>
                  </a:cubicBezTo>
                  <a:cubicBezTo>
                    <a:pt x="511529" y="442584"/>
                    <a:pt x="648102" y="387594"/>
                    <a:pt x="982320" y="373087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35EEBB1-2C4D-D0DF-DFEF-75CBC5D44B64}"/>
                </a:ext>
              </a:extLst>
            </p:cNvPr>
            <p:cNvSpPr/>
            <p:nvPr/>
          </p:nvSpPr>
          <p:spPr>
            <a:xfrm flipH="1" flipV="1">
              <a:off x="9137480" y="1262360"/>
              <a:ext cx="2029044" cy="551239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3087"/>
                <a:gd name="connsiteX1" fmla="*/ 366859 w 1210921"/>
                <a:gd name="connsiteY1" fmla="*/ 260546 h 373087"/>
                <a:gd name="connsiteX2" fmla="*/ 1210921 w 1210921"/>
                <a:gd name="connsiteY2" fmla="*/ 373087 h 373087"/>
                <a:gd name="connsiteX0" fmla="*/ 0 w 1087096"/>
                <a:gd name="connsiteY0" fmla="*/ 0 h 365944"/>
                <a:gd name="connsiteX1" fmla="*/ 243034 w 1087096"/>
                <a:gd name="connsiteY1" fmla="*/ 253403 h 365944"/>
                <a:gd name="connsiteX2" fmla="*/ 1087096 w 1087096"/>
                <a:gd name="connsiteY2" fmla="*/ 365944 h 365944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10921"/>
                <a:gd name="connsiteY0" fmla="*/ 0 h 368325"/>
                <a:gd name="connsiteX1" fmla="*/ 366859 w 1210921"/>
                <a:gd name="connsiteY1" fmla="*/ 255784 h 368325"/>
                <a:gd name="connsiteX2" fmla="*/ 1210921 w 1210921"/>
                <a:gd name="connsiteY2" fmla="*/ 368325 h 368325"/>
                <a:gd name="connsiteX0" fmla="*/ 0 w 1208540"/>
                <a:gd name="connsiteY0" fmla="*/ 0 h 373087"/>
                <a:gd name="connsiteX1" fmla="*/ 364478 w 1208540"/>
                <a:gd name="connsiteY1" fmla="*/ 260546 h 373087"/>
                <a:gd name="connsiteX2" fmla="*/ 1208540 w 1208540"/>
                <a:gd name="connsiteY2" fmla="*/ 373087 h 373087"/>
                <a:gd name="connsiteX0" fmla="*/ 0 w 1363321"/>
                <a:gd name="connsiteY0" fmla="*/ 0 h 380231"/>
                <a:gd name="connsiteX1" fmla="*/ 364478 w 1363321"/>
                <a:gd name="connsiteY1" fmla="*/ 260546 h 380231"/>
                <a:gd name="connsiteX2" fmla="*/ 1363321 w 1363321"/>
                <a:gd name="connsiteY2" fmla="*/ 380231 h 380231"/>
                <a:gd name="connsiteX0" fmla="*/ 0 w 1325221"/>
                <a:gd name="connsiteY0" fmla="*/ 0 h 377850"/>
                <a:gd name="connsiteX1" fmla="*/ 364478 w 1325221"/>
                <a:gd name="connsiteY1" fmla="*/ 260546 h 377850"/>
                <a:gd name="connsiteX2" fmla="*/ 1325221 w 1325221"/>
                <a:gd name="connsiteY2" fmla="*/ 377850 h 377850"/>
                <a:gd name="connsiteX0" fmla="*/ 0 w 1325221"/>
                <a:gd name="connsiteY0" fmla="*/ 0 h 377982"/>
                <a:gd name="connsiteX1" fmla="*/ 364478 w 1325221"/>
                <a:gd name="connsiteY1" fmla="*/ 260546 h 377982"/>
                <a:gd name="connsiteX2" fmla="*/ 1325221 w 1325221"/>
                <a:gd name="connsiteY2" fmla="*/ 377850 h 377982"/>
                <a:gd name="connsiteX0" fmla="*/ 0 w 1325221"/>
                <a:gd name="connsiteY0" fmla="*/ 0 h 378132"/>
                <a:gd name="connsiteX1" fmla="*/ 219222 w 1325221"/>
                <a:gd name="connsiteY1" fmla="*/ 281977 h 378132"/>
                <a:gd name="connsiteX2" fmla="*/ 1325221 w 1325221"/>
                <a:gd name="connsiteY2" fmla="*/ 377850 h 37813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407062"/>
                <a:gd name="connsiteX1" fmla="*/ 433534 w 1325221"/>
                <a:gd name="connsiteY1" fmla="*/ 365320 h 407062"/>
                <a:gd name="connsiteX2" fmla="*/ 1325221 w 1325221"/>
                <a:gd name="connsiteY2" fmla="*/ 377850 h 407062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5221" h="410203">
                  <a:moveTo>
                    <a:pt x="0" y="0"/>
                  </a:moveTo>
                  <a:cubicBezTo>
                    <a:pt x="7510" y="116645"/>
                    <a:pt x="243620" y="273770"/>
                    <a:pt x="433534" y="365320"/>
                  </a:cubicBezTo>
                  <a:cubicBezTo>
                    <a:pt x="623448" y="456870"/>
                    <a:pt x="1000529" y="380450"/>
                    <a:pt x="1325221" y="37785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8949F50-B800-4568-38EF-D5B5CFF6CBFC}"/>
                </a:ext>
              </a:extLst>
            </p:cNvPr>
            <p:cNvSpPr/>
            <p:nvPr/>
          </p:nvSpPr>
          <p:spPr>
            <a:xfrm>
              <a:off x="7492546" y="393901"/>
              <a:ext cx="3670331" cy="142473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7188" h="1060211">
                  <a:moveTo>
                    <a:pt x="222" y="1032955"/>
                  </a:moveTo>
                  <a:cubicBezTo>
                    <a:pt x="-9340" y="677636"/>
                    <a:pt x="291460" y="218293"/>
                    <a:pt x="573003" y="71407"/>
                  </a:cubicBezTo>
                  <a:cubicBezTo>
                    <a:pt x="854546" y="-75479"/>
                    <a:pt x="1411644" y="30890"/>
                    <a:pt x="1689481" y="151638"/>
                  </a:cubicBezTo>
                  <a:cubicBezTo>
                    <a:pt x="1967318" y="272386"/>
                    <a:pt x="2386234" y="705588"/>
                    <a:pt x="2397188" y="1060211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407FC56-ED84-C8E1-E2A1-15A141A04ACD}"/>
                    </a:ext>
                  </a:extLst>
                </p:cNvPr>
                <p:cNvSpPr txBox="1"/>
                <p:nvPr/>
              </p:nvSpPr>
              <p:spPr>
                <a:xfrm>
                  <a:off x="10060571" y="207002"/>
                  <a:ext cx="63074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407FC56-ED84-C8E1-E2A1-15A141A04A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60571" y="207002"/>
                  <a:ext cx="630749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36EDE77-ABD9-3078-CA40-D9F976102B10}"/>
                    </a:ext>
                  </a:extLst>
                </p:cNvPr>
                <p:cNvSpPr txBox="1"/>
                <p:nvPr/>
              </p:nvSpPr>
              <p:spPr>
                <a:xfrm>
                  <a:off x="11110082" y="362588"/>
                  <a:ext cx="50225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36EDE77-ABD9-3078-CA40-D9F976102B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0082" y="362588"/>
                  <a:ext cx="502253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E8178BF-A53B-64F5-13F7-CEF9FF0B3E7E}"/>
                    </a:ext>
                  </a:extLst>
                </p:cNvPr>
                <p:cNvSpPr txBox="1"/>
                <p:nvPr/>
              </p:nvSpPr>
              <p:spPr>
                <a:xfrm>
                  <a:off x="8266888" y="730222"/>
                  <a:ext cx="61632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E8178BF-A53B-64F5-13F7-CEF9FF0B3E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6888" y="730222"/>
                  <a:ext cx="616323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7F86A0B-F42B-6493-9DB7-89549CD7585E}"/>
                    </a:ext>
                  </a:extLst>
                </p:cNvPr>
                <p:cNvSpPr txBox="1"/>
                <p:nvPr/>
              </p:nvSpPr>
              <p:spPr>
                <a:xfrm>
                  <a:off x="10055824" y="1882722"/>
                  <a:ext cx="64350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7F86A0B-F42B-6493-9DB7-89549CD758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5824" y="1882722"/>
                  <a:ext cx="643509" cy="52322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F7F15D3-114B-52B7-0C29-0E995CBA3145}"/>
                </a:ext>
              </a:extLst>
            </p:cNvPr>
            <p:cNvSpPr/>
            <p:nvPr/>
          </p:nvSpPr>
          <p:spPr>
            <a:xfrm>
              <a:off x="7492887" y="738888"/>
              <a:ext cx="3669991" cy="1079747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927218 h 954474"/>
                <a:gd name="connsiteX1" fmla="*/ 573003 w 2397188"/>
                <a:gd name="connsiteY1" fmla="*/ 211387 h 954474"/>
                <a:gd name="connsiteX2" fmla="*/ 1689481 w 2397188"/>
                <a:gd name="connsiteY2" fmla="*/ 45901 h 954474"/>
                <a:gd name="connsiteX3" fmla="*/ 2397188 w 2397188"/>
                <a:gd name="connsiteY3" fmla="*/ 954474 h 954474"/>
                <a:gd name="connsiteX0" fmla="*/ 220 w 2397186"/>
                <a:gd name="connsiteY0" fmla="*/ 776234 h 803490"/>
                <a:gd name="connsiteX1" fmla="*/ 573001 w 2397186"/>
                <a:gd name="connsiteY1" fmla="*/ 60403 h 803490"/>
                <a:gd name="connsiteX2" fmla="*/ 1668742 w 2397186"/>
                <a:gd name="connsiteY2" fmla="*/ 121733 h 803490"/>
                <a:gd name="connsiteX3" fmla="*/ 2397186 w 2397186"/>
                <a:gd name="connsiteY3" fmla="*/ 803490 h 803490"/>
                <a:gd name="connsiteX0" fmla="*/ 0 w 2396966"/>
                <a:gd name="connsiteY0" fmla="*/ 776234 h 803490"/>
                <a:gd name="connsiteX1" fmla="*/ 572781 w 2396966"/>
                <a:gd name="connsiteY1" fmla="*/ 60403 h 803490"/>
                <a:gd name="connsiteX2" fmla="*/ 1668522 w 2396966"/>
                <a:gd name="connsiteY2" fmla="*/ 121733 h 803490"/>
                <a:gd name="connsiteX3" fmla="*/ 2396966 w 2396966"/>
                <a:gd name="connsiteY3" fmla="*/ 803490 h 803490"/>
                <a:gd name="connsiteX0" fmla="*/ 0 w 2396966"/>
                <a:gd name="connsiteY0" fmla="*/ 776234 h 803490"/>
                <a:gd name="connsiteX1" fmla="*/ 572781 w 2396966"/>
                <a:gd name="connsiteY1" fmla="*/ 60403 h 803490"/>
                <a:gd name="connsiteX2" fmla="*/ 1668522 w 2396966"/>
                <a:gd name="connsiteY2" fmla="*/ 121733 h 803490"/>
                <a:gd name="connsiteX3" fmla="*/ 2396966 w 2396966"/>
                <a:gd name="connsiteY3" fmla="*/ 803490 h 803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6966" h="803490">
                  <a:moveTo>
                    <a:pt x="0" y="776234"/>
                  </a:moveTo>
                  <a:cubicBezTo>
                    <a:pt x="94121" y="439817"/>
                    <a:pt x="294694" y="169487"/>
                    <a:pt x="572781" y="60403"/>
                  </a:cubicBezTo>
                  <a:cubicBezTo>
                    <a:pt x="850868" y="-48680"/>
                    <a:pt x="1390685" y="985"/>
                    <a:pt x="1668522" y="121733"/>
                  </a:cubicBezTo>
                  <a:cubicBezTo>
                    <a:pt x="1946359" y="242481"/>
                    <a:pt x="2261591" y="463043"/>
                    <a:pt x="2396966" y="80349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E53BBD0-2947-A060-9E19-4BFF82D62CE5}"/>
                    </a:ext>
                  </a:extLst>
                </p:cNvPr>
                <p:cNvSpPr txBox="1"/>
                <p:nvPr/>
              </p:nvSpPr>
              <p:spPr>
                <a:xfrm>
                  <a:off x="9137480" y="729487"/>
                  <a:ext cx="6224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E53BBD0-2947-A060-9E19-4BFF82D62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7480" y="729487"/>
                  <a:ext cx="622478" cy="52322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5D7A68-9060-9D37-257F-BA921BC0B1C8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 flipV="1">
              <a:off x="10178720" y="624198"/>
              <a:ext cx="931362" cy="1701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0107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B366E-58B6-589E-FA57-E6BAF4B5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205F67-52B6-CF51-9FA1-84EE8F607D01}"/>
                  </a:ext>
                </a:extLst>
              </p:cNvPr>
              <p:cNvSpPr txBox="1"/>
              <p:nvPr/>
            </p:nvSpPr>
            <p:spPr>
              <a:xfrm>
                <a:off x="1207090" y="4613944"/>
                <a:ext cx="6039089" cy="717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205F67-52B6-CF51-9FA1-84EE8F607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090" y="4613944"/>
                <a:ext cx="6039089" cy="7176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74EFEA-1370-8090-CBD7-EECAB6B9B995}"/>
                  </a:ext>
                </a:extLst>
              </p:cNvPr>
              <p:cNvSpPr txBox="1"/>
              <p:nvPr/>
            </p:nvSpPr>
            <p:spPr>
              <a:xfrm>
                <a:off x="422397" y="3001000"/>
                <a:ext cx="6740456" cy="1407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Once the functional is defined on all surfaces of the type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𝐴𝑂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sz="2800" dirty="0"/>
                  <a:t>, we can calculate the functional on all other surfaces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74EFEA-1370-8090-CBD7-EECAB6B9B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97" y="3001000"/>
                <a:ext cx="6740456" cy="1407565"/>
              </a:xfrm>
              <a:prstGeom prst="rect">
                <a:avLst/>
              </a:prstGeom>
              <a:blipFill>
                <a:blip r:embed="rId3"/>
                <a:stretch>
                  <a:fillRect l="-1175" t="-3896" r="-2441" b="-11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16BF44-1206-DE5D-84E3-8FDFB61E524B}"/>
                  </a:ext>
                </a:extLst>
              </p:cNvPr>
              <p:cNvSpPr txBox="1"/>
              <p:nvPr/>
            </p:nvSpPr>
            <p:spPr>
              <a:xfrm>
                <a:off x="378497" y="1739890"/>
                <a:ext cx="7143046" cy="9992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For any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sz="2800" dirty="0"/>
                  <a:t>, we want a surface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𝐴𝑂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sz="2800" dirty="0"/>
                  <a:t> such</a:t>
                </a:r>
                <a:br>
                  <a:rPr lang="en-US" sz="2800" dirty="0"/>
                </a:br>
                <a:r>
                  <a:rPr lang="en-US" sz="2800" dirty="0"/>
                  <a:t>that the boundary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𝐵𝑂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𝐴𝑂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16BF44-1206-DE5D-84E3-8FDFB61E5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97" y="1739890"/>
                <a:ext cx="7143046" cy="999248"/>
              </a:xfrm>
              <a:prstGeom prst="rect">
                <a:avLst/>
              </a:prstGeom>
              <a:blipFill>
                <a:blip r:embed="rId4"/>
                <a:stretch>
                  <a:fillRect l="-1706" t="-3049" b="-16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F6C0B6-4D2C-7DCF-B58A-C04285725A90}"/>
                  </a:ext>
                </a:extLst>
              </p:cNvPr>
              <p:cNvSpPr txBox="1"/>
              <p:nvPr/>
            </p:nvSpPr>
            <p:spPr>
              <a:xfrm>
                <a:off x="579665" y="307762"/>
                <a:ext cx="2658805" cy="1134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60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F6C0B6-4D2C-7DCF-B58A-C04285725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307762"/>
                <a:ext cx="2658805" cy="11345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FD1DD8-93F5-AADC-7BFB-260F4653028D}"/>
                  </a:ext>
                </a:extLst>
              </p:cNvPr>
              <p:cNvSpPr txBox="1"/>
              <p:nvPr/>
            </p:nvSpPr>
            <p:spPr>
              <a:xfrm>
                <a:off x="3112347" y="362588"/>
                <a:ext cx="4388381" cy="10992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FD1DD8-93F5-AADC-7BFB-260F46530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347" y="362588"/>
                <a:ext cx="4388381" cy="10992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47D34B2-EE92-1355-65AA-BDCDA4C85333}"/>
              </a:ext>
            </a:extLst>
          </p:cNvPr>
          <p:cNvGrpSpPr/>
          <p:nvPr/>
        </p:nvGrpSpPr>
        <p:grpSpPr>
          <a:xfrm>
            <a:off x="7492546" y="207002"/>
            <a:ext cx="4251226" cy="4401535"/>
            <a:chOff x="7492546" y="207002"/>
            <a:chExt cx="4251226" cy="440153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2464623-B826-38C4-869E-337ADFBE9A24}"/>
                </a:ext>
              </a:extLst>
            </p:cNvPr>
            <p:cNvGrpSpPr/>
            <p:nvPr/>
          </p:nvGrpSpPr>
          <p:grpSpPr>
            <a:xfrm>
              <a:off x="7492546" y="207002"/>
              <a:ext cx="4251226" cy="4401535"/>
              <a:chOff x="1221579" y="1260711"/>
              <a:chExt cx="4251226" cy="4401535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568CA48-E227-87AC-36E7-07D19A706499}"/>
                  </a:ext>
                </a:extLst>
              </p:cNvPr>
              <p:cNvGrpSpPr/>
              <p:nvPr/>
            </p:nvGrpSpPr>
            <p:grpSpPr>
              <a:xfrm>
                <a:off x="1221579" y="1447610"/>
                <a:ext cx="3673978" cy="4214636"/>
                <a:chOff x="1390391" y="1651592"/>
                <a:chExt cx="2399570" cy="3136308"/>
              </a:xfrm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0AC67F42-7B3E-D5B0-527B-71E07EDF4A02}"/>
                    </a:ext>
                  </a:extLst>
                </p:cNvPr>
                <p:cNvSpPr/>
                <p:nvPr/>
              </p:nvSpPr>
              <p:spPr>
                <a:xfrm>
                  <a:off x="1390724" y="2701572"/>
                  <a:ext cx="1260926" cy="506587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60926"/>
                    <a:gd name="connsiteY0" fmla="*/ 0 h 506437"/>
                    <a:gd name="connsiteX1" fmla="*/ 295421 w 1260926"/>
                    <a:gd name="connsiteY1" fmla="*/ 393896 h 506437"/>
                    <a:gd name="connsiteX2" fmla="*/ 1260926 w 1260926"/>
                    <a:gd name="connsiteY2" fmla="*/ 506437 h 506437"/>
                    <a:gd name="connsiteX0" fmla="*/ 0 w 1260926"/>
                    <a:gd name="connsiteY0" fmla="*/ 0 h 506587"/>
                    <a:gd name="connsiteX1" fmla="*/ 295421 w 1260926"/>
                    <a:gd name="connsiteY1" fmla="*/ 393896 h 506587"/>
                    <a:gd name="connsiteX2" fmla="*/ 1260926 w 1260926"/>
                    <a:gd name="connsiteY2" fmla="*/ 506437 h 506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0926" h="506587">
                      <a:moveTo>
                        <a:pt x="0" y="0"/>
                      </a:moveTo>
                      <a:cubicBezTo>
                        <a:pt x="365" y="178558"/>
                        <a:pt x="105507" y="309490"/>
                        <a:pt x="295421" y="393896"/>
                      </a:cubicBezTo>
                      <a:cubicBezTo>
                        <a:pt x="485335" y="478302"/>
                        <a:pt x="924327" y="509037"/>
                        <a:pt x="1260926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E2860860-99BF-1306-1C23-513FB103DB51}"/>
                    </a:ext>
                  </a:extLst>
                </p:cNvPr>
                <p:cNvSpPr/>
                <p:nvPr/>
              </p:nvSpPr>
              <p:spPr>
                <a:xfrm flipH="1">
                  <a:off x="2649270" y="2700479"/>
                  <a:ext cx="1139510" cy="507382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7382"/>
                    <a:gd name="connsiteX1" fmla="*/ 295421 w 1139483"/>
                    <a:gd name="connsiteY1" fmla="*/ 393896 h 507382"/>
                    <a:gd name="connsiteX2" fmla="*/ 1139483 w 1139483"/>
                    <a:gd name="connsiteY2" fmla="*/ 506437 h 507382"/>
                    <a:gd name="connsiteX0" fmla="*/ 27 w 1139510"/>
                    <a:gd name="connsiteY0" fmla="*/ 0 h 507382"/>
                    <a:gd name="connsiteX1" fmla="*/ 295448 w 1139510"/>
                    <a:gd name="connsiteY1" fmla="*/ 393896 h 507382"/>
                    <a:gd name="connsiteX2" fmla="*/ 1139510 w 1139510"/>
                    <a:gd name="connsiteY2" fmla="*/ 506437 h 507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39510" h="507382">
                      <a:moveTo>
                        <a:pt x="27" y="0"/>
                      </a:moveTo>
                      <a:cubicBezTo>
                        <a:pt x="-1989" y="195227"/>
                        <a:pt x="105534" y="309490"/>
                        <a:pt x="295448" y="393896"/>
                      </a:cubicBezTo>
                      <a:cubicBezTo>
                        <a:pt x="485362" y="478302"/>
                        <a:pt x="812436" y="513801"/>
                        <a:pt x="1139510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60F492E5-0B9F-042A-4D5E-3FCC2C18ABF7}"/>
                    </a:ext>
                  </a:extLst>
                </p:cNvPr>
                <p:cNvSpPr/>
                <p:nvPr/>
              </p:nvSpPr>
              <p:spPr>
                <a:xfrm flipV="1">
                  <a:off x="1390723" y="2297475"/>
                  <a:ext cx="982320" cy="404098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994226"/>
                    <a:gd name="connsiteY0" fmla="*/ 0 h 465956"/>
                    <a:gd name="connsiteX1" fmla="*/ 295421 w 994226"/>
                    <a:gd name="connsiteY1" fmla="*/ 393896 h 465956"/>
                    <a:gd name="connsiteX2" fmla="*/ 994226 w 994226"/>
                    <a:gd name="connsiteY2" fmla="*/ 465956 h 465956"/>
                    <a:gd name="connsiteX0" fmla="*/ 0 w 994226"/>
                    <a:gd name="connsiteY0" fmla="*/ 0 h 465956"/>
                    <a:gd name="connsiteX1" fmla="*/ 321615 w 994226"/>
                    <a:gd name="connsiteY1" fmla="*/ 358178 h 465956"/>
                    <a:gd name="connsiteX2" fmla="*/ 994226 w 994226"/>
                    <a:gd name="connsiteY2" fmla="*/ 465956 h 465956"/>
                    <a:gd name="connsiteX0" fmla="*/ 0 w 982320"/>
                    <a:gd name="connsiteY0" fmla="*/ 0 h 396466"/>
                    <a:gd name="connsiteX1" fmla="*/ 321615 w 982320"/>
                    <a:gd name="connsiteY1" fmla="*/ 358178 h 396466"/>
                    <a:gd name="connsiteX2" fmla="*/ 982320 w 982320"/>
                    <a:gd name="connsiteY2" fmla="*/ 373087 h 396466"/>
                    <a:gd name="connsiteX0" fmla="*/ 0 w 982320"/>
                    <a:gd name="connsiteY0" fmla="*/ 0 h 404098"/>
                    <a:gd name="connsiteX1" fmla="*/ 321615 w 982320"/>
                    <a:gd name="connsiteY1" fmla="*/ 358178 h 404098"/>
                    <a:gd name="connsiteX2" fmla="*/ 982320 w 982320"/>
                    <a:gd name="connsiteY2" fmla="*/ 373087 h 404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82320" h="404098">
                      <a:moveTo>
                        <a:pt x="0" y="0"/>
                      </a:moveTo>
                      <a:cubicBezTo>
                        <a:pt x="2747" y="169032"/>
                        <a:pt x="131701" y="273772"/>
                        <a:pt x="321615" y="358178"/>
                      </a:cubicBezTo>
                      <a:cubicBezTo>
                        <a:pt x="511529" y="442584"/>
                        <a:pt x="648102" y="387594"/>
                        <a:pt x="982320" y="37308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72A9795C-18C1-04C3-E44E-2248F018CB09}"/>
                    </a:ext>
                  </a:extLst>
                </p:cNvPr>
                <p:cNvSpPr/>
                <p:nvPr/>
              </p:nvSpPr>
              <p:spPr>
                <a:xfrm flipH="1" flipV="1">
                  <a:off x="2464740" y="2297853"/>
                  <a:ext cx="1325221" cy="410203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3087"/>
                    <a:gd name="connsiteX1" fmla="*/ 366859 w 1210921"/>
                    <a:gd name="connsiteY1" fmla="*/ 260546 h 373087"/>
                    <a:gd name="connsiteX2" fmla="*/ 1210921 w 1210921"/>
                    <a:gd name="connsiteY2" fmla="*/ 373087 h 373087"/>
                    <a:gd name="connsiteX0" fmla="*/ 0 w 1087096"/>
                    <a:gd name="connsiteY0" fmla="*/ 0 h 365944"/>
                    <a:gd name="connsiteX1" fmla="*/ 243034 w 1087096"/>
                    <a:gd name="connsiteY1" fmla="*/ 253403 h 365944"/>
                    <a:gd name="connsiteX2" fmla="*/ 1087096 w 1087096"/>
                    <a:gd name="connsiteY2" fmla="*/ 365944 h 365944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10921"/>
                    <a:gd name="connsiteY0" fmla="*/ 0 h 368325"/>
                    <a:gd name="connsiteX1" fmla="*/ 366859 w 1210921"/>
                    <a:gd name="connsiteY1" fmla="*/ 255784 h 368325"/>
                    <a:gd name="connsiteX2" fmla="*/ 1210921 w 1210921"/>
                    <a:gd name="connsiteY2" fmla="*/ 368325 h 368325"/>
                    <a:gd name="connsiteX0" fmla="*/ 0 w 1208540"/>
                    <a:gd name="connsiteY0" fmla="*/ 0 h 373087"/>
                    <a:gd name="connsiteX1" fmla="*/ 364478 w 1208540"/>
                    <a:gd name="connsiteY1" fmla="*/ 260546 h 373087"/>
                    <a:gd name="connsiteX2" fmla="*/ 1208540 w 1208540"/>
                    <a:gd name="connsiteY2" fmla="*/ 373087 h 373087"/>
                    <a:gd name="connsiteX0" fmla="*/ 0 w 1363321"/>
                    <a:gd name="connsiteY0" fmla="*/ 0 h 380231"/>
                    <a:gd name="connsiteX1" fmla="*/ 364478 w 1363321"/>
                    <a:gd name="connsiteY1" fmla="*/ 260546 h 380231"/>
                    <a:gd name="connsiteX2" fmla="*/ 1363321 w 1363321"/>
                    <a:gd name="connsiteY2" fmla="*/ 380231 h 380231"/>
                    <a:gd name="connsiteX0" fmla="*/ 0 w 1325221"/>
                    <a:gd name="connsiteY0" fmla="*/ 0 h 377850"/>
                    <a:gd name="connsiteX1" fmla="*/ 364478 w 1325221"/>
                    <a:gd name="connsiteY1" fmla="*/ 260546 h 377850"/>
                    <a:gd name="connsiteX2" fmla="*/ 1325221 w 1325221"/>
                    <a:gd name="connsiteY2" fmla="*/ 377850 h 377850"/>
                    <a:gd name="connsiteX0" fmla="*/ 0 w 1325221"/>
                    <a:gd name="connsiteY0" fmla="*/ 0 h 377982"/>
                    <a:gd name="connsiteX1" fmla="*/ 364478 w 1325221"/>
                    <a:gd name="connsiteY1" fmla="*/ 260546 h 377982"/>
                    <a:gd name="connsiteX2" fmla="*/ 1325221 w 1325221"/>
                    <a:gd name="connsiteY2" fmla="*/ 377850 h 377982"/>
                    <a:gd name="connsiteX0" fmla="*/ 0 w 1325221"/>
                    <a:gd name="connsiteY0" fmla="*/ 0 h 378132"/>
                    <a:gd name="connsiteX1" fmla="*/ 219222 w 1325221"/>
                    <a:gd name="connsiteY1" fmla="*/ 281977 h 378132"/>
                    <a:gd name="connsiteX2" fmla="*/ 1325221 w 1325221"/>
                    <a:gd name="connsiteY2" fmla="*/ 377850 h 37813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407062"/>
                    <a:gd name="connsiteX1" fmla="*/ 433534 w 1325221"/>
                    <a:gd name="connsiteY1" fmla="*/ 365320 h 407062"/>
                    <a:gd name="connsiteX2" fmla="*/ 1325221 w 1325221"/>
                    <a:gd name="connsiteY2" fmla="*/ 377850 h 407062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5221" h="410203">
                      <a:moveTo>
                        <a:pt x="0" y="0"/>
                      </a:moveTo>
                      <a:cubicBezTo>
                        <a:pt x="7510" y="116645"/>
                        <a:pt x="243620" y="273770"/>
                        <a:pt x="433534" y="365320"/>
                      </a:cubicBezTo>
                      <a:cubicBezTo>
                        <a:pt x="623448" y="456870"/>
                        <a:pt x="1000529" y="380450"/>
                        <a:pt x="1325221" y="377850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104B4C67-0AFD-24DE-8870-04328BF58D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9225" y="2863850"/>
                  <a:ext cx="953818" cy="19240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4C456E0E-7B33-ED98-0C78-A0A6E18B13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3043" y="2901293"/>
                  <a:ext cx="1371265" cy="1886607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63B80360-C414-64AD-10A5-7C1D4AF2969E}"/>
                    </a:ext>
                  </a:extLst>
                </p:cNvPr>
                <p:cNvCxnSpPr>
                  <a:stCxn id="26" idx="2"/>
                </p:cNvCxnSpPr>
                <p:nvPr/>
              </p:nvCxnSpPr>
              <p:spPr>
                <a:xfrm flipH="1">
                  <a:off x="2373043" y="3206916"/>
                  <a:ext cx="276227" cy="1580984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42A41750-0F5A-D785-1B97-5EDF7E5A42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3043" y="2343150"/>
                  <a:ext cx="0" cy="24447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AF535E3A-F625-F0AB-90BD-BC7C88A0F3AB}"/>
                    </a:ext>
                  </a:extLst>
                </p:cNvPr>
                <p:cNvSpPr/>
                <p:nvPr/>
              </p:nvSpPr>
              <p:spPr>
                <a:xfrm>
                  <a:off x="1390391" y="1651592"/>
                  <a:ext cx="2397188" cy="1060211"/>
                </a:xfrm>
                <a:custGeom>
                  <a:avLst/>
                  <a:gdLst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330291"/>
                    <a:gd name="connsiteY0" fmla="*/ 1288023 h 1288023"/>
                    <a:gd name="connsiteX1" fmla="*/ 663269 w 2330291"/>
                    <a:gd name="connsiteY1" fmla="*/ 178837 h 1288023"/>
                    <a:gd name="connsiteX2" fmla="*/ 1598771 w 2330291"/>
                    <a:gd name="connsiteY2" fmla="*/ 73330 h 1288023"/>
                    <a:gd name="connsiteX3" fmla="*/ 2330291 w 2330291"/>
                    <a:gd name="connsiteY3" fmla="*/ 903323 h 1288023"/>
                    <a:gd name="connsiteX0" fmla="*/ 165 w 2330456"/>
                    <a:gd name="connsiteY0" fmla="*/ 1288023 h 1288023"/>
                    <a:gd name="connsiteX1" fmla="*/ 663434 w 2330456"/>
                    <a:gd name="connsiteY1" fmla="*/ 178837 h 1288023"/>
                    <a:gd name="connsiteX2" fmla="*/ 1598936 w 2330456"/>
                    <a:gd name="connsiteY2" fmla="*/ 73330 h 1288023"/>
                    <a:gd name="connsiteX3" fmla="*/ 2330456 w 2330456"/>
                    <a:gd name="connsiteY3" fmla="*/ 903323 h 1288023"/>
                    <a:gd name="connsiteX0" fmla="*/ 165 w 2330456"/>
                    <a:gd name="connsiteY0" fmla="*/ 1273056 h 1273056"/>
                    <a:gd name="connsiteX1" fmla="*/ 663434 w 2330456"/>
                    <a:gd name="connsiteY1" fmla="*/ 178158 h 1273056"/>
                    <a:gd name="connsiteX2" fmla="*/ 1598936 w 2330456"/>
                    <a:gd name="connsiteY2" fmla="*/ 72651 h 1273056"/>
                    <a:gd name="connsiteX3" fmla="*/ 2330456 w 2330456"/>
                    <a:gd name="connsiteY3" fmla="*/ 902644 h 1273056"/>
                    <a:gd name="connsiteX0" fmla="*/ 211 w 2330502"/>
                    <a:gd name="connsiteY0" fmla="*/ 1242225 h 1242225"/>
                    <a:gd name="connsiteX1" fmla="*/ 572992 w 2330502"/>
                    <a:gd name="connsiteY1" fmla="*/ 280677 h 1242225"/>
                    <a:gd name="connsiteX2" fmla="*/ 1598982 w 2330502"/>
                    <a:gd name="connsiteY2" fmla="*/ 41820 h 1242225"/>
                    <a:gd name="connsiteX3" fmla="*/ 2330502 w 2330502"/>
                    <a:gd name="connsiteY3" fmla="*/ 871813 h 1242225"/>
                    <a:gd name="connsiteX0" fmla="*/ 222 w 2330513"/>
                    <a:gd name="connsiteY0" fmla="*/ 1032955 h 1032955"/>
                    <a:gd name="connsiteX1" fmla="*/ 573003 w 2330513"/>
                    <a:gd name="connsiteY1" fmla="*/ 71407 h 1032955"/>
                    <a:gd name="connsiteX2" fmla="*/ 1689481 w 2330513"/>
                    <a:gd name="connsiteY2" fmla="*/ 151638 h 1032955"/>
                    <a:gd name="connsiteX3" fmla="*/ 2330513 w 2330513"/>
                    <a:gd name="connsiteY3" fmla="*/ 662543 h 1032955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7188" h="1060211">
                      <a:moveTo>
                        <a:pt x="222" y="1032955"/>
                      </a:moveTo>
                      <a:cubicBezTo>
                        <a:pt x="-9340" y="677636"/>
                        <a:pt x="291460" y="218293"/>
                        <a:pt x="573003" y="71407"/>
                      </a:cubicBezTo>
                      <a:cubicBezTo>
                        <a:pt x="854546" y="-75479"/>
                        <a:pt x="1411644" y="30890"/>
                        <a:pt x="1689481" y="151638"/>
                      </a:cubicBezTo>
                      <a:cubicBezTo>
                        <a:pt x="1967318" y="272386"/>
                        <a:pt x="2386234" y="705588"/>
                        <a:pt x="2397188" y="1060211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686A7D0A-B655-6427-303A-92884583E49A}"/>
                      </a:ext>
                    </a:extLst>
                  </p:cNvPr>
                  <p:cNvSpPr txBox="1"/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B0391BF-3476-6E3B-A0CF-608A5AD2E1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61DBFF32-B22A-6642-9EB9-E17A58356EE9}"/>
                      </a:ext>
                    </a:extLst>
                  </p:cNvPr>
                  <p:cNvSpPr txBox="1"/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BBE0C39-6964-2FB5-B58C-756FC20BAB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06FAADE-E0CE-AD72-4559-4925769D39DC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3EDCB5FF-86F5-47B6-087B-43F303F17A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106FAFB4-DAD4-F0BE-F4A1-647F989ADC76}"/>
                      </a:ext>
                    </a:extLst>
                  </p:cNvPr>
                  <p:cNvSpPr txBox="1"/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0A9F34DE-F059-6613-3433-B11AC5C310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12F97EC-C329-6C3C-CFE7-A833AFF1B0C8}"/>
                      </a:ext>
                    </a:extLst>
                  </p:cNvPr>
                  <p:cNvSpPr txBox="1"/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3D16A7C-F578-9E8E-71D9-A0956C67AD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3D54B1C9-FF40-6C7D-B76F-E95B845F0093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3D54B1C9-FF40-6C7D-B76F-E95B845F00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1AB3EA1-5D15-3AEB-6A5C-FE420E3D336C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008" y="3698504"/>
                    <a:ext cx="64767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91BEFF8-AD26-F8FB-3E9D-BCC6185EF2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008" y="3698504"/>
                    <a:ext cx="647678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C4D000F1-C53F-CAD5-B5EA-2B0212EFADCD}"/>
                </a:ext>
              </a:extLst>
            </p:cNvPr>
            <p:cNvSpPr/>
            <p:nvPr/>
          </p:nvSpPr>
          <p:spPr>
            <a:xfrm rot="4940850">
              <a:off x="10116513" y="2365006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EFA39460-D55B-419B-F7B1-95CB2B117D74}"/>
                </a:ext>
              </a:extLst>
            </p:cNvPr>
            <p:cNvSpPr/>
            <p:nvPr/>
          </p:nvSpPr>
          <p:spPr>
            <a:xfrm rot="17040372">
              <a:off x="8417053" y="2377577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3AF2FE7-A98E-1B15-F452-061E5E2FB10C}"/>
                </a:ext>
              </a:extLst>
            </p:cNvPr>
            <p:cNvSpPr/>
            <p:nvPr/>
          </p:nvSpPr>
          <p:spPr>
            <a:xfrm rot="684613">
              <a:off x="9157674" y="3274844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2AED51A6-501F-12B2-7027-18200B8D6CB6}"/>
                </a:ext>
              </a:extLst>
            </p:cNvPr>
            <p:cNvSpPr/>
            <p:nvPr/>
          </p:nvSpPr>
          <p:spPr>
            <a:xfrm rot="10800000">
              <a:off x="8911333" y="3234473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3120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3DD25-3F8C-654F-BB47-61E31F91F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7B919C2-4D48-A790-2331-935DAC83DA25}"/>
                  </a:ext>
                </a:extLst>
              </p:cNvPr>
              <p:cNvSpPr txBox="1"/>
              <p:nvPr/>
            </p:nvSpPr>
            <p:spPr>
              <a:xfrm>
                <a:off x="650829" y="544933"/>
                <a:ext cx="6942350" cy="717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7B919C2-4D48-A790-2331-935DAC83D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9" y="544933"/>
                <a:ext cx="6942350" cy="7176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C6D8886-DC73-2D93-4A4D-5E04B974029C}"/>
              </a:ext>
            </a:extLst>
          </p:cNvPr>
          <p:cNvSpPr txBox="1"/>
          <p:nvPr/>
        </p:nvSpPr>
        <p:spPr>
          <a:xfrm>
            <a:off x="536529" y="159151"/>
            <a:ext cx="86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FABB9-BBD3-63EB-5C55-27B84C934880}"/>
              </a:ext>
            </a:extLst>
          </p:cNvPr>
          <p:cNvSpPr txBox="1"/>
          <p:nvPr/>
        </p:nvSpPr>
        <p:spPr>
          <a:xfrm>
            <a:off x="536528" y="1370558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D79CE-3B8F-7D6D-AE4F-7E56742E40A5}"/>
              </a:ext>
            </a:extLst>
          </p:cNvPr>
          <p:cNvSpPr txBox="1"/>
          <p:nvPr/>
        </p:nvSpPr>
        <p:spPr>
          <a:xfrm>
            <a:off x="3823190" y="1215632"/>
            <a:ext cx="1463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Arbitrary part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2D2BFE-0CF7-A213-1E8E-9CC281ED4BC7}"/>
              </a:ext>
            </a:extLst>
          </p:cNvPr>
          <p:cNvGrpSpPr/>
          <p:nvPr/>
        </p:nvGrpSpPr>
        <p:grpSpPr>
          <a:xfrm>
            <a:off x="7492546" y="207002"/>
            <a:ext cx="4251226" cy="4401535"/>
            <a:chOff x="7492546" y="207002"/>
            <a:chExt cx="4251226" cy="440153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1B1D08A-8C58-9C98-123E-444F872B7777}"/>
                </a:ext>
              </a:extLst>
            </p:cNvPr>
            <p:cNvGrpSpPr/>
            <p:nvPr/>
          </p:nvGrpSpPr>
          <p:grpSpPr>
            <a:xfrm>
              <a:off x="7492546" y="207002"/>
              <a:ext cx="4251226" cy="4401535"/>
              <a:chOff x="1221579" y="1260711"/>
              <a:chExt cx="4251226" cy="440153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2531F5A-3B40-74AE-2286-0D3787C56D3C}"/>
                  </a:ext>
                </a:extLst>
              </p:cNvPr>
              <p:cNvGrpSpPr/>
              <p:nvPr/>
            </p:nvGrpSpPr>
            <p:grpSpPr>
              <a:xfrm>
                <a:off x="1221579" y="1447610"/>
                <a:ext cx="3673978" cy="4214636"/>
                <a:chOff x="1390391" y="1651592"/>
                <a:chExt cx="2399570" cy="3136308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09825786-6B13-74B1-834F-DA604F0C5312}"/>
                    </a:ext>
                  </a:extLst>
                </p:cNvPr>
                <p:cNvSpPr/>
                <p:nvPr/>
              </p:nvSpPr>
              <p:spPr>
                <a:xfrm>
                  <a:off x="1390724" y="2701572"/>
                  <a:ext cx="1260926" cy="506587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60926"/>
                    <a:gd name="connsiteY0" fmla="*/ 0 h 506437"/>
                    <a:gd name="connsiteX1" fmla="*/ 295421 w 1260926"/>
                    <a:gd name="connsiteY1" fmla="*/ 393896 h 506437"/>
                    <a:gd name="connsiteX2" fmla="*/ 1260926 w 1260926"/>
                    <a:gd name="connsiteY2" fmla="*/ 506437 h 506437"/>
                    <a:gd name="connsiteX0" fmla="*/ 0 w 1260926"/>
                    <a:gd name="connsiteY0" fmla="*/ 0 h 506587"/>
                    <a:gd name="connsiteX1" fmla="*/ 295421 w 1260926"/>
                    <a:gd name="connsiteY1" fmla="*/ 393896 h 506587"/>
                    <a:gd name="connsiteX2" fmla="*/ 1260926 w 1260926"/>
                    <a:gd name="connsiteY2" fmla="*/ 506437 h 506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0926" h="506587">
                      <a:moveTo>
                        <a:pt x="0" y="0"/>
                      </a:moveTo>
                      <a:cubicBezTo>
                        <a:pt x="365" y="178558"/>
                        <a:pt x="105507" y="309490"/>
                        <a:pt x="295421" y="393896"/>
                      </a:cubicBezTo>
                      <a:cubicBezTo>
                        <a:pt x="485335" y="478302"/>
                        <a:pt x="924327" y="509037"/>
                        <a:pt x="1260926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CF9F02C6-5313-CE1A-289E-2B9DBFE14C11}"/>
                    </a:ext>
                  </a:extLst>
                </p:cNvPr>
                <p:cNvSpPr/>
                <p:nvPr/>
              </p:nvSpPr>
              <p:spPr>
                <a:xfrm flipH="1">
                  <a:off x="2649270" y="2700479"/>
                  <a:ext cx="1139510" cy="507382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7382"/>
                    <a:gd name="connsiteX1" fmla="*/ 295421 w 1139483"/>
                    <a:gd name="connsiteY1" fmla="*/ 393896 h 507382"/>
                    <a:gd name="connsiteX2" fmla="*/ 1139483 w 1139483"/>
                    <a:gd name="connsiteY2" fmla="*/ 506437 h 507382"/>
                    <a:gd name="connsiteX0" fmla="*/ 27 w 1139510"/>
                    <a:gd name="connsiteY0" fmla="*/ 0 h 507382"/>
                    <a:gd name="connsiteX1" fmla="*/ 295448 w 1139510"/>
                    <a:gd name="connsiteY1" fmla="*/ 393896 h 507382"/>
                    <a:gd name="connsiteX2" fmla="*/ 1139510 w 1139510"/>
                    <a:gd name="connsiteY2" fmla="*/ 506437 h 507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39510" h="507382">
                      <a:moveTo>
                        <a:pt x="27" y="0"/>
                      </a:moveTo>
                      <a:cubicBezTo>
                        <a:pt x="-1989" y="195227"/>
                        <a:pt x="105534" y="309490"/>
                        <a:pt x="295448" y="393896"/>
                      </a:cubicBezTo>
                      <a:cubicBezTo>
                        <a:pt x="485362" y="478302"/>
                        <a:pt x="812436" y="513801"/>
                        <a:pt x="1139510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9AD45390-31AD-46EC-AD64-BFD1CC06C560}"/>
                    </a:ext>
                  </a:extLst>
                </p:cNvPr>
                <p:cNvSpPr/>
                <p:nvPr/>
              </p:nvSpPr>
              <p:spPr>
                <a:xfrm flipV="1">
                  <a:off x="1390723" y="2297475"/>
                  <a:ext cx="982320" cy="404098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994226"/>
                    <a:gd name="connsiteY0" fmla="*/ 0 h 465956"/>
                    <a:gd name="connsiteX1" fmla="*/ 295421 w 994226"/>
                    <a:gd name="connsiteY1" fmla="*/ 393896 h 465956"/>
                    <a:gd name="connsiteX2" fmla="*/ 994226 w 994226"/>
                    <a:gd name="connsiteY2" fmla="*/ 465956 h 465956"/>
                    <a:gd name="connsiteX0" fmla="*/ 0 w 994226"/>
                    <a:gd name="connsiteY0" fmla="*/ 0 h 465956"/>
                    <a:gd name="connsiteX1" fmla="*/ 321615 w 994226"/>
                    <a:gd name="connsiteY1" fmla="*/ 358178 h 465956"/>
                    <a:gd name="connsiteX2" fmla="*/ 994226 w 994226"/>
                    <a:gd name="connsiteY2" fmla="*/ 465956 h 465956"/>
                    <a:gd name="connsiteX0" fmla="*/ 0 w 982320"/>
                    <a:gd name="connsiteY0" fmla="*/ 0 h 396466"/>
                    <a:gd name="connsiteX1" fmla="*/ 321615 w 982320"/>
                    <a:gd name="connsiteY1" fmla="*/ 358178 h 396466"/>
                    <a:gd name="connsiteX2" fmla="*/ 982320 w 982320"/>
                    <a:gd name="connsiteY2" fmla="*/ 373087 h 396466"/>
                    <a:gd name="connsiteX0" fmla="*/ 0 w 982320"/>
                    <a:gd name="connsiteY0" fmla="*/ 0 h 404098"/>
                    <a:gd name="connsiteX1" fmla="*/ 321615 w 982320"/>
                    <a:gd name="connsiteY1" fmla="*/ 358178 h 404098"/>
                    <a:gd name="connsiteX2" fmla="*/ 982320 w 982320"/>
                    <a:gd name="connsiteY2" fmla="*/ 373087 h 404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82320" h="404098">
                      <a:moveTo>
                        <a:pt x="0" y="0"/>
                      </a:moveTo>
                      <a:cubicBezTo>
                        <a:pt x="2747" y="169032"/>
                        <a:pt x="131701" y="273772"/>
                        <a:pt x="321615" y="358178"/>
                      </a:cubicBezTo>
                      <a:cubicBezTo>
                        <a:pt x="511529" y="442584"/>
                        <a:pt x="648102" y="387594"/>
                        <a:pt x="982320" y="37308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8EF3195C-E5CF-8095-19E9-3A1DA6849EBC}"/>
                    </a:ext>
                  </a:extLst>
                </p:cNvPr>
                <p:cNvSpPr/>
                <p:nvPr/>
              </p:nvSpPr>
              <p:spPr>
                <a:xfrm flipH="1" flipV="1">
                  <a:off x="2464740" y="2297853"/>
                  <a:ext cx="1325221" cy="410203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3087"/>
                    <a:gd name="connsiteX1" fmla="*/ 366859 w 1210921"/>
                    <a:gd name="connsiteY1" fmla="*/ 260546 h 373087"/>
                    <a:gd name="connsiteX2" fmla="*/ 1210921 w 1210921"/>
                    <a:gd name="connsiteY2" fmla="*/ 373087 h 373087"/>
                    <a:gd name="connsiteX0" fmla="*/ 0 w 1087096"/>
                    <a:gd name="connsiteY0" fmla="*/ 0 h 365944"/>
                    <a:gd name="connsiteX1" fmla="*/ 243034 w 1087096"/>
                    <a:gd name="connsiteY1" fmla="*/ 253403 h 365944"/>
                    <a:gd name="connsiteX2" fmla="*/ 1087096 w 1087096"/>
                    <a:gd name="connsiteY2" fmla="*/ 365944 h 365944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10921"/>
                    <a:gd name="connsiteY0" fmla="*/ 0 h 368325"/>
                    <a:gd name="connsiteX1" fmla="*/ 366859 w 1210921"/>
                    <a:gd name="connsiteY1" fmla="*/ 255784 h 368325"/>
                    <a:gd name="connsiteX2" fmla="*/ 1210921 w 1210921"/>
                    <a:gd name="connsiteY2" fmla="*/ 368325 h 368325"/>
                    <a:gd name="connsiteX0" fmla="*/ 0 w 1208540"/>
                    <a:gd name="connsiteY0" fmla="*/ 0 h 373087"/>
                    <a:gd name="connsiteX1" fmla="*/ 364478 w 1208540"/>
                    <a:gd name="connsiteY1" fmla="*/ 260546 h 373087"/>
                    <a:gd name="connsiteX2" fmla="*/ 1208540 w 1208540"/>
                    <a:gd name="connsiteY2" fmla="*/ 373087 h 373087"/>
                    <a:gd name="connsiteX0" fmla="*/ 0 w 1363321"/>
                    <a:gd name="connsiteY0" fmla="*/ 0 h 380231"/>
                    <a:gd name="connsiteX1" fmla="*/ 364478 w 1363321"/>
                    <a:gd name="connsiteY1" fmla="*/ 260546 h 380231"/>
                    <a:gd name="connsiteX2" fmla="*/ 1363321 w 1363321"/>
                    <a:gd name="connsiteY2" fmla="*/ 380231 h 380231"/>
                    <a:gd name="connsiteX0" fmla="*/ 0 w 1325221"/>
                    <a:gd name="connsiteY0" fmla="*/ 0 h 377850"/>
                    <a:gd name="connsiteX1" fmla="*/ 364478 w 1325221"/>
                    <a:gd name="connsiteY1" fmla="*/ 260546 h 377850"/>
                    <a:gd name="connsiteX2" fmla="*/ 1325221 w 1325221"/>
                    <a:gd name="connsiteY2" fmla="*/ 377850 h 377850"/>
                    <a:gd name="connsiteX0" fmla="*/ 0 w 1325221"/>
                    <a:gd name="connsiteY0" fmla="*/ 0 h 377982"/>
                    <a:gd name="connsiteX1" fmla="*/ 364478 w 1325221"/>
                    <a:gd name="connsiteY1" fmla="*/ 260546 h 377982"/>
                    <a:gd name="connsiteX2" fmla="*/ 1325221 w 1325221"/>
                    <a:gd name="connsiteY2" fmla="*/ 377850 h 377982"/>
                    <a:gd name="connsiteX0" fmla="*/ 0 w 1325221"/>
                    <a:gd name="connsiteY0" fmla="*/ 0 h 378132"/>
                    <a:gd name="connsiteX1" fmla="*/ 219222 w 1325221"/>
                    <a:gd name="connsiteY1" fmla="*/ 281977 h 378132"/>
                    <a:gd name="connsiteX2" fmla="*/ 1325221 w 1325221"/>
                    <a:gd name="connsiteY2" fmla="*/ 377850 h 37813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407062"/>
                    <a:gd name="connsiteX1" fmla="*/ 433534 w 1325221"/>
                    <a:gd name="connsiteY1" fmla="*/ 365320 h 407062"/>
                    <a:gd name="connsiteX2" fmla="*/ 1325221 w 1325221"/>
                    <a:gd name="connsiteY2" fmla="*/ 377850 h 407062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5221" h="410203">
                      <a:moveTo>
                        <a:pt x="0" y="0"/>
                      </a:moveTo>
                      <a:cubicBezTo>
                        <a:pt x="7510" y="116645"/>
                        <a:pt x="243620" y="273770"/>
                        <a:pt x="433534" y="365320"/>
                      </a:cubicBezTo>
                      <a:cubicBezTo>
                        <a:pt x="623448" y="456870"/>
                        <a:pt x="1000529" y="380450"/>
                        <a:pt x="1325221" y="377850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5CC1E99C-5773-3F2C-EA9D-F8775C5257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9225" y="2863850"/>
                  <a:ext cx="953818" cy="19240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2507EB5-78EB-CA5A-03FC-22EA2CAA48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3043" y="2901293"/>
                  <a:ext cx="1371265" cy="1886607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C1BAA39C-C7AF-5C1D-B203-098A9DE6D183}"/>
                    </a:ext>
                  </a:extLst>
                </p:cNvPr>
                <p:cNvCxnSpPr>
                  <a:stCxn id="38" idx="2"/>
                </p:cNvCxnSpPr>
                <p:nvPr/>
              </p:nvCxnSpPr>
              <p:spPr>
                <a:xfrm flipH="1">
                  <a:off x="2373043" y="3206916"/>
                  <a:ext cx="276227" cy="1580984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8A775843-12B2-7340-CEF9-F00A18DBA0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3043" y="2343150"/>
                  <a:ext cx="0" cy="24447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81D9C65-AE3E-F35C-5A22-3F974D667364}"/>
                    </a:ext>
                  </a:extLst>
                </p:cNvPr>
                <p:cNvSpPr/>
                <p:nvPr/>
              </p:nvSpPr>
              <p:spPr>
                <a:xfrm>
                  <a:off x="1390391" y="1651592"/>
                  <a:ext cx="2397188" cy="1060211"/>
                </a:xfrm>
                <a:custGeom>
                  <a:avLst/>
                  <a:gdLst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330291"/>
                    <a:gd name="connsiteY0" fmla="*/ 1288023 h 1288023"/>
                    <a:gd name="connsiteX1" fmla="*/ 663269 w 2330291"/>
                    <a:gd name="connsiteY1" fmla="*/ 178837 h 1288023"/>
                    <a:gd name="connsiteX2" fmla="*/ 1598771 w 2330291"/>
                    <a:gd name="connsiteY2" fmla="*/ 73330 h 1288023"/>
                    <a:gd name="connsiteX3" fmla="*/ 2330291 w 2330291"/>
                    <a:gd name="connsiteY3" fmla="*/ 903323 h 1288023"/>
                    <a:gd name="connsiteX0" fmla="*/ 165 w 2330456"/>
                    <a:gd name="connsiteY0" fmla="*/ 1288023 h 1288023"/>
                    <a:gd name="connsiteX1" fmla="*/ 663434 w 2330456"/>
                    <a:gd name="connsiteY1" fmla="*/ 178837 h 1288023"/>
                    <a:gd name="connsiteX2" fmla="*/ 1598936 w 2330456"/>
                    <a:gd name="connsiteY2" fmla="*/ 73330 h 1288023"/>
                    <a:gd name="connsiteX3" fmla="*/ 2330456 w 2330456"/>
                    <a:gd name="connsiteY3" fmla="*/ 903323 h 1288023"/>
                    <a:gd name="connsiteX0" fmla="*/ 165 w 2330456"/>
                    <a:gd name="connsiteY0" fmla="*/ 1273056 h 1273056"/>
                    <a:gd name="connsiteX1" fmla="*/ 663434 w 2330456"/>
                    <a:gd name="connsiteY1" fmla="*/ 178158 h 1273056"/>
                    <a:gd name="connsiteX2" fmla="*/ 1598936 w 2330456"/>
                    <a:gd name="connsiteY2" fmla="*/ 72651 h 1273056"/>
                    <a:gd name="connsiteX3" fmla="*/ 2330456 w 2330456"/>
                    <a:gd name="connsiteY3" fmla="*/ 902644 h 1273056"/>
                    <a:gd name="connsiteX0" fmla="*/ 211 w 2330502"/>
                    <a:gd name="connsiteY0" fmla="*/ 1242225 h 1242225"/>
                    <a:gd name="connsiteX1" fmla="*/ 572992 w 2330502"/>
                    <a:gd name="connsiteY1" fmla="*/ 280677 h 1242225"/>
                    <a:gd name="connsiteX2" fmla="*/ 1598982 w 2330502"/>
                    <a:gd name="connsiteY2" fmla="*/ 41820 h 1242225"/>
                    <a:gd name="connsiteX3" fmla="*/ 2330502 w 2330502"/>
                    <a:gd name="connsiteY3" fmla="*/ 871813 h 1242225"/>
                    <a:gd name="connsiteX0" fmla="*/ 222 w 2330513"/>
                    <a:gd name="connsiteY0" fmla="*/ 1032955 h 1032955"/>
                    <a:gd name="connsiteX1" fmla="*/ 573003 w 2330513"/>
                    <a:gd name="connsiteY1" fmla="*/ 71407 h 1032955"/>
                    <a:gd name="connsiteX2" fmla="*/ 1689481 w 2330513"/>
                    <a:gd name="connsiteY2" fmla="*/ 151638 h 1032955"/>
                    <a:gd name="connsiteX3" fmla="*/ 2330513 w 2330513"/>
                    <a:gd name="connsiteY3" fmla="*/ 662543 h 1032955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7188" h="1060211">
                      <a:moveTo>
                        <a:pt x="222" y="1032955"/>
                      </a:moveTo>
                      <a:cubicBezTo>
                        <a:pt x="-9340" y="677636"/>
                        <a:pt x="291460" y="218293"/>
                        <a:pt x="573003" y="71407"/>
                      </a:cubicBezTo>
                      <a:cubicBezTo>
                        <a:pt x="854546" y="-75479"/>
                        <a:pt x="1411644" y="30890"/>
                        <a:pt x="1689481" y="151638"/>
                      </a:cubicBezTo>
                      <a:cubicBezTo>
                        <a:pt x="1967318" y="272386"/>
                        <a:pt x="2386234" y="705588"/>
                        <a:pt x="2397188" y="1060211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2527D39-3437-A413-1D45-6981DF61018F}"/>
                      </a:ext>
                    </a:extLst>
                  </p:cNvPr>
                  <p:cNvSpPr txBox="1"/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B0391BF-3476-6E3B-A0CF-608A5AD2E1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51917191-DA90-27EA-6E41-8F6BAB51D8B6}"/>
                      </a:ext>
                    </a:extLst>
                  </p:cNvPr>
                  <p:cNvSpPr txBox="1"/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BBE0C39-6964-2FB5-B58C-756FC20BAB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E3BCB46-46FB-518F-A999-6CB374FD7238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3EDCB5FF-86F5-47B6-087B-43F303F17A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D22675D7-5558-9D1F-C3C9-F6814AB0A63C}"/>
                      </a:ext>
                    </a:extLst>
                  </p:cNvPr>
                  <p:cNvSpPr txBox="1"/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0A9F34DE-F059-6613-3433-B11AC5C310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E38EA9EA-D14D-2377-FE6A-95A7FF68BD5D}"/>
                      </a:ext>
                    </a:extLst>
                  </p:cNvPr>
                  <p:cNvSpPr txBox="1"/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3D16A7C-F578-9E8E-71D9-A0956C67AD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DC9AB4DC-54F1-F251-0A60-56FF550DDA7B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DC9AB4DC-54F1-F251-0A60-56FF550DDA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94583EA4-A01A-CF66-4892-61CF431B126A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008" y="3698504"/>
                    <a:ext cx="64767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91BEFF8-AD26-F8FB-3E9D-BCC6185EF2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008" y="3698504"/>
                    <a:ext cx="647678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3B62882-056D-E177-1018-5F54C3C1D5D0}"/>
                </a:ext>
              </a:extLst>
            </p:cNvPr>
            <p:cNvSpPr/>
            <p:nvPr/>
          </p:nvSpPr>
          <p:spPr>
            <a:xfrm rot="4940850">
              <a:off x="10116513" y="2365006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67CFB13-647E-3843-3B20-31BD8C44E906}"/>
                </a:ext>
              </a:extLst>
            </p:cNvPr>
            <p:cNvSpPr/>
            <p:nvPr/>
          </p:nvSpPr>
          <p:spPr>
            <a:xfrm rot="17040372">
              <a:off x="8417053" y="2377577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64F89200-ADC0-800B-1BD0-B953288C7909}"/>
                </a:ext>
              </a:extLst>
            </p:cNvPr>
            <p:cNvSpPr/>
            <p:nvPr/>
          </p:nvSpPr>
          <p:spPr>
            <a:xfrm rot="684613">
              <a:off x="9157674" y="3274844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7F86A7DB-498E-247C-748E-7DD4D9FF28D4}"/>
                </a:ext>
              </a:extLst>
            </p:cNvPr>
            <p:cNvSpPr/>
            <p:nvPr/>
          </p:nvSpPr>
          <p:spPr>
            <a:xfrm rot="10800000">
              <a:off x="8911333" y="3234473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1C0772-92E4-EB95-8673-CAF7A58EF7B8}"/>
                  </a:ext>
                </a:extLst>
              </p:cNvPr>
              <p:cNvSpPr txBox="1"/>
              <p:nvPr/>
            </p:nvSpPr>
            <p:spPr>
              <a:xfrm>
                <a:off x="4084705" y="267050"/>
                <a:ext cx="940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1C0772-92E4-EB95-8673-CAF7A58EF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705" y="267050"/>
                <a:ext cx="940449" cy="369332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C196B5-9867-BEB8-5D21-99EF5484C7A3}"/>
                  </a:ext>
                </a:extLst>
              </p:cNvPr>
              <p:cNvSpPr txBox="1"/>
              <p:nvPr/>
            </p:nvSpPr>
            <p:spPr>
              <a:xfrm>
                <a:off x="530852" y="1970307"/>
                <a:ext cx="6152133" cy="856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4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4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C196B5-9867-BEB8-5D21-99EF5484C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52" y="1970307"/>
                <a:ext cx="6152133" cy="8565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CD870E-3599-AA75-8BAE-AA4D959D725E}"/>
                  </a:ext>
                </a:extLst>
              </p:cNvPr>
              <p:cNvSpPr txBox="1"/>
              <p:nvPr/>
            </p:nvSpPr>
            <p:spPr>
              <a:xfrm>
                <a:off x="1397048" y="3379622"/>
                <a:ext cx="4824334" cy="13430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3600" i="1" dirty="0">
                  <a:latin typeface="Cambria Math" panose="02040503050406030204" pitchFamily="18" charset="0"/>
                </a:endParaRPr>
              </a:p>
              <a:p>
                <a:r>
                  <a:rPr lang="en-US" sz="3600" b="0" dirty="0"/>
                  <a:t>   </a:t>
                </a:r>
                <a14:m>
                  <m:oMath xmlns:m="http://schemas.openxmlformats.org/officeDocument/2006/math">
                    <m:r>
                      <a:rPr lang="en-US" sz="36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r>
                      <a:rPr lang="en-US" sz="3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36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𝐴𝑂</m:t>
                            </m:r>
                          </m:sub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d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CD870E-3599-AA75-8BAE-AA4D959D7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48" y="3379622"/>
                <a:ext cx="4824334" cy="134306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BA68AD-92F0-7696-336C-51FE56F8F770}"/>
                  </a:ext>
                </a:extLst>
              </p:cNvPr>
              <p:cNvSpPr txBox="1"/>
              <p:nvPr/>
            </p:nvSpPr>
            <p:spPr>
              <a:xfrm>
                <a:off x="1530613" y="4574994"/>
                <a:ext cx="4164730" cy="717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BA68AD-92F0-7696-336C-51FE56F8F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613" y="4574994"/>
                <a:ext cx="4164730" cy="71769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E74316-AD96-579A-5CAB-B27813127088}"/>
                  </a:ext>
                </a:extLst>
              </p:cNvPr>
              <p:cNvSpPr txBox="1"/>
              <p:nvPr/>
            </p:nvSpPr>
            <p:spPr>
              <a:xfrm>
                <a:off x="1499439" y="5285235"/>
                <a:ext cx="2576218" cy="856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4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E74316-AD96-579A-5CAB-B27813127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439" y="5285235"/>
                <a:ext cx="2576218" cy="85658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F18661-E62E-EC7F-839A-C42EDD6AFD08}"/>
                  </a:ext>
                </a:extLst>
              </p:cNvPr>
              <p:cNvSpPr txBox="1"/>
              <p:nvPr/>
            </p:nvSpPr>
            <p:spPr>
              <a:xfrm>
                <a:off x="1506473" y="2738248"/>
                <a:ext cx="5834098" cy="735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F18661-E62E-EC7F-839A-C42EDD6AF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473" y="2738248"/>
                <a:ext cx="5834098" cy="7353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373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01D5-5B27-8121-D615-87238E977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B2F8D7-9C20-879B-4EAC-88FBAE2139D2}"/>
                  </a:ext>
                </a:extLst>
              </p:cNvPr>
              <p:cNvSpPr txBox="1"/>
              <p:nvPr/>
            </p:nvSpPr>
            <p:spPr>
              <a:xfrm>
                <a:off x="506010" y="624615"/>
                <a:ext cx="6942350" cy="717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B2F8D7-9C20-879B-4EAC-88FBAE213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10" y="624615"/>
                <a:ext cx="6942350" cy="7176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E90D191-D1A3-78F2-84DB-23DB06A1BCB1}"/>
              </a:ext>
            </a:extLst>
          </p:cNvPr>
          <p:cNvSpPr txBox="1"/>
          <p:nvPr/>
        </p:nvSpPr>
        <p:spPr>
          <a:xfrm>
            <a:off x="3847313" y="174408"/>
            <a:ext cx="983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Gauge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40317A-07B3-B1FA-23D0-44DB6E8FD17A}"/>
              </a:ext>
            </a:extLst>
          </p:cNvPr>
          <p:cNvSpPr txBox="1"/>
          <p:nvPr/>
        </p:nvSpPr>
        <p:spPr>
          <a:xfrm>
            <a:off x="5344718" y="1357480"/>
            <a:ext cx="1494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Functional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D2BD6B-6B00-CF1A-50EC-98187F453256}"/>
              </a:ext>
            </a:extLst>
          </p:cNvPr>
          <p:cNvSpPr txBox="1"/>
          <p:nvPr/>
        </p:nvSpPr>
        <p:spPr>
          <a:xfrm>
            <a:off x="1013181" y="1338902"/>
            <a:ext cx="130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Potential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8A3A72-B501-FEAC-8A2B-A6D217DDC30A}"/>
                  </a:ext>
                </a:extLst>
              </p:cNvPr>
              <p:cNvSpPr txBox="1"/>
              <p:nvPr/>
            </p:nvSpPr>
            <p:spPr>
              <a:xfrm>
                <a:off x="565670" y="3391535"/>
                <a:ext cx="4796891" cy="770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Sup>
                          <m:sSub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sub>
                      <m:sup/>
                      <m:e>
                        <m:sSubSup>
                          <m:sSub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</m:sSub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8A3A72-B501-FEAC-8A2B-A6D217DDC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70" y="3391535"/>
                <a:ext cx="4796891" cy="7709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188CD204-9C57-F128-6296-A8F5A621C7E8}"/>
              </a:ext>
            </a:extLst>
          </p:cNvPr>
          <p:cNvSpPr txBox="1"/>
          <p:nvPr/>
        </p:nvSpPr>
        <p:spPr>
          <a:xfrm>
            <a:off x="3330129" y="2880240"/>
            <a:ext cx="1372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 smooth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9999FB-080D-946C-191B-3906B35FD249}"/>
                  </a:ext>
                </a:extLst>
              </p:cNvPr>
              <p:cNvSpPr txBox="1"/>
              <p:nvPr/>
            </p:nvSpPr>
            <p:spPr>
              <a:xfrm>
                <a:off x="1472836" y="1960229"/>
                <a:ext cx="5285037" cy="856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4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440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9999FB-080D-946C-191B-3906B35FD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836" y="1960229"/>
                <a:ext cx="5285037" cy="8565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78FA8B-7E19-A895-9493-4A42B922A0D6}"/>
                  </a:ext>
                </a:extLst>
              </p:cNvPr>
              <p:cNvSpPr txBox="1"/>
              <p:nvPr/>
            </p:nvSpPr>
            <p:spPr>
              <a:xfrm>
                <a:off x="2252948" y="5677235"/>
                <a:ext cx="4909742" cy="891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∧</m:t>
                      </m:r>
                      <m:sSubSup>
                        <m:sSubSup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</m:sSub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𝐹</m:t>
                          </m:r>
                        </m:sup>
                      </m:sSubSup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78FA8B-7E19-A895-9493-4A42B922A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948" y="5677235"/>
                <a:ext cx="4909742" cy="891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12B89BD-A3FC-980C-9732-9686E24D74BA}"/>
              </a:ext>
            </a:extLst>
          </p:cNvPr>
          <p:cNvGrpSpPr/>
          <p:nvPr/>
        </p:nvGrpSpPr>
        <p:grpSpPr>
          <a:xfrm>
            <a:off x="7492546" y="207002"/>
            <a:ext cx="4251226" cy="4401535"/>
            <a:chOff x="7492546" y="207002"/>
            <a:chExt cx="4251226" cy="440153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5D71FD7-5078-6187-F719-E59D8D23182D}"/>
                </a:ext>
              </a:extLst>
            </p:cNvPr>
            <p:cNvGrpSpPr/>
            <p:nvPr/>
          </p:nvGrpSpPr>
          <p:grpSpPr>
            <a:xfrm>
              <a:off x="7492546" y="207002"/>
              <a:ext cx="4251226" cy="4401535"/>
              <a:chOff x="1221579" y="1260711"/>
              <a:chExt cx="4251226" cy="440153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A94C67E-AF8D-E89E-362F-4345921966BE}"/>
                  </a:ext>
                </a:extLst>
              </p:cNvPr>
              <p:cNvGrpSpPr/>
              <p:nvPr/>
            </p:nvGrpSpPr>
            <p:grpSpPr>
              <a:xfrm>
                <a:off x="1221579" y="1447610"/>
                <a:ext cx="3673978" cy="4214636"/>
                <a:chOff x="1390391" y="1651592"/>
                <a:chExt cx="2399570" cy="3136308"/>
              </a:xfrm>
            </p:grpSpPr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409FDEEE-DF65-0AE2-F304-4F13C4CC000C}"/>
                    </a:ext>
                  </a:extLst>
                </p:cNvPr>
                <p:cNvSpPr/>
                <p:nvPr/>
              </p:nvSpPr>
              <p:spPr>
                <a:xfrm>
                  <a:off x="1390724" y="2701572"/>
                  <a:ext cx="1260926" cy="506587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60926"/>
                    <a:gd name="connsiteY0" fmla="*/ 0 h 506437"/>
                    <a:gd name="connsiteX1" fmla="*/ 295421 w 1260926"/>
                    <a:gd name="connsiteY1" fmla="*/ 393896 h 506437"/>
                    <a:gd name="connsiteX2" fmla="*/ 1260926 w 1260926"/>
                    <a:gd name="connsiteY2" fmla="*/ 506437 h 506437"/>
                    <a:gd name="connsiteX0" fmla="*/ 0 w 1260926"/>
                    <a:gd name="connsiteY0" fmla="*/ 0 h 506587"/>
                    <a:gd name="connsiteX1" fmla="*/ 295421 w 1260926"/>
                    <a:gd name="connsiteY1" fmla="*/ 393896 h 506587"/>
                    <a:gd name="connsiteX2" fmla="*/ 1260926 w 1260926"/>
                    <a:gd name="connsiteY2" fmla="*/ 506437 h 506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0926" h="506587">
                      <a:moveTo>
                        <a:pt x="0" y="0"/>
                      </a:moveTo>
                      <a:cubicBezTo>
                        <a:pt x="365" y="178558"/>
                        <a:pt x="105507" y="309490"/>
                        <a:pt x="295421" y="393896"/>
                      </a:cubicBezTo>
                      <a:cubicBezTo>
                        <a:pt x="485335" y="478302"/>
                        <a:pt x="924327" y="509037"/>
                        <a:pt x="1260926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66A98B5F-628D-CBCB-2B76-E9752D079CBE}"/>
                    </a:ext>
                  </a:extLst>
                </p:cNvPr>
                <p:cNvSpPr/>
                <p:nvPr/>
              </p:nvSpPr>
              <p:spPr>
                <a:xfrm flipH="1">
                  <a:off x="2649270" y="2700479"/>
                  <a:ext cx="1139510" cy="507382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7382"/>
                    <a:gd name="connsiteX1" fmla="*/ 295421 w 1139483"/>
                    <a:gd name="connsiteY1" fmla="*/ 393896 h 507382"/>
                    <a:gd name="connsiteX2" fmla="*/ 1139483 w 1139483"/>
                    <a:gd name="connsiteY2" fmla="*/ 506437 h 507382"/>
                    <a:gd name="connsiteX0" fmla="*/ 27 w 1139510"/>
                    <a:gd name="connsiteY0" fmla="*/ 0 h 507382"/>
                    <a:gd name="connsiteX1" fmla="*/ 295448 w 1139510"/>
                    <a:gd name="connsiteY1" fmla="*/ 393896 h 507382"/>
                    <a:gd name="connsiteX2" fmla="*/ 1139510 w 1139510"/>
                    <a:gd name="connsiteY2" fmla="*/ 506437 h 507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39510" h="507382">
                      <a:moveTo>
                        <a:pt x="27" y="0"/>
                      </a:moveTo>
                      <a:cubicBezTo>
                        <a:pt x="-1989" y="195227"/>
                        <a:pt x="105534" y="309490"/>
                        <a:pt x="295448" y="393896"/>
                      </a:cubicBezTo>
                      <a:cubicBezTo>
                        <a:pt x="485362" y="478302"/>
                        <a:pt x="812436" y="513801"/>
                        <a:pt x="1139510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2034DD4F-00B7-0F9E-3ADD-28216C5A0CC9}"/>
                    </a:ext>
                  </a:extLst>
                </p:cNvPr>
                <p:cNvSpPr/>
                <p:nvPr/>
              </p:nvSpPr>
              <p:spPr>
                <a:xfrm flipV="1">
                  <a:off x="1390723" y="2297475"/>
                  <a:ext cx="982320" cy="404098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994226"/>
                    <a:gd name="connsiteY0" fmla="*/ 0 h 465956"/>
                    <a:gd name="connsiteX1" fmla="*/ 295421 w 994226"/>
                    <a:gd name="connsiteY1" fmla="*/ 393896 h 465956"/>
                    <a:gd name="connsiteX2" fmla="*/ 994226 w 994226"/>
                    <a:gd name="connsiteY2" fmla="*/ 465956 h 465956"/>
                    <a:gd name="connsiteX0" fmla="*/ 0 w 994226"/>
                    <a:gd name="connsiteY0" fmla="*/ 0 h 465956"/>
                    <a:gd name="connsiteX1" fmla="*/ 321615 w 994226"/>
                    <a:gd name="connsiteY1" fmla="*/ 358178 h 465956"/>
                    <a:gd name="connsiteX2" fmla="*/ 994226 w 994226"/>
                    <a:gd name="connsiteY2" fmla="*/ 465956 h 465956"/>
                    <a:gd name="connsiteX0" fmla="*/ 0 w 982320"/>
                    <a:gd name="connsiteY0" fmla="*/ 0 h 396466"/>
                    <a:gd name="connsiteX1" fmla="*/ 321615 w 982320"/>
                    <a:gd name="connsiteY1" fmla="*/ 358178 h 396466"/>
                    <a:gd name="connsiteX2" fmla="*/ 982320 w 982320"/>
                    <a:gd name="connsiteY2" fmla="*/ 373087 h 396466"/>
                    <a:gd name="connsiteX0" fmla="*/ 0 w 982320"/>
                    <a:gd name="connsiteY0" fmla="*/ 0 h 404098"/>
                    <a:gd name="connsiteX1" fmla="*/ 321615 w 982320"/>
                    <a:gd name="connsiteY1" fmla="*/ 358178 h 404098"/>
                    <a:gd name="connsiteX2" fmla="*/ 982320 w 982320"/>
                    <a:gd name="connsiteY2" fmla="*/ 373087 h 404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82320" h="404098">
                      <a:moveTo>
                        <a:pt x="0" y="0"/>
                      </a:moveTo>
                      <a:cubicBezTo>
                        <a:pt x="2747" y="169032"/>
                        <a:pt x="131701" y="273772"/>
                        <a:pt x="321615" y="358178"/>
                      </a:cubicBezTo>
                      <a:cubicBezTo>
                        <a:pt x="511529" y="442584"/>
                        <a:pt x="648102" y="387594"/>
                        <a:pt x="982320" y="37308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18D2FBD0-C2E1-8CD5-4143-C82285414629}"/>
                    </a:ext>
                  </a:extLst>
                </p:cNvPr>
                <p:cNvSpPr/>
                <p:nvPr/>
              </p:nvSpPr>
              <p:spPr>
                <a:xfrm flipH="1" flipV="1">
                  <a:off x="2464740" y="2297853"/>
                  <a:ext cx="1325221" cy="410203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3087"/>
                    <a:gd name="connsiteX1" fmla="*/ 366859 w 1210921"/>
                    <a:gd name="connsiteY1" fmla="*/ 260546 h 373087"/>
                    <a:gd name="connsiteX2" fmla="*/ 1210921 w 1210921"/>
                    <a:gd name="connsiteY2" fmla="*/ 373087 h 373087"/>
                    <a:gd name="connsiteX0" fmla="*/ 0 w 1087096"/>
                    <a:gd name="connsiteY0" fmla="*/ 0 h 365944"/>
                    <a:gd name="connsiteX1" fmla="*/ 243034 w 1087096"/>
                    <a:gd name="connsiteY1" fmla="*/ 253403 h 365944"/>
                    <a:gd name="connsiteX2" fmla="*/ 1087096 w 1087096"/>
                    <a:gd name="connsiteY2" fmla="*/ 365944 h 365944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10921"/>
                    <a:gd name="connsiteY0" fmla="*/ 0 h 368325"/>
                    <a:gd name="connsiteX1" fmla="*/ 366859 w 1210921"/>
                    <a:gd name="connsiteY1" fmla="*/ 255784 h 368325"/>
                    <a:gd name="connsiteX2" fmla="*/ 1210921 w 1210921"/>
                    <a:gd name="connsiteY2" fmla="*/ 368325 h 368325"/>
                    <a:gd name="connsiteX0" fmla="*/ 0 w 1208540"/>
                    <a:gd name="connsiteY0" fmla="*/ 0 h 373087"/>
                    <a:gd name="connsiteX1" fmla="*/ 364478 w 1208540"/>
                    <a:gd name="connsiteY1" fmla="*/ 260546 h 373087"/>
                    <a:gd name="connsiteX2" fmla="*/ 1208540 w 1208540"/>
                    <a:gd name="connsiteY2" fmla="*/ 373087 h 373087"/>
                    <a:gd name="connsiteX0" fmla="*/ 0 w 1363321"/>
                    <a:gd name="connsiteY0" fmla="*/ 0 h 380231"/>
                    <a:gd name="connsiteX1" fmla="*/ 364478 w 1363321"/>
                    <a:gd name="connsiteY1" fmla="*/ 260546 h 380231"/>
                    <a:gd name="connsiteX2" fmla="*/ 1363321 w 1363321"/>
                    <a:gd name="connsiteY2" fmla="*/ 380231 h 380231"/>
                    <a:gd name="connsiteX0" fmla="*/ 0 w 1325221"/>
                    <a:gd name="connsiteY0" fmla="*/ 0 h 377850"/>
                    <a:gd name="connsiteX1" fmla="*/ 364478 w 1325221"/>
                    <a:gd name="connsiteY1" fmla="*/ 260546 h 377850"/>
                    <a:gd name="connsiteX2" fmla="*/ 1325221 w 1325221"/>
                    <a:gd name="connsiteY2" fmla="*/ 377850 h 377850"/>
                    <a:gd name="connsiteX0" fmla="*/ 0 w 1325221"/>
                    <a:gd name="connsiteY0" fmla="*/ 0 h 377982"/>
                    <a:gd name="connsiteX1" fmla="*/ 364478 w 1325221"/>
                    <a:gd name="connsiteY1" fmla="*/ 260546 h 377982"/>
                    <a:gd name="connsiteX2" fmla="*/ 1325221 w 1325221"/>
                    <a:gd name="connsiteY2" fmla="*/ 377850 h 377982"/>
                    <a:gd name="connsiteX0" fmla="*/ 0 w 1325221"/>
                    <a:gd name="connsiteY0" fmla="*/ 0 h 378132"/>
                    <a:gd name="connsiteX1" fmla="*/ 219222 w 1325221"/>
                    <a:gd name="connsiteY1" fmla="*/ 281977 h 378132"/>
                    <a:gd name="connsiteX2" fmla="*/ 1325221 w 1325221"/>
                    <a:gd name="connsiteY2" fmla="*/ 377850 h 37813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407062"/>
                    <a:gd name="connsiteX1" fmla="*/ 433534 w 1325221"/>
                    <a:gd name="connsiteY1" fmla="*/ 365320 h 407062"/>
                    <a:gd name="connsiteX2" fmla="*/ 1325221 w 1325221"/>
                    <a:gd name="connsiteY2" fmla="*/ 377850 h 407062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5221" h="410203">
                      <a:moveTo>
                        <a:pt x="0" y="0"/>
                      </a:moveTo>
                      <a:cubicBezTo>
                        <a:pt x="7510" y="116645"/>
                        <a:pt x="243620" y="273770"/>
                        <a:pt x="433534" y="365320"/>
                      </a:cubicBezTo>
                      <a:cubicBezTo>
                        <a:pt x="623448" y="456870"/>
                        <a:pt x="1000529" y="380450"/>
                        <a:pt x="1325221" y="377850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715706C7-2B95-6326-5790-A1B23304C7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9225" y="2863850"/>
                  <a:ext cx="953818" cy="19240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C33DB240-2752-7294-F2B4-14A7EEE48A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3043" y="2901293"/>
                  <a:ext cx="1371265" cy="1886607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602EEBCE-CE92-D9AC-B7D0-1141037D6924}"/>
                    </a:ext>
                  </a:extLst>
                </p:cNvPr>
                <p:cNvCxnSpPr>
                  <a:stCxn id="48" idx="2"/>
                </p:cNvCxnSpPr>
                <p:nvPr/>
              </p:nvCxnSpPr>
              <p:spPr>
                <a:xfrm flipH="1">
                  <a:off x="2373043" y="3206916"/>
                  <a:ext cx="276227" cy="1580984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4C230D84-759A-7489-B26B-4AE99AA852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3043" y="2343150"/>
                  <a:ext cx="0" cy="24447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335908CD-9FE9-4989-878D-65062482A917}"/>
                    </a:ext>
                  </a:extLst>
                </p:cNvPr>
                <p:cNvSpPr/>
                <p:nvPr/>
              </p:nvSpPr>
              <p:spPr>
                <a:xfrm>
                  <a:off x="1390391" y="1651592"/>
                  <a:ext cx="2397188" cy="1060211"/>
                </a:xfrm>
                <a:custGeom>
                  <a:avLst/>
                  <a:gdLst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330291"/>
                    <a:gd name="connsiteY0" fmla="*/ 1288023 h 1288023"/>
                    <a:gd name="connsiteX1" fmla="*/ 663269 w 2330291"/>
                    <a:gd name="connsiteY1" fmla="*/ 178837 h 1288023"/>
                    <a:gd name="connsiteX2" fmla="*/ 1598771 w 2330291"/>
                    <a:gd name="connsiteY2" fmla="*/ 73330 h 1288023"/>
                    <a:gd name="connsiteX3" fmla="*/ 2330291 w 2330291"/>
                    <a:gd name="connsiteY3" fmla="*/ 903323 h 1288023"/>
                    <a:gd name="connsiteX0" fmla="*/ 165 w 2330456"/>
                    <a:gd name="connsiteY0" fmla="*/ 1288023 h 1288023"/>
                    <a:gd name="connsiteX1" fmla="*/ 663434 w 2330456"/>
                    <a:gd name="connsiteY1" fmla="*/ 178837 h 1288023"/>
                    <a:gd name="connsiteX2" fmla="*/ 1598936 w 2330456"/>
                    <a:gd name="connsiteY2" fmla="*/ 73330 h 1288023"/>
                    <a:gd name="connsiteX3" fmla="*/ 2330456 w 2330456"/>
                    <a:gd name="connsiteY3" fmla="*/ 903323 h 1288023"/>
                    <a:gd name="connsiteX0" fmla="*/ 165 w 2330456"/>
                    <a:gd name="connsiteY0" fmla="*/ 1273056 h 1273056"/>
                    <a:gd name="connsiteX1" fmla="*/ 663434 w 2330456"/>
                    <a:gd name="connsiteY1" fmla="*/ 178158 h 1273056"/>
                    <a:gd name="connsiteX2" fmla="*/ 1598936 w 2330456"/>
                    <a:gd name="connsiteY2" fmla="*/ 72651 h 1273056"/>
                    <a:gd name="connsiteX3" fmla="*/ 2330456 w 2330456"/>
                    <a:gd name="connsiteY3" fmla="*/ 902644 h 1273056"/>
                    <a:gd name="connsiteX0" fmla="*/ 211 w 2330502"/>
                    <a:gd name="connsiteY0" fmla="*/ 1242225 h 1242225"/>
                    <a:gd name="connsiteX1" fmla="*/ 572992 w 2330502"/>
                    <a:gd name="connsiteY1" fmla="*/ 280677 h 1242225"/>
                    <a:gd name="connsiteX2" fmla="*/ 1598982 w 2330502"/>
                    <a:gd name="connsiteY2" fmla="*/ 41820 h 1242225"/>
                    <a:gd name="connsiteX3" fmla="*/ 2330502 w 2330502"/>
                    <a:gd name="connsiteY3" fmla="*/ 871813 h 1242225"/>
                    <a:gd name="connsiteX0" fmla="*/ 222 w 2330513"/>
                    <a:gd name="connsiteY0" fmla="*/ 1032955 h 1032955"/>
                    <a:gd name="connsiteX1" fmla="*/ 573003 w 2330513"/>
                    <a:gd name="connsiteY1" fmla="*/ 71407 h 1032955"/>
                    <a:gd name="connsiteX2" fmla="*/ 1689481 w 2330513"/>
                    <a:gd name="connsiteY2" fmla="*/ 151638 h 1032955"/>
                    <a:gd name="connsiteX3" fmla="*/ 2330513 w 2330513"/>
                    <a:gd name="connsiteY3" fmla="*/ 662543 h 1032955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7188" h="1060211">
                      <a:moveTo>
                        <a:pt x="222" y="1032955"/>
                      </a:moveTo>
                      <a:cubicBezTo>
                        <a:pt x="-9340" y="677636"/>
                        <a:pt x="291460" y="218293"/>
                        <a:pt x="573003" y="71407"/>
                      </a:cubicBezTo>
                      <a:cubicBezTo>
                        <a:pt x="854546" y="-75479"/>
                        <a:pt x="1411644" y="30890"/>
                        <a:pt x="1689481" y="151638"/>
                      </a:cubicBezTo>
                      <a:cubicBezTo>
                        <a:pt x="1967318" y="272386"/>
                        <a:pt x="2386234" y="705588"/>
                        <a:pt x="2397188" y="1060211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665C121D-B54A-D2CD-E616-4EF21B956A2B}"/>
                      </a:ext>
                    </a:extLst>
                  </p:cNvPr>
                  <p:cNvSpPr txBox="1"/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B0391BF-3476-6E3B-A0CF-608A5AD2E1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6E63DA1E-EFD7-1E0B-D629-0B9277BC00A4}"/>
                      </a:ext>
                    </a:extLst>
                  </p:cNvPr>
                  <p:cNvSpPr txBox="1"/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BBE0C39-6964-2FB5-B58C-756FC20BAB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7A18FB5B-742E-E63C-5DA7-811088D1F76E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3EDCB5FF-86F5-47B6-087B-43F303F17A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52E0735-CFB4-1A18-FD77-347871685E78}"/>
                      </a:ext>
                    </a:extLst>
                  </p:cNvPr>
                  <p:cNvSpPr txBox="1"/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0A9F34DE-F059-6613-3433-B11AC5C310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20AF2C85-980B-8666-9C1E-2D44EA3D2FFB}"/>
                      </a:ext>
                    </a:extLst>
                  </p:cNvPr>
                  <p:cNvSpPr txBox="1"/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A3D16A7C-F578-9E8E-71D9-A0956C67AD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162F6CA7-B062-169D-4EE8-A12EAD6E6325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162F6CA7-B062-169D-4EE8-A12EAD6E63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055" y="4184791"/>
                    <a:ext cx="822854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C666B7B7-17DA-9114-9BCE-C6CB7E382C51}"/>
                      </a:ext>
                    </a:extLst>
                  </p:cNvPr>
                  <p:cNvSpPr txBox="1"/>
                  <p:nvPr/>
                </p:nvSpPr>
                <p:spPr>
                  <a:xfrm>
                    <a:off x="2172008" y="3698504"/>
                    <a:ext cx="64767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91BEFF8-AD26-F8FB-3E9D-BCC6185EF2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72008" y="3698504"/>
                    <a:ext cx="647678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6ACD9179-651C-88AB-6CF4-9318C361A80E}"/>
                </a:ext>
              </a:extLst>
            </p:cNvPr>
            <p:cNvSpPr/>
            <p:nvPr/>
          </p:nvSpPr>
          <p:spPr>
            <a:xfrm rot="4940850">
              <a:off x="10116513" y="2365006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C40CE2C9-720C-8134-20FC-A1B853F0A98F}"/>
                </a:ext>
              </a:extLst>
            </p:cNvPr>
            <p:cNvSpPr/>
            <p:nvPr/>
          </p:nvSpPr>
          <p:spPr>
            <a:xfrm rot="17040372">
              <a:off x="8417053" y="2377577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6AE9D299-942F-6551-7C2D-B6CB2B653A48}"/>
                </a:ext>
              </a:extLst>
            </p:cNvPr>
            <p:cNvSpPr/>
            <p:nvPr/>
          </p:nvSpPr>
          <p:spPr>
            <a:xfrm rot="684613">
              <a:off x="9157674" y="3274844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C758BAAB-ED0B-F173-4381-30257B02070D}"/>
                </a:ext>
              </a:extLst>
            </p:cNvPr>
            <p:cNvSpPr/>
            <p:nvPr/>
          </p:nvSpPr>
          <p:spPr>
            <a:xfrm rot="10800000">
              <a:off x="8911333" y="3234473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659624F-F664-0657-1B49-6AFF956D9690}"/>
                  </a:ext>
                </a:extLst>
              </p:cNvPr>
              <p:cNvSpPr txBox="1"/>
              <p:nvPr/>
            </p:nvSpPr>
            <p:spPr>
              <a:xfrm>
                <a:off x="2148981" y="4093266"/>
                <a:ext cx="6135847" cy="7746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Sup>
                          <m:sSub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sub>
                      <m:sup/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Sup>
                          <m:sSub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p>
                        </m:sSub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659624F-F664-0657-1B49-6AFF956D9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981" y="4093266"/>
                <a:ext cx="6135847" cy="77463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F9821D2-96A3-A0DB-9EC0-4B81490978B1}"/>
                  </a:ext>
                </a:extLst>
              </p:cNvPr>
              <p:cNvSpPr txBox="1"/>
              <p:nvPr/>
            </p:nvSpPr>
            <p:spPr>
              <a:xfrm>
                <a:off x="3977185" y="4747878"/>
                <a:ext cx="4395627" cy="774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supHide m:val="on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Sup>
                          <m:sSub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32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𝐴𝑂</m:t>
                            </m:r>
                          </m:sub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sub>
                      <m:sup/>
                      <m:e>
                        <m:sSubSup>
                          <m:sSub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p>
                        </m:sSub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F9821D2-96A3-A0DB-9EC0-4B8149097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185" y="4747878"/>
                <a:ext cx="4395627" cy="7741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955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49078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B4E6-75A2-6F0E-D627-D5282BDD9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A20570-9313-3A99-0123-0596B26286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From differential to integral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𝑑𝑊</m:t>
                    </m:r>
                  </m:oMath>
                </a14:m>
                <a:r>
                  <a:rPr lang="en-US" dirty="0"/>
                  <a:t>  becomes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𝑑𝑊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/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infinitesimal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integral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infinitesimal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/>
                  <a:t> integral</a:t>
                </a:r>
              </a:p>
              <a:p>
                <a:r>
                  <a:rPr lang="en-US" dirty="0"/>
                  <a:t>Boundary operators</a:t>
                </a:r>
              </a:p>
              <a:p>
                <a:pPr lvl="1"/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dirty="0"/>
                  <a:t> , we can define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gradient is the infinitesimal version</a:t>
                </a:r>
              </a:p>
              <a:p>
                <a:pPr lvl="1"/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we can define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𝒜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curl is the infinitesimal version</a:t>
                </a:r>
              </a:p>
              <a:p>
                <a:pPr lvl="1"/>
                <a:r>
                  <a:rPr lang="en-US" dirty="0"/>
                  <a:t>Note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𝜕𝜕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𝜕𝜕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curl of the gradient is zero</a:t>
                </a:r>
              </a:p>
              <a:p>
                <a:r>
                  <a:rPr lang="en-US" dirty="0"/>
                  <a:t>Conservative field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on every curve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𝜕𝛾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Gauge is the value of the potential at the origin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exact and gradient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on every contractible curve (irrotational field)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closed</a:t>
                </a:r>
              </a:p>
              <a:p>
                <a:pPr lvl="1"/>
                <a:r>
                  <a:rPr lang="en-US" dirty="0"/>
                  <a:t>Also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Potential exists on an open region, but not on the whole space</a:t>
                </a:r>
              </a:p>
              <a:p>
                <a:r>
                  <a:rPr lang="en-US" dirty="0"/>
                  <a:t>Irrotational field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on every curve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A20570-9313-3A99-0123-0596B26286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58" t="-5436" b="-1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34922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F4682-BB56-BF39-27F0-BD6F152B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279A4C-5CDA-FFA0-05C8-DA8F0B02CB19}"/>
                  </a:ext>
                </a:extLst>
              </p:cNvPr>
              <p:cNvSpPr txBox="1"/>
              <p:nvPr/>
            </p:nvSpPr>
            <p:spPr>
              <a:xfrm>
                <a:off x="838710" y="1756365"/>
                <a:ext cx="635533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4400" b="0" i="0" smtClean="0">
                          <a:latin typeface="Cambria Math" panose="02040503050406030204" pitchFamily="18" charset="0"/>
                        </a:rPr>
                        <m:t>W</m:t>
                      </m:r>
                      <m:d>
                        <m:d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44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279A4C-5CDA-FFA0-05C8-DA8F0B02C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10" y="1756365"/>
                <a:ext cx="6355330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724396A-8171-8CC0-BC9A-A98F90CCAB02}"/>
              </a:ext>
            </a:extLst>
          </p:cNvPr>
          <p:cNvSpPr txBox="1"/>
          <p:nvPr/>
        </p:nvSpPr>
        <p:spPr>
          <a:xfrm>
            <a:off x="3417545" y="1342734"/>
            <a:ext cx="983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Gauge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ED9B3-565B-D4B5-60E9-523C60BCF866}"/>
              </a:ext>
            </a:extLst>
          </p:cNvPr>
          <p:cNvSpPr txBox="1"/>
          <p:nvPr/>
        </p:nvSpPr>
        <p:spPr>
          <a:xfrm>
            <a:off x="5590904" y="2525806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Field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51A649-26D6-AB5F-E55B-7848500CFC83}"/>
              </a:ext>
            </a:extLst>
          </p:cNvPr>
          <p:cNvSpPr txBox="1"/>
          <p:nvPr/>
        </p:nvSpPr>
        <p:spPr>
          <a:xfrm>
            <a:off x="1013181" y="2507228"/>
            <a:ext cx="130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Potential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546547-3EC3-A2F3-59FD-A0138F12A5C9}"/>
                  </a:ext>
                </a:extLst>
              </p:cNvPr>
              <p:cNvSpPr txBox="1"/>
              <p:nvPr/>
            </p:nvSpPr>
            <p:spPr>
              <a:xfrm>
                <a:off x="705573" y="3912936"/>
                <a:ext cx="7068345" cy="820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</m:sSub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∬"/>
                        <m:supHide m:val="on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546547-3EC3-A2F3-59FD-A0138F12A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73" y="3912936"/>
                <a:ext cx="7068345" cy="8206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F19F315-75CD-9F36-3CE5-FB3906F3271E}"/>
              </a:ext>
            </a:extLst>
          </p:cNvPr>
          <p:cNvSpPr txBox="1"/>
          <p:nvPr/>
        </p:nvSpPr>
        <p:spPr>
          <a:xfrm>
            <a:off x="3330129" y="3282576"/>
            <a:ext cx="1372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 smooth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621D34-3ABD-5977-FFDC-A173BCA99F13}"/>
              </a:ext>
            </a:extLst>
          </p:cNvPr>
          <p:cNvGrpSpPr/>
          <p:nvPr/>
        </p:nvGrpSpPr>
        <p:grpSpPr>
          <a:xfrm>
            <a:off x="7492546" y="207002"/>
            <a:ext cx="4251226" cy="4401535"/>
            <a:chOff x="7492546" y="207002"/>
            <a:chExt cx="4251226" cy="44015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3183E1B-3C6C-E247-1458-6EFF98024BA6}"/>
                </a:ext>
              </a:extLst>
            </p:cNvPr>
            <p:cNvGrpSpPr/>
            <p:nvPr/>
          </p:nvGrpSpPr>
          <p:grpSpPr>
            <a:xfrm>
              <a:off x="7492546" y="207002"/>
              <a:ext cx="4251226" cy="4401535"/>
              <a:chOff x="1221579" y="1260711"/>
              <a:chExt cx="4251226" cy="440153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C90DFFD-E862-C84D-CAC5-801876770318}"/>
                  </a:ext>
                </a:extLst>
              </p:cNvPr>
              <p:cNvGrpSpPr/>
              <p:nvPr/>
            </p:nvGrpSpPr>
            <p:grpSpPr>
              <a:xfrm>
                <a:off x="1221579" y="1447610"/>
                <a:ext cx="3673978" cy="4214636"/>
                <a:chOff x="1390391" y="1651592"/>
                <a:chExt cx="2399570" cy="3136308"/>
              </a:xfrm>
            </p:grpSpPr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5249C65A-9B27-E64D-52D9-F23F6C9773E8}"/>
                    </a:ext>
                  </a:extLst>
                </p:cNvPr>
                <p:cNvSpPr/>
                <p:nvPr/>
              </p:nvSpPr>
              <p:spPr>
                <a:xfrm>
                  <a:off x="1390724" y="2701572"/>
                  <a:ext cx="1260926" cy="506587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60926"/>
                    <a:gd name="connsiteY0" fmla="*/ 0 h 506437"/>
                    <a:gd name="connsiteX1" fmla="*/ 295421 w 1260926"/>
                    <a:gd name="connsiteY1" fmla="*/ 393896 h 506437"/>
                    <a:gd name="connsiteX2" fmla="*/ 1260926 w 1260926"/>
                    <a:gd name="connsiteY2" fmla="*/ 506437 h 506437"/>
                    <a:gd name="connsiteX0" fmla="*/ 0 w 1260926"/>
                    <a:gd name="connsiteY0" fmla="*/ 0 h 506587"/>
                    <a:gd name="connsiteX1" fmla="*/ 295421 w 1260926"/>
                    <a:gd name="connsiteY1" fmla="*/ 393896 h 506587"/>
                    <a:gd name="connsiteX2" fmla="*/ 1260926 w 1260926"/>
                    <a:gd name="connsiteY2" fmla="*/ 506437 h 506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0926" h="506587">
                      <a:moveTo>
                        <a:pt x="0" y="0"/>
                      </a:moveTo>
                      <a:cubicBezTo>
                        <a:pt x="365" y="178558"/>
                        <a:pt x="105507" y="309490"/>
                        <a:pt x="295421" y="393896"/>
                      </a:cubicBezTo>
                      <a:cubicBezTo>
                        <a:pt x="485335" y="478302"/>
                        <a:pt x="924327" y="509037"/>
                        <a:pt x="1260926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3AB89AF9-37A9-D1DB-F42D-E9D158107BE6}"/>
                    </a:ext>
                  </a:extLst>
                </p:cNvPr>
                <p:cNvSpPr/>
                <p:nvPr/>
              </p:nvSpPr>
              <p:spPr>
                <a:xfrm flipH="1">
                  <a:off x="2649270" y="2700479"/>
                  <a:ext cx="1139510" cy="507382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7382"/>
                    <a:gd name="connsiteX1" fmla="*/ 295421 w 1139483"/>
                    <a:gd name="connsiteY1" fmla="*/ 393896 h 507382"/>
                    <a:gd name="connsiteX2" fmla="*/ 1139483 w 1139483"/>
                    <a:gd name="connsiteY2" fmla="*/ 506437 h 507382"/>
                    <a:gd name="connsiteX0" fmla="*/ 27 w 1139510"/>
                    <a:gd name="connsiteY0" fmla="*/ 0 h 507382"/>
                    <a:gd name="connsiteX1" fmla="*/ 295448 w 1139510"/>
                    <a:gd name="connsiteY1" fmla="*/ 393896 h 507382"/>
                    <a:gd name="connsiteX2" fmla="*/ 1139510 w 1139510"/>
                    <a:gd name="connsiteY2" fmla="*/ 506437 h 507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39510" h="507382">
                      <a:moveTo>
                        <a:pt x="27" y="0"/>
                      </a:moveTo>
                      <a:cubicBezTo>
                        <a:pt x="-1989" y="195227"/>
                        <a:pt x="105534" y="309490"/>
                        <a:pt x="295448" y="393896"/>
                      </a:cubicBezTo>
                      <a:cubicBezTo>
                        <a:pt x="485362" y="478302"/>
                        <a:pt x="812436" y="513801"/>
                        <a:pt x="1139510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B474C8C2-70A7-7CE3-C4B8-28743C1C2412}"/>
                    </a:ext>
                  </a:extLst>
                </p:cNvPr>
                <p:cNvSpPr/>
                <p:nvPr/>
              </p:nvSpPr>
              <p:spPr>
                <a:xfrm flipV="1">
                  <a:off x="1390723" y="2297475"/>
                  <a:ext cx="982320" cy="404098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994226"/>
                    <a:gd name="connsiteY0" fmla="*/ 0 h 465956"/>
                    <a:gd name="connsiteX1" fmla="*/ 295421 w 994226"/>
                    <a:gd name="connsiteY1" fmla="*/ 393896 h 465956"/>
                    <a:gd name="connsiteX2" fmla="*/ 994226 w 994226"/>
                    <a:gd name="connsiteY2" fmla="*/ 465956 h 465956"/>
                    <a:gd name="connsiteX0" fmla="*/ 0 w 994226"/>
                    <a:gd name="connsiteY0" fmla="*/ 0 h 465956"/>
                    <a:gd name="connsiteX1" fmla="*/ 321615 w 994226"/>
                    <a:gd name="connsiteY1" fmla="*/ 358178 h 465956"/>
                    <a:gd name="connsiteX2" fmla="*/ 994226 w 994226"/>
                    <a:gd name="connsiteY2" fmla="*/ 465956 h 465956"/>
                    <a:gd name="connsiteX0" fmla="*/ 0 w 982320"/>
                    <a:gd name="connsiteY0" fmla="*/ 0 h 396466"/>
                    <a:gd name="connsiteX1" fmla="*/ 321615 w 982320"/>
                    <a:gd name="connsiteY1" fmla="*/ 358178 h 396466"/>
                    <a:gd name="connsiteX2" fmla="*/ 982320 w 982320"/>
                    <a:gd name="connsiteY2" fmla="*/ 373087 h 396466"/>
                    <a:gd name="connsiteX0" fmla="*/ 0 w 982320"/>
                    <a:gd name="connsiteY0" fmla="*/ 0 h 404098"/>
                    <a:gd name="connsiteX1" fmla="*/ 321615 w 982320"/>
                    <a:gd name="connsiteY1" fmla="*/ 358178 h 404098"/>
                    <a:gd name="connsiteX2" fmla="*/ 982320 w 982320"/>
                    <a:gd name="connsiteY2" fmla="*/ 373087 h 404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82320" h="404098">
                      <a:moveTo>
                        <a:pt x="0" y="0"/>
                      </a:moveTo>
                      <a:cubicBezTo>
                        <a:pt x="2747" y="169032"/>
                        <a:pt x="131701" y="273772"/>
                        <a:pt x="321615" y="358178"/>
                      </a:cubicBezTo>
                      <a:cubicBezTo>
                        <a:pt x="511529" y="442584"/>
                        <a:pt x="648102" y="387594"/>
                        <a:pt x="982320" y="37308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3E7E10B0-E853-FD31-F3B8-52E32424B86D}"/>
                    </a:ext>
                  </a:extLst>
                </p:cNvPr>
                <p:cNvSpPr/>
                <p:nvPr/>
              </p:nvSpPr>
              <p:spPr>
                <a:xfrm flipH="1" flipV="1">
                  <a:off x="2464740" y="2297853"/>
                  <a:ext cx="1325221" cy="410203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3087"/>
                    <a:gd name="connsiteX1" fmla="*/ 366859 w 1210921"/>
                    <a:gd name="connsiteY1" fmla="*/ 260546 h 373087"/>
                    <a:gd name="connsiteX2" fmla="*/ 1210921 w 1210921"/>
                    <a:gd name="connsiteY2" fmla="*/ 373087 h 373087"/>
                    <a:gd name="connsiteX0" fmla="*/ 0 w 1087096"/>
                    <a:gd name="connsiteY0" fmla="*/ 0 h 365944"/>
                    <a:gd name="connsiteX1" fmla="*/ 243034 w 1087096"/>
                    <a:gd name="connsiteY1" fmla="*/ 253403 h 365944"/>
                    <a:gd name="connsiteX2" fmla="*/ 1087096 w 1087096"/>
                    <a:gd name="connsiteY2" fmla="*/ 365944 h 365944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10921"/>
                    <a:gd name="connsiteY0" fmla="*/ 0 h 368325"/>
                    <a:gd name="connsiteX1" fmla="*/ 366859 w 1210921"/>
                    <a:gd name="connsiteY1" fmla="*/ 255784 h 368325"/>
                    <a:gd name="connsiteX2" fmla="*/ 1210921 w 1210921"/>
                    <a:gd name="connsiteY2" fmla="*/ 368325 h 368325"/>
                    <a:gd name="connsiteX0" fmla="*/ 0 w 1208540"/>
                    <a:gd name="connsiteY0" fmla="*/ 0 h 373087"/>
                    <a:gd name="connsiteX1" fmla="*/ 364478 w 1208540"/>
                    <a:gd name="connsiteY1" fmla="*/ 260546 h 373087"/>
                    <a:gd name="connsiteX2" fmla="*/ 1208540 w 1208540"/>
                    <a:gd name="connsiteY2" fmla="*/ 373087 h 373087"/>
                    <a:gd name="connsiteX0" fmla="*/ 0 w 1363321"/>
                    <a:gd name="connsiteY0" fmla="*/ 0 h 380231"/>
                    <a:gd name="connsiteX1" fmla="*/ 364478 w 1363321"/>
                    <a:gd name="connsiteY1" fmla="*/ 260546 h 380231"/>
                    <a:gd name="connsiteX2" fmla="*/ 1363321 w 1363321"/>
                    <a:gd name="connsiteY2" fmla="*/ 380231 h 380231"/>
                    <a:gd name="connsiteX0" fmla="*/ 0 w 1325221"/>
                    <a:gd name="connsiteY0" fmla="*/ 0 h 377850"/>
                    <a:gd name="connsiteX1" fmla="*/ 364478 w 1325221"/>
                    <a:gd name="connsiteY1" fmla="*/ 260546 h 377850"/>
                    <a:gd name="connsiteX2" fmla="*/ 1325221 w 1325221"/>
                    <a:gd name="connsiteY2" fmla="*/ 377850 h 377850"/>
                    <a:gd name="connsiteX0" fmla="*/ 0 w 1325221"/>
                    <a:gd name="connsiteY0" fmla="*/ 0 h 377982"/>
                    <a:gd name="connsiteX1" fmla="*/ 364478 w 1325221"/>
                    <a:gd name="connsiteY1" fmla="*/ 260546 h 377982"/>
                    <a:gd name="connsiteX2" fmla="*/ 1325221 w 1325221"/>
                    <a:gd name="connsiteY2" fmla="*/ 377850 h 377982"/>
                    <a:gd name="connsiteX0" fmla="*/ 0 w 1325221"/>
                    <a:gd name="connsiteY0" fmla="*/ 0 h 378132"/>
                    <a:gd name="connsiteX1" fmla="*/ 219222 w 1325221"/>
                    <a:gd name="connsiteY1" fmla="*/ 281977 h 378132"/>
                    <a:gd name="connsiteX2" fmla="*/ 1325221 w 1325221"/>
                    <a:gd name="connsiteY2" fmla="*/ 377850 h 37813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407062"/>
                    <a:gd name="connsiteX1" fmla="*/ 433534 w 1325221"/>
                    <a:gd name="connsiteY1" fmla="*/ 365320 h 407062"/>
                    <a:gd name="connsiteX2" fmla="*/ 1325221 w 1325221"/>
                    <a:gd name="connsiteY2" fmla="*/ 377850 h 407062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5221" h="410203">
                      <a:moveTo>
                        <a:pt x="0" y="0"/>
                      </a:moveTo>
                      <a:cubicBezTo>
                        <a:pt x="7510" y="116645"/>
                        <a:pt x="243620" y="273770"/>
                        <a:pt x="433534" y="365320"/>
                      </a:cubicBezTo>
                      <a:cubicBezTo>
                        <a:pt x="623448" y="456870"/>
                        <a:pt x="1000529" y="380450"/>
                        <a:pt x="1325221" y="377850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0D1A2B83-FC0C-3846-1A10-6B58664B8B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9225" y="2863850"/>
                  <a:ext cx="953818" cy="19240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AF06418-83FA-45FC-D67B-BC11CCED01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3043" y="2901293"/>
                  <a:ext cx="1371265" cy="1886607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19A1F5BD-5F42-D5F2-19C5-2F10FC021057}"/>
                    </a:ext>
                  </a:extLst>
                </p:cNvPr>
                <p:cNvCxnSpPr>
                  <a:stCxn id="37" idx="2"/>
                </p:cNvCxnSpPr>
                <p:nvPr/>
              </p:nvCxnSpPr>
              <p:spPr>
                <a:xfrm flipH="1">
                  <a:off x="2373043" y="3206916"/>
                  <a:ext cx="276227" cy="1580984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9C03D9F6-7107-A980-2ADA-99FF7E19BA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3043" y="2343150"/>
                  <a:ext cx="0" cy="24447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79843ED2-7759-1B3C-6AD2-E1CE68BD18E6}"/>
                    </a:ext>
                  </a:extLst>
                </p:cNvPr>
                <p:cNvSpPr/>
                <p:nvPr/>
              </p:nvSpPr>
              <p:spPr>
                <a:xfrm>
                  <a:off x="1390391" y="1651592"/>
                  <a:ext cx="2397188" cy="1060211"/>
                </a:xfrm>
                <a:custGeom>
                  <a:avLst/>
                  <a:gdLst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330291"/>
                    <a:gd name="connsiteY0" fmla="*/ 1288023 h 1288023"/>
                    <a:gd name="connsiteX1" fmla="*/ 663269 w 2330291"/>
                    <a:gd name="connsiteY1" fmla="*/ 178837 h 1288023"/>
                    <a:gd name="connsiteX2" fmla="*/ 1598771 w 2330291"/>
                    <a:gd name="connsiteY2" fmla="*/ 73330 h 1288023"/>
                    <a:gd name="connsiteX3" fmla="*/ 2330291 w 2330291"/>
                    <a:gd name="connsiteY3" fmla="*/ 903323 h 1288023"/>
                    <a:gd name="connsiteX0" fmla="*/ 165 w 2330456"/>
                    <a:gd name="connsiteY0" fmla="*/ 1288023 h 1288023"/>
                    <a:gd name="connsiteX1" fmla="*/ 663434 w 2330456"/>
                    <a:gd name="connsiteY1" fmla="*/ 178837 h 1288023"/>
                    <a:gd name="connsiteX2" fmla="*/ 1598936 w 2330456"/>
                    <a:gd name="connsiteY2" fmla="*/ 73330 h 1288023"/>
                    <a:gd name="connsiteX3" fmla="*/ 2330456 w 2330456"/>
                    <a:gd name="connsiteY3" fmla="*/ 903323 h 1288023"/>
                    <a:gd name="connsiteX0" fmla="*/ 165 w 2330456"/>
                    <a:gd name="connsiteY0" fmla="*/ 1273056 h 1273056"/>
                    <a:gd name="connsiteX1" fmla="*/ 663434 w 2330456"/>
                    <a:gd name="connsiteY1" fmla="*/ 178158 h 1273056"/>
                    <a:gd name="connsiteX2" fmla="*/ 1598936 w 2330456"/>
                    <a:gd name="connsiteY2" fmla="*/ 72651 h 1273056"/>
                    <a:gd name="connsiteX3" fmla="*/ 2330456 w 2330456"/>
                    <a:gd name="connsiteY3" fmla="*/ 902644 h 1273056"/>
                    <a:gd name="connsiteX0" fmla="*/ 211 w 2330502"/>
                    <a:gd name="connsiteY0" fmla="*/ 1242225 h 1242225"/>
                    <a:gd name="connsiteX1" fmla="*/ 572992 w 2330502"/>
                    <a:gd name="connsiteY1" fmla="*/ 280677 h 1242225"/>
                    <a:gd name="connsiteX2" fmla="*/ 1598982 w 2330502"/>
                    <a:gd name="connsiteY2" fmla="*/ 41820 h 1242225"/>
                    <a:gd name="connsiteX3" fmla="*/ 2330502 w 2330502"/>
                    <a:gd name="connsiteY3" fmla="*/ 871813 h 1242225"/>
                    <a:gd name="connsiteX0" fmla="*/ 222 w 2330513"/>
                    <a:gd name="connsiteY0" fmla="*/ 1032955 h 1032955"/>
                    <a:gd name="connsiteX1" fmla="*/ 573003 w 2330513"/>
                    <a:gd name="connsiteY1" fmla="*/ 71407 h 1032955"/>
                    <a:gd name="connsiteX2" fmla="*/ 1689481 w 2330513"/>
                    <a:gd name="connsiteY2" fmla="*/ 151638 h 1032955"/>
                    <a:gd name="connsiteX3" fmla="*/ 2330513 w 2330513"/>
                    <a:gd name="connsiteY3" fmla="*/ 662543 h 1032955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7188" h="1060211">
                      <a:moveTo>
                        <a:pt x="222" y="1032955"/>
                      </a:moveTo>
                      <a:cubicBezTo>
                        <a:pt x="-9340" y="677636"/>
                        <a:pt x="291460" y="218293"/>
                        <a:pt x="573003" y="71407"/>
                      </a:cubicBezTo>
                      <a:cubicBezTo>
                        <a:pt x="854546" y="-75479"/>
                        <a:pt x="1411644" y="30890"/>
                        <a:pt x="1689481" y="151638"/>
                      </a:cubicBezTo>
                      <a:cubicBezTo>
                        <a:pt x="1967318" y="272386"/>
                        <a:pt x="2386234" y="705588"/>
                        <a:pt x="2397188" y="1060211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D3A091-9670-D3F5-628B-4B0A29A122D0}"/>
                      </a:ext>
                    </a:extLst>
                  </p:cNvPr>
                  <p:cNvSpPr txBox="1"/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D3A091-9670-D3F5-628B-4B0A29A122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53052D09-EE9A-FD70-616F-4D67D24B6171}"/>
                      </a:ext>
                    </a:extLst>
                  </p:cNvPr>
                  <p:cNvSpPr txBox="1"/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53052D09-EE9A-FD70-616F-4D67D24B61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13F0F168-0215-0EA2-5C68-4BFBFF176B1B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13F0F168-0215-0EA2-5C68-4BFBFF176B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D34D37A-319C-463D-6AFA-206C77ADBDD8}"/>
                      </a:ext>
                    </a:extLst>
                  </p:cNvPr>
                  <p:cNvSpPr txBox="1"/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D34D37A-319C-463D-6AFA-206C77ADBD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D57E9EF2-DFCB-B998-8A1E-9DA570EA21C3}"/>
                      </a:ext>
                    </a:extLst>
                  </p:cNvPr>
                  <p:cNvSpPr txBox="1"/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D57E9EF2-DFCB-B998-8A1E-9DA570EA21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55074CB0-9F9C-A20E-F18E-73DF965D784A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055" y="4184791"/>
                    <a:ext cx="836896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𝑂𝐴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55074CB0-9F9C-A20E-F18E-73DF965D78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055" y="4184791"/>
                    <a:ext cx="836896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C6A58A28-747E-B92A-6CC2-9F184E68D494}"/>
                      </a:ext>
                    </a:extLst>
                  </p:cNvPr>
                  <p:cNvSpPr txBox="1"/>
                  <p:nvPr/>
                </p:nvSpPr>
                <p:spPr>
                  <a:xfrm>
                    <a:off x="2960952" y="3956973"/>
                    <a:ext cx="78874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C6A58A28-747E-B92A-6CC2-9F184E68D4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0952" y="3956973"/>
                    <a:ext cx="788742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BB1EBCA8-79F3-56F6-B302-6964168DC54C}"/>
                      </a:ext>
                    </a:extLst>
                  </p:cNvPr>
                  <p:cNvSpPr txBox="1"/>
                  <p:nvPr/>
                </p:nvSpPr>
                <p:spPr>
                  <a:xfrm>
                    <a:off x="2001883" y="3674062"/>
                    <a:ext cx="786497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BB1EBCA8-79F3-56F6-B302-6964168DC5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01883" y="3674062"/>
                    <a:ext cx="786497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F8893323-E05C-17FC-FBAE-5D2A7AF93E0B}"/>
                </a:ext>
              </a:extLst>
            </p:cNvPr>
            <p:cNvSpPr/>
            <p:nvPr/>
          </p:nvSpPr>
          <p:spPr>
            <a:xfrm rot="4940850">
              <a:off x="10116513" y="2365006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CC914B80-8CAD-2644-2015-0FD86828441B}"/>
                </a:ext>
              </a:extLst>
            </p:cNvPr>
            <p:cNvSpPr/>
            <p:nvPr/>
          </p:nvSpPr>
          <p:spPr>
            <a:xfrm rot="17040372">
              <a:off x="8417053" y="2377577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19B3B12C-2F27-6C1A-ED55-C193D797A361}"/>
                </a:ext>
              </a:extLst>
            </p:cNvPr>
            <p:cNvSpPr/>
            <p:nvPr/>
          </p:nvSpPr>
          <p:spPr>
            <a:xfrm rot="684613">
              <a:off x="9157674" y="3274844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D2898384-A930-C8D7-1B12-E82C164992EF}"/>
                </a:ext>
              </a:extLst>
            </p:cNvPr>
            <p:cNvSpPr/>
            <p:nvPr/>
          </p:nvSpPr>
          <p:spPr>
            <a:xfrm rot="10800000">
              <a:off x="8911333" y="3234473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204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E8FB8FA-9F6A-B8E4-5ECF-63BB91F5AEF7}"/>
              </a:ext>
            </a:extLst>
          </p:cNvPr>
          <p:cNvSpPr/>
          <p:nvPr/>
        </p:nvSpPr>
        <p:spPr>
          <a:xfrm>
            <a:off x="1390724" y="2701572"/>
            <a:ext cx="1260926" cy="506587"/>
          </a:xfrm>
          <a:custGeom>
            <a:avLst/>
            <a:gdLst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260926"/>
              <a:gd name="connsiteY0" fmla="*/ 0 h 506437"/>
              <a:gd name="connsiteX1" fmla="*/ 295421 w 1260926"/>
              <a:gd name="connsiteY1" fmla="*/ 393896 h 506437"/>
              <a:gd name="connsiteX2" fmla="*/ 1260926 w 1260926"/>
              <a:gd name="connsiteY2" fmla="*/ 506437 h 506437"/>
              <a:gd name="connsiteX0" fmla="*/ 0 w 1260926"/>
              <a:gd name="connsiteY0" fmla="*/ 0 h 506587"/>
              <a:gd name="connsiteX1" fmla="*/ 295421 w 1260926"/>
              <a:gd name="connsiteY1" fmla="*/ 393896 h 506587"/>
              <a:gd name="connsiteX2" fmla="*/ 1260926 w 1260926"/>
              <a:gd name="connsiteY2" fmla="*/ 506437 h 50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0926" h="506587">
                <a:moveTo>
                  <a:pt x="0" y="0"/>
                </a:moveTo>
                <a:cubicBezTo>
                  <a:pt x="365" y="178558"/>
                  <a:pt x="105507" y="309490"/>
                  <a:pt x="295421" y="393896"/>
                </a:cubicBezTo>
                <a:cubicBezTo>
                  <a:pt x="485335" y="478302"/>
                  <a:pt x="924327" y="509037"/>
                  <a:pt x="1260926" y="506437"/>
                </a:cubicBez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2EAA44E-818C-6694-CBA4-5EDEDFC28C24}"/>
              </a:ext>
            </a:extLst>
          </p:cNvPr>
          <p:cNvSpPr/>
          <p:nvPr/>
        </p:nvSpPr>
        <p:spPr>
          <a:xfrm flipH="1">
            <a:off x="2649270" y="2700479"/>
            <a:ext cx="1139510" cy="507382"/>
          </a:xfrm>
          <a:custGeom>
            <a:avLst/>
            <a:gdLst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139483"/>
              <a:gd name="connsiteY0" fmla="*/ 0 h 507382"/>
              <a:gd name="connsiteX1" fmla="*/ 295421 w 1139483"/>
              <a:gd name="connsiteY1" fmla="*/ 393896 h 507382"/>
              <a:gd name="connsiteX2" fmla="*/ 1139483 w 1139483"/>
              <a:gd name="connsiteY2" fmla="*/ 506437 h 507382"/>
              <a:gd name="connsiteX0" fmla="*/ 27 w 1139510"/>
              <a:gd name="connsiteY0" fmla="*/ 0 h 507382"/>
              <a:gd name="connsiteX1" fmla="*/ 295448 w 1139510"/>
              <a:gd name="connsiteY1" fmla="*/ 393896 h 507382"/>
              <a:gd name="connsiteX2" fmla="*/ 1139510 w 1139510"/>
              <a:gd name="connsiteY2" fmla="*/ 506437 h 507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9510" h="507382">
                <a:moveTo>
                  <a:pt x="27" y="0"/>
                </a:moveTo>
                <a:cubicBezTo>
                  <a:pt x="-1989" y="195227"/>
                  <a:pt x="105534" y="309490"/>
                  <a:pt x="295448" y="393896"/>
                </a:cubicBezTo>
                <a:cubicBezTo>
                  <a:pt x="485362" y="478302"/>
                  <a:pt x="812436" y="513801"/>
                  <a:pt x="1139510" y="506437"/>
                </a:cubicBezTo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D3983D0-3CBB-B0AC-7970-A93075214E61}"/>
              </a:ext>
            </a:extLst>
          </p:cNvPr>
          <p:cNvSpPr/>
          <p:nvPr/>
        </p:nvSpPr>
        <p:spPr>
          <a:xfrm flipV="1">
            <a:off x="1390723" y="2297475"/>
            <a:ext cx="982320" cy="404098"/>
          </a:xfrm>
          <a:custGeom>
            <a:avLst/>
            <a:gdLst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994226"/>
              <a:gd name="connsiteY0" fmla="*/ 0 h 465956"/>
              <a:gd name="connsiteX1" fmla="*/ 295421 w 994226"/>
              <a:gd name="connsiteY1" fmla="*/ 393896 h 465956"/>
              <a:gd name="connsiteX2" fmla="*/ 994226 w 994226"/>
              <a:gd name="connsiteY2" fmla="*/ 465956 h 465956"/>
              <a:gd name="connsiteX0" fmla="*/ 0 w 994226"/>
              <a:gd name="connsiteY0" fmla="*/ 0 h 465956"/>
              <a:gd name="connsiteX1" fmla="*/ 321615 w 994226"/>
              <a:gd name="connsiteY1" fmla="*/ 358178 h 465956"/>
              <a:gd name="connsiteX2" fmla="*/ 994226 w 994226"/>
              <a:gd name="connsiteY2" fmla="*/ 465956 h 465956"/>
              <a:gd name="connsiteX0" fmla="*/ 0 w 982320"/>
              <a:gd name="connsiteY0" fmla="*/ 0 h 396466"/>
              <a:gd name="connsiteX1" fmla="*/ 321615 w 982320"/>
              <a:gd name="connsiteY1" fmla="*/ 358178 h 396466"/>
              <a:gd name="connsiteX2" fmla="*/ 982320 w 982320"/>
              <a:gd name="connsiteY2" fmla="*/ 373087 h 396466"/>
              <a:gd name="connsiteX0" fmla="*/ 0 w 982320"/>
              <a:gd name="connsiteY0" fmla="*/ 0 h 404098"/>
              <a:gd name="connsiteX1" fmla="*/ 321615 w 982320"/>
              <a:gd name="connsiteY1" fmla="*/ 358178 h 404098"/>
              <a:gd name="connsiteX2" fmla="*/ 982320 w 982320"/>
              <a:gd name="connsiteY2" fmla="*/ 373087 h 40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2320" h="404098">
                <a:moveTo>
                  <a:pt x="0" y="0"/>
                </a:moveTo>
                <a:cubicBezTo>
                  <a:pt x="2747" y="169032"/>
                  <a:pt x="131701" y="273772"/>
                  <a:pt x="321615" y="358178"/>
                </a:cubicBezTo>
                <a:cubicBezTo>
                  <a:pt x="511529" y="442584"/>
                  <a:pt x="648102" y="387594"/>
                  <a:pt x="982320" y="373087"/>
                </a:cubicBezTo>
              </a:path>
            </a:pathLst>
          </a:cu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F62B7CB-FBF5-9CC1-D1FF-CBA3A1D6C724}"/>
              </a:ext>
            </a:extLst>
          </p:cNvPr>
          <p:cNvSpPr/>
          <p:nvPr/>
        </p:nvSpPr>
        <p:spPr>
          <a:xfrm flipH="1" flipV="1">
            <a:off x="2464740" y="2297853"/>
            <a:ext cx="1325221" cy="410203"/>
          </a:xfrm>
          <a:custGeom>
            <a:avLst/>
            <a:gdLst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210921"/>
              <a:gd name="connsiteY0" fmla="*/ 0 h 370706"/>
              <a:gd name="connsiteX1" fmla="*/ 366859 w 1210921"/>
              <a:gd name="connsiteY1" fmla="*/ 258165 h 370706"/>
              <a:gd name="connsiteX2" fmla="*/ 1210921 w 1210921"/>
              <a:gd name="connsiteY2" fmla="*/ 370706 h 370706"/>
              <a:gd name="connsiteX0" fmla="*/ 0 w 1210921"/>
              <a:gd name="connsiteY0" fmla="*/ 0 h 370706"/>
              <a:gd name="connsiteX1" fmla="*/ 366859 w 1210921"/>
              <a:gd name="connsiteY1" fmla="*/ 258165 h 370706"/>
              <a:gd name="connsiteX2" fmla="*/ 1210921 w 1210921"/>
              <a:gd name="connsiteY2" fmla="*/ 370706 h 370706"/>
              <a:gd name="connsiteX0" fmla="*/ 0 w 1210921"/>
              <a:gd name="connsiteY0" fmla="*/ 0 h 373087"/>
              <a:gd name="connsiteX1" fmla="*/ 366859 w 1210921"/>
              <a:gd name="connsiteY1" fmla="*/ 260546 h 373087"/>
              <a:gd name="connsiteX2" fmla="*/ 1210921 w 1210921"/>
              <a:gd name="connsiteY2" fmla="*/ 373087 h 373087"/>
              <a:gd name="connsiteX0" fmla="*/ 0 w 1087096"/>
              <a:gd name="connsiteY0" fmla="*/ 0 h 365944"/>
              <a:gd name="connsiteX1" fmla="*/ 243034 w 1087096"/>
              <a:gd name="connsiteY1" fmla="*/ 253403 h 365944"/>
              <a:gd name="connsiteX2" fmla="*/ 1087096 w 1087096"/>
              <a:gd name="connsiteY2" fmla="*/ 365944 h 365944"/>
              <a:gd name="connsiteX0" fmla="*/ 0 w 1208540"/>
              <a:gd name="connsiteY0" fmla="*/ 0 h 363563"/>
              <a:gd name="connsiteX1" fmla="*/ 364478 w 1208540"/>
              <a:gd name="connsiteY1" fmla="*/ 251022 h 363563"/>
              <a:gd name="connsiteX2" fmla="*/ 1208540 w 1208540"/>
              <a:gd name="connsiteY2" fmla="*/ 363563 h 363563"/>
              <a:gd name="connsiteX0" fmla="*/ 0 w 1208540"/>
              <a:gd name="connsiteY0" fmla="*/ 0 h 363563"/>
              <a:gd name="connsiteX1" fmla="*/ 364478 w 1208540"/>
              <a:gd name="connsiteY1" fmla="*/ 251022 h 363563"/>
              <a:gd name="connsiteX2" fmla="*/ 1208540 w 1208540"/>
              <a:gd name="connsiteY2" fmla="*/ 363563 h 363563"/>
              <a:gd name="connsiteX0" fmla="*/ 0 w 1210921"/>
              <a:gd name="connsiteY0" fmla="*/ 0 h 368325"/>
              <a:gd name="connsiteX1" fmla="*/ 366859 w 1210921"/>
              <a:gd name="connsiteY1" fmla="*/ 255784 h 368325"/>
              <a:gd name="connsiteX2" fmla="*/ 1210921 w 1210921"/>
              <a:gd name="connsiteY2" fmla="*/ 368325 h 368325"/>
              <a:gd name="connsiteX0" fmla="*/ 0 w 1208540"/>
              <a:gd name="connsiteY0" fmla="*/ 0 h 373087"/>
              <a:gd name="connsiteX1" fmla="*/ 364478 w 1208540"/>
              <a:gd name="connsiteY1" fmla="*/ 260546 h 373087"/>
              <a:gd name="connsiteX2" fmla="*/ 1208540 w 1208540"/>
              <a:gd name="connsiteY2" fmla="*/ 373087 h 373087"/>
              <a:gd name="connsiteX0" fmla="*/ 0 w 1363321"/>
              <a:gd name="connsiteY0" fmla="*/ 0 h 380231"/>
              <a:gd name="connsiteX1" fmla="*/ 364478 w 1363321"/>
              <a:gd name="connsiteY1" fmla="*/ 260546 h 380231"/>
              <a:gd name="connsiteX2" fmla="*/ 1363321 w 1363321"/>
              <a:gd name="connsiteY2" fmla="*/ 380231 h 380231"/>
              <a:gd name="connsiteX0" fmla="*/ 0 w 1325221"/>
              <a:gd name="connsiteY0" fmla="*/ 0 h 377850"/>
              <a:gd name="connsiteX1" fmla="*/ 364478 w 1325221"/>
              <a:gd name="connsiteY1" fmla="*/ 260546 h 377850"/>
              <a:gd name="connsiteX2" fmla="*/ 1325221 w 1325221"/>
              <a:gd name="connsiteY2" fmla="*/ 377850 h 377850"/>
              <a:gd name="connsiteX0" fmla="*/ 0 w 1325221"/>
              <a:gd name="connsiteY0" fmla="*/ 0 h 377982"/>
              <a:gd name="connsiteX1" fmla="*/ 364478 w 1325221"/>
              <a:gd name="connsiteY1" fmla="*/ 260546 h 377982"/>
              <a:gd name="connsiteX2" fmla="*/ 1325221 w 1325221"/>
              <a:gd name="connsiteY2" fmla="*/ 377850 h 377982"/>
              <a:gd name="connsiteX0" fmla="*/ 0 w 1325221"/>
              <a:gd name="connsiteY0" fmla="*/ 0 h 378132"/>
              <a:gd name="connsiteX1" fmla="*/ 219222 w 1325221"/>
              <a:gd name="connsiteY1" fmla="*/ 281977 h 378132"/>
              <a:gd name="connsiteX2" fmla="*/ 1325221 w 1325221"/>
              <a:gd name="connsiteY2" fmla="*/ 377850 h 378132"/>
              <a:gd name="connsiteX0" fmla="*/ 0 w 1325221"/>
              <a:gd name="connsiteY0" fmla="*/ 0 h 377912"/>
              <a:gd name="connsiteX1" fmla="*/ 254941 w 1325221"/>
              <a:gd name="connsiteY1" fmla="*/ 217683 h 377912"/>
              <a:gd name="connsiteX2" fmla="*/ 1325221 w 1325221"/>
              <a:gd name="connsiteY2" fmla="*/ 377850 h 377912"/>
              <a:gd name="connsiteX0" fmla="*/ 0 w 1325221"/>
              <a:gd name="connsiteY0" fmla="*/ 0 h 377912"/>
              <a:gd name="connsiteX1" fmla="*/ 254941 w 1325221"/>
              <a:gd name="connsiteY1" fmla="*/ 217683 h 377912"/>
              <a:gd name="connsiteX2" fmla="*/ 1325221 w 1325221"/>
              <a:gd name="connsiteY2" fmla="*/ 377850 h 377912"/>
              <a:gd name="connsiteX0" fmla="*/ 0 w 1325221"/>
              <a:gd name="connsiteY0" fmla="*/ 0 h 377912"/>
              <a:gd name="connsiteX1" fmla="*/ 254941 w 1325221"/>
              <a:gd name="connsiteY1" fmla="*/ 217683 h 377912"/>
              <a:gd name="connsiteX2" fmla="*/ 1325221 w 1325221"/>
              <a:gd name="connsiteY2" fmla="*/ 377850 h 377912"/>
              <a:gd name="connsiteX0" fmla="*/ 0 w 1325221"/>
              <a:gd name="connsiteY0" fmla="*/ 0 h 407062"/>
              <a:gd name="connsiteX1" fmla="*/ 433534 w 1325221"/>
              <a:gd name="connsiteY1" fmla="*/ 365320 h 407062"/>
              <a:gd name="connsiteX2" fmla="*/ 1325221 w 1325221"/>
              <a:gd name="connsiteY2" fmla="*/ 377850 h 407062"/>
              <a:gd name="connsiteX0" fmla="*/ 0 w 1325221"/>
              <a:gd name="connsiteY0" fmla="*/ 0 h 410203"/>
              <a:gd name="connsiteX1" fmla="*/ 433534 w 1325221"/>
              <a:gd name="connsiteY1" fmla="*/ 365320 h 410203"/>
              <a:gd name="connsiteX2" fmla="*/ 1325221 w 1325221"/>
              <a:gd name="connsiteY2" fmla="*/ 377850 h 410203"/>
              <a:gd name="connsiteX0" fmla="*/ 0 w 1325221"/>
              <a:gd name="connsiteY0" fmla="*/ 0 h 410203"/>
              <a:gd name="connsiteX1" fmla="*/ 433534 w 1325221"/>
              <a:gd name="connsiteY1" fmla="*/ 365320 h 410203"/>
              <a:gd name="connsiteX2" fmla="*/ 1325221 w 1325221"/>
              <a:gd name="connsiteY2" fmla="*/ 377850 h 410203"/>
              <a:gd name="connsiteX0" fmla="*/ 0 w 1325221"/>
              <a:gd name="connsiteY0" fmla="*/ 0 h 410203"/>
              <a:gd name="connsiteX1" fmla="*/ 433534 w 1325221"/>
              <a:gd name="connsiteY1" fmla="*/ 365320 h 410203"/>
              <a:gd name="connsiteX2" fmla="*/ 1325221 w 1325221"/>
              <a:gd name="connsiteY2" fmla="*/ 377850 h 410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5221" h="410203">
                <a:moveTo>
                  <a:pt x="0" y="0"/>
                </a:moveTo>
                <a:cubicBezTo>
                  <a:pt x="7510" y="116645"/>
                  <a:pt x="243620" y="273770"/>
                  <a:pt x="433534" y="365320"/>
                </a:cubicBezTo>
                <a:cubicBezTo>
                  <a:pt x="623448" y="456870"/>
                  <a:pt x="1000529" y="380450"/>
                  <a:pt x="1325221" y="377850"/>
                </a:cubicBezTo>
              </a:path>
            </a:pathLst>
          </a:custGeom>
          <a:noFill/>
          <a:ln w="381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424C2D-878F-E9AC-014C-36913B2ADD6A}"/>
              </a:ext>
            </a:extLst>
          </p:cNvPr>
          <p:cNvCxnSpPr>
            <a:cxnSpLocks/>
          </p:cNvCxnSpPr>
          <p:nvPr/>
        </p:nvCxnSpPr>
        <p:spPr>
          <a:xfrm>
            <a:off x="1419225" y="2863850"/>
            <a:ext cx="953818" cy="1924050"/>
          </a:xfrm>
          <a:prstGeom prst="lin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47285F-F09D-141E-9FEA-B9DE700482B1}"/>
              </a:ext>
            </a:extLst>
          </p:cNvPr>
          <p:cNvCxnSpPr>
            <a:cxnSpLocks/>
          </p:cNvCxnSpPr>
          <p:nvPr/>
        </p:nvCxnSpPr>
        <p:spPr>
          <a:xfrm flipH="1">
            <a:off x="2373043" y="2863850"/>
            <a:ext cx="1382982" cy="1924050"/>
          </a:xfrm>
          <a:prstGeom prst="lin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BCCC1D-9AA3-8039-245F-EF8BB31D92AB}"/>
              </a:ext>
            </a:extLst>
          </p:cNvPr>
          <p:cNvCxnSpPr>
            <a:stCxn id="6" idx="2"/>
          </p:cNvCxnSpPr>
          <p:nvPr/>
        </p:nvCxnSpPr>
        <p:spPr>
          <a:xfrm flipH="1">
            <a:off x="2373043" y="3206916"/>
            <a:ext cx="276227" cy="1580984"/>
          </a:xfrm>
          <a:prstGeom prst="lin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DC71F6B-5787-9A1A-6235-56B8A1A691AE}"/>
              </a:ext>
            </a:extLst>
          </p:cNvPr>
          <p:cNvCxnSpPr>
            <a:cxnSpLocks/>
          </p:cNvCxnSpPr>
          <p:nvPr/>
        </p:nvCxnSpPr>
        <p:spPr>
          <a:xfrm>
            <a:off x="2373043" y="2343150"/>
            <a:ext cx="0" cy="2444750"/>
          </a:xfrm>
          <a:prstGeom prst="line">
            <a:avLst/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0DEDDFE-9DC2-AF51-E583-C6E209DB9A7B}"/>
              </a:ext>
            </a:extLst>
          </p:cNvPr>
          <p:cNvSpPr/>
          <p:nvPr/>
        </p:nvSpPr>
        <p:spPr>
          <a:xfrm>
            <a:off x="1390391" y="1651592"/>
            <a:ext cx="2397188" cy="1060211"/>
          </a:xfrm>
          <a:custGeom>
            <a:avLst/>
            <a:gdLst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330291"/>
              <a:gd name="connsiteY0" fmla="*/ 1288023 h 1288023"/>
              <a:gd name="connsiteX1" fmla="*/ 663269 w 2330291"/>
              <a:gd name="connsiteY1" fmla="*/ 178837 h 1288023"/>
              <a:gd name="connsiteX2" fmla="*/ 1598771 w 2330291"/>
              <a:gd name="connsiteY2" fmla="*/ 73330 h 1288023"/>
              <a:gd name="connsiteX3" fmla="*/ 2330291 w 2330291"/>
              <a:gd name="connsiteY3" fmla="*/ 903323 h 1288023"/>
              <a:gd name="connsiteX0" fmla="*/ 165 w 2330456"/>
              <a:gd name="connsiteY0" fmla="*/ 1288023 h 1288023"/>
              <a:gd name="connsiteX1" fmla="*/ 663434 w 2330456"/>
              <a:gd name="connsiteY1" fmla="*/ 178837 h 1288023"/>
              <a:gd name="connsiteX2" fmla="*/ 1598936 w 2330456"/>
              <a:gd name="connsiteY2" fmla="*/ 73330 h 1288023"/>
              <a:gd name="connsiteX3" fmla="*/ 2330456 w 2330456"/>
              <a:gd name="connsiteY3" fmla="*/ 903323 h 1288023"/>
              <a:gd name="connsiteX0" fmla="*/ 165 w 2330456"/>
              <a:gd name="connsiteY0" fmla="*/ 1273056 h 1273056"/>
              <a:gd name="connsiteX1" fmla="*/ 663434 w 2330456"/>
              <a:gd name="connsiteY1" fmla="*/ 178158 h 1273056"/>
              <a:gd name="connsiteX2" fmla="*/ 1598936 w 2330456"/>
              <a:gd name="connsiteY2" fmla="*/ 72651 h 1273056"/>
              <a:gd name="connsiteX3" fmla="*/ 2330456 w 2330456"/>
              <a:gd name="connsiteY3" fmla="*/ 902644 h 1273056"/>
              <a:gd name="connsiteX0" fmla="*/ 211 w 2330502"/>
              <a:gd name="connsiteY0" fmla="*/ 1242225 h 1242225"/>
              <a:gd name="connsiteX1" fmla="*/ 572992 w 2330502"/>
              <a:gd name="connsiteY1" fmla="*/ 280677 h 1242225"/>
              <a:gd name="connsiteX2" fmla="*/ 1598982 w 2330502"/>
              <a:gd name="connsiteY2" fmla="*/ 41820 h 1242225"/>
              <a:gd name="connsiteX3" fmla="*/ 2330502 w 2330502"/>
              <a:gd name="connsiteY3" fmla="*/ 871813 h 1242225"/>
              <a:gd name="connsiteX0" fmla="*/ 222 w 2330513"/>
              <a:gd name="connsiteY0" fmla="*/ 1032955 h 1032955"/>
              <a:gd name="connsiteX1" fmla="*/ 573003 w 2330513"/>
              <a:gd name="connsiteY1" fmla="*/ 71407 h 1032955"/>
              <a:gd name="connsiteX2" fmla="*/ 1689481 w 2330513"/>
              <a:gd name="connsiteY2" fmla="*/ 151638 h 1032955"/>
              <a:gd name="connsiteX3" fmla="*/ 2330513 w 2330513"/>
              <a:gd name="connsiteY3" fmla="*/ 662543 h 1032955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7188" h="1060211">
                <a:moveTo>
                  <a:pt x="222" y="1032955"/>
                </a:moveTo>
                <a:cubicBezTo>
                  <a:pt x="-9340" y="677636"/>
                  <a:pt x="291460" y="218293"/>
                  <a:pt x="573003" y="71407"/>
                </a:cubicBezTo>
                <a:cubicBezTo>
                  <a:pt x="854546" y="-75479"/>
                  <a:pt x="1411644" y="30890"/>
                  <a:pt x="1689481" y="151638"/>
                </a:cubicBezTo>
                <a:cubicBezTo>
                  <a:pt x="1967318" y="272386"/>
                  <a:pt x="2386234" y="705588"/>
                  <a:pt x="2397188" y="1060211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493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A903-8B12-45F1-5957-EEEA364A1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2A8231-7575-60EC-5C77-7029484394DC}"/>
                  </a:ext>
                </a:extLst>
              </p:cNvPr>
              <p:cNvSpPr txBox="1"/>
              <p:nvPr/>
            </p:nvSpPr>
            <p:spPr>
              <a:xfrm>
                <a:off x="6220250" y="920138"/>
                <a:ext cx="3179717" cy="1157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2A8231-7575-60EC-5C77-702948439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250" y="920138"/>
                <a:ext cx="3179717" cy="11573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E80152-5002-295D-2CF3-8837CBCAD5A9}"/>
                  </a:ext>
                </a:extLst>
              </p:cNvPr>
              <p:cNvSpPr txBox="1"/>
              <p:nvPr/>
            </p:nvSpPr>
            <p:spPr>
              <a:xfrm>
                <a:off x="7068302" y="1926463"/>
                <a:ext cx="3557769" cy="1099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E80152-5002-295D-2CF3-8837CBCAD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302" y="1926463"/>
                <a:ext cx="3557769" cy="10992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85DC98-8C44-6A05-B01E-A63FB64198DC}"/>
                  </a:ext>
                </a:extLst>
              </p:cNvPr>
              <p:cNvSpPr txBox="1"/>
              <p:nvPr/>
            </p:nvSpPr>
            <p:spPr>
              <a:xfrm>
                <a:off x="6220250" y="2877983"/>
                <a:ext cx="3526093" cy="11020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85DC98-8C44-6A05-B01E-A63FB6419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250" y="2877983"/>
                <a:ext cx="3526093" cy="11020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C6C376B-E891-3239-A15B-4E327BE5F253}"/>
              </a:ext>
            </a:extLst>
          </p:cNvPr>
          <p:cNvSpPr txBox="1"/>
          <p:nvPr/>
        </p:nvSpPr>
        <p:spPr>
          <a:xfrm>
            <a:off x="2977584" y="1212754"/>
            <a:ext cx="2229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Line integral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D6DE8-7A6F-7627-1527-585FBF15815C}"/>
              </a:ext>
            </a:extLst>
          </p:cNvPr>
          <p:cNvSpPr txBox="1"/>
          <p:nvPr/>
        </p:nvSpPr>
        <p:spPr>
          <a:xfrm>
            <a:off x="2701867" y="2199838"/>
            <a:ext cx="27809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Surface integral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0C5CA1-8504-CC17-F98A-97DEB3DAB84A}"/>
              </a:ext>
            </a:extLst>
          </p:cNvPr>
          <p:cNvSpPr txBox="1"/>
          <p:nvPr/>
        </p:nvSpPr>
        <p:spPr>
          <a:xfrm>
            <a:off x="2684042" y="3186922"/>
            <a:ext cx="2816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Volume integral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A79BD-C924-BB3E-E03E-5E0C6585BC2F}"/>
              </a:ext>
            </a:extLst>
          </p:cNvPr>
          <p:cNvSpPr txBox="1"/>
          <p:nvPr/>
        </p:nvSpPr>
        <p:spPr>
          <a:xfrm>
            <a:off x="2776177" y="225670"/>
            <a:ext cx="2664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Scalar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B2D583-D171-62A8-5ABB-198B90401268}"/>
                  </a:ext>
                </a:extLst>
              </p:cNvPr>
              <p:cNvSpPr txBox="1"/>
              <p:nvPr/>
            </p:nvSpPr>
            <p:spPr>
              <a:xfrm>
                <a:off x="7415384" y="225669"/>
                <a:ext cx="11358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B2D583-D171-62A8-5ABB-198B90401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384" y="225669"/>
                <a:ext cx="113582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8CE4CD-079F-A67D-B9D5-CF7A7FDD537B}"/>
                  </a:ext>
                </a:extLst>
              </p:cNvPr>
              <p:cNvSpPr txBox="1"/>
              <p:nvPr/>
            </p:nvSpPr>
            <p:spPr>
              <a:xfrm>
                <a:off x="836539" y="1152865"/>
                <a:ext cx="543739" cy="644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8CE4CD-079F-A67D-B9D5-CF7A7FDD5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39" y="1152865"/>
                <a:ext cx="543739" cy="644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72FDDC-B154-5BC0-E1AB-2BCDDE40B947}"/>
                  </a:ext>
                </a:extLst>
              </p:cNvPr>
              <p:cNvSpPr txBox="1"/>
              <p:nvPr/>
            </p:nvSpPr>
            <p:spPr>
              <a:xfrm>
                <a:off x="829422" y="2215739"/>
                <a:ext cx="557973" cy="644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72FDDC-B154-5BC0-E1AB-2BCDDE40B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22" y="2215739"/>
                <a:ext cx="557973" cy="644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C9C98C-1E3E-BB29-B011-EB29C7DDCC21}"/>
                  </a:ext>
                </a:extLst>
              </p:cNvPr>
              <p:cNvSpPr txBox="1"/>
              <p:nvPr/>
            </p:nvSpPr>
            <p:spPr>
              <a:xfrm>
                <a:off x="850870" y="3117652"/>
                <a:ext cx="51507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C9C98C-1E3E-BB29-B011-EB29C7DDC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70" y="3117652"/>
                <a:ext cx="515076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5A7BBD-152A-62E9-D9D8-4FF075C47705}"/>
              </a:ext>
            </a:extLst>
          </p:cNvPr>
          <p:cNvCxnSpPr>
            <a:cxnSpLocks/>
          </p:cNvCxnSpPr>
          <p:nvPr/>
        </p:nvCxnSpPr>
        <p:spPr>
          <a:xfrm flipV="1">
            <a:off x="6179820" y="3771697"/>
            <a:ext cx="396240" cy="561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AE24589-32A8-1003-8980-50732166E49C}"/>
              </a:ext>
            </a:extLst>
          </p:cNvPr>
          <p:cNvSpPr txBox="1"/>
          <p:nvPr/>
        </p:nvSpPr>
        <p:spPr>
          <a:xfrm>
            <a:off x="4457700" y="4261956"/>
            <a:ext cx="23843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Nice pattern!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1EF612-BBD5-85D6-1DAE-67DF48204DC7}"/>
              </a:ext>
            </a:extLst>
          </p:cNvPr>
          <p:cNvCxnSpPr>
            <a:cxnSpLocks/>
          </p:cNvCxnSpPr>
          <p:nvPr/>
        </p:nvCxnSpPr>
        <p:spPr>
          <a:xfrm flipH="1" flipV="1">
            <a:off x="1508760" y="3771697"/>
            <a:ext cx="2069212" cy="167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1377F9-8817-332E-1317-C7D414F7688F}"/>
              </a:ext>
            </a:extLst>
          </p:cNvPr>
          <p:cNvCxnSpPr>
            <a:cxnSpLocks/>
          </p:cNvCxnSpPr>
          <p:nvPr/>
        </p:nvCxnSpPr>
        <p:spPr>
          <a:xfrm flipV="1">
            <a:off x="6301740" y="3980016"/>
            <a:ext cx="1836420" cy="152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4A5E005-63DA-2F4A-F00A-666929B0BE5A}"/>
              </a:ext>
            </a:extLst>
          </p:cNvPr>
          <p:cNvSpPr txBox="1"/>
          <p:nvPr/>
        </p:nvSpPr>
        <p:spPr>
          <a:xfrm>
            <a:off x="3482682" y="5381819"/>
            <a:ext cx="29101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No nice pattern!</a:t>
            </a:r>
          </a:p>
        </p:txBody>
      </p:sp>
    </p:spTree>
    <p:extLst>
      <p:ext uri="{BB962C8B-B14F-4D97-AF65-F5344CB8AC3E}">
        <p14:creationId xmlns:p14="http://schemas.microsoft.com/office/powerpoint/2010/main" val="2553175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F54530-2869-F576-1D1F-96E7CA8711AA}"/>
                  </a:ext>
                </a:extLst>
              </p:cNvPr>
              <p:cNvSpPr txBox="1"/>
              <p:nvPr/>
            </p:nvSpPr>
            <p:spPr>
              <a:xfrm>
                <a:off x="6220250" y="920138"/>
                <a:ext cx="3179717" cy="1157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F54530-2869-F576-1D1F-96E7CA871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250" y="920138"/>
                <a:ext cx="3179717" cy="11573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2D58DA-2B3B-E540-F3D5-5807B529B223}"/>
                  </a:ext>
                </a:extLst>
              </p:cNvPr>
              <p:cNvSpPr txBox="1"/>
              <p:nvPr/>
            </p:nvSpPr>
            <p:spPr>
              <a:xfrm>
                <a:off x="7068302" y="1926463"/>
                <a:ext cx="3264420" cy="1099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2D58DA-2B3B-E540-F3D5-5807B529B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302" y="1926463"/>
                <a:ext cx="3264420" cy="10992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4EE811-2D16-F3CB-65B5-176853FFACDB}"/>
                  </a:ext>
                </a:extLst>
              </p:cNvPr>
              <p:cNvSpPr txBox="1"/>
              <p:nvPr/>
            </p:nvSpPr>
            <p:spPr>
              <a:xfrm>
                <a:off x="6220250" y="2877983"/>
                <a:ext cx="3526093" cy="11020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4EE811-2D16-F3CB-65B5-176853FFA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250" y="2877983"/>
                <a:ext cx="3526093" cy="11020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5385EA0-3104-4B16-2137-0DE79687E49B}"/>
              </a:ext>
            </a:extLst>
          </p:cNvPr>
          <p:cNvSpPr txBox="1"/>
          <p:nvPr/>
        </p:nvSpPr>
        <p:spPr>
          <a:xfrm>
            <a:off x="2977584" y="1212754"/>
            <a:ext cx="2653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Line functional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06688-ABB1-F0E7-24DB-FECFE385B69F}"/>
              </a:ext>
            </a:extLst>
          </p:cNvPr>
          <p:cNvSpPr txBox="1"/>
          <p:nvPr/>
        </p:nvSpPr>
        <p:spPr>
          <a:xfrm>
            <a:off x="2701867" y="2199838"/>
            <a:ext cx="32047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Surface functional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FDE33-E3CB-C0DB-B648-8873ADA18BEC}"/>
              </a:ext>
            </a:extLst>
          </p:cNvPr>
          <p:cNvSpPr txBox="1"/>
          <p:nvPr/>
        </p:nvSpPr>
        <p:spPr>
          <a:xfrm>
            <a:off x="2684042" y="3186922"/>
            <a:ext cx="3240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Volume functional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736538-C5F2-07A3-410C-027FB185BA41}"/>
              </a:ext>
            </a:extLst>
          </p:cNvPr>
          <p:cNvSpPr txBox="1"/>
          <p:nvPr/>
        </p:nvSpPr>
        <p:spPr>
          <a:xfrm>
            <a:off x="2776177" y="225670"/>
            <a:ext cx="2664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Scalar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58FAD5-2FA1-3B71-DD29-6574984D158D}"/>
                  </a:ext>
                </a:extLst>
              </p:cNvPr>
              <p:cNvSpPr txBox="1"/>
              <p:nvPr/>
            </p:nvSpPr>
            <p:spPr>
              <a:xfrm>
                <a:off x="7415384" y="225669"/>
                <a:ext cx="11358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58FAD5-2FA1-3B71-DD29-6574984D1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384" y="225669"/>
                <a:ext cx="113582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2B23C6-2D5B-F8EA-9714-6F0DC1FA28F0}"/>
                  </a:ext>
                </a:extLst>
              </p:cNvPr>
              <p:cNvSpPr txBox="1"/>
              <p:nvPr/>
            </p:nvSpPr>
            <p:spPr>
              <a:xfrm>
                <a:off x="836539" y="1152865"/>
                <a:ext cx="50507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2B23C6-2D5B-F8EA-9714-6F0DC1FA2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539" y="1152865"/>
                <a:ext cx="50507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9EDC61-4D92-670F-6AEE-56D9AA15E853}"/>
                  </a:ext>
                </a:extLst>
              </p:cNvPr>
              <p:cNvSpPr txBox="1"/>
              <p:nvPr/>
            </p:nvSpPr>
            <p:spPr>
              <a:xfrm>
                <a:off x="829422" y="2215739"/>
                <a:ext cx="5998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i="0" smtClean="0">
                          <a:latin typeface="Cambria Math" panose="02040503050406030204" pitchFamily="18" charset="0"/>
                        </a:rPr>
                        <m:t>Φ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9EDC61-4D92-670F-6AEE-56D9AA15E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22" y="2215739"/>
                <a:ext cx="59984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42F541-6EE9-3792-1CCE-94C5F3485319}"/>
                  </a:ext>
                </a:extLst>
              </p:cNvPr>
              <p:cNvSpPr txBox="1"/>
              <p:nvPr/>
            </p:nvSpPr>
            <p:spPr>
              <a:xfrm>
                <a:off x="850870" y="3117652"/>
                <a:ext cx="62927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42F541-6EE9-3792-1CCE-94C5F3485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70" y="3117652"/>
                <a:ext cx="629275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973B0A-5CA6-44F9-9A75-458A8A772282}"/>
                  </a:ext>
                </a:extLst>
              </p:cNvPr>
              <p:cNvSpPr txBox="1"/>
              <p:nvPr/>
            </p:nvSpPr>
            <p:spPr>
              <a:xfrm>
                <a:off x="837148" y="285198"/>
                <a:ext cx="5425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973B0A-5CA6-44F9-9A75-458A8A772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48" y="285198"/>
                <a:ext cx="542521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FCB0337-B57A-52FD-5C3F-69187FE40DBF}"/>
              </a:ext>
            </a:extLst>
          </p:cNvPr>
          <p:cNvSpPr txBox="1"/>
          <p:nvPr/>
        </p:nvSpPr>
        <p:spPr>
          <a:xfrm>
            <a:off x="3637280" y="5161280"/>
            <a:ext cx="40318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Smooth functional</a:t>
            </a:r>
          </a:p>
        </p:txBody>
      </p:sp>
    </p:spTree>
    <p:extLst>
      <p:ext uri="{BB962C8B-B14F-4D97-AF65-F5344CB8AC3E}">
        <p14:creationId xmlns:p14="http://schemas.microsoft.com/office/powerpoint/2010/main" val="3060268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070F7-DD87-4F42-6678-A36B52F37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3C8F7D7-36EF-0053-1835-C21D3FEFC582}"/>
              </a:ext>
            </a:extLst>
          </p:cNvPr>
          <p:cNvSpPr txBox="1"/>
          <p:nvPr/>
        </p:nvSpPr>
        <p:spPr>
          <a:xfrm>
            <a:off x="4175300" y="1495922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smooth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B0719E-3429-8CA7-71CE-916D8D74E8F0}"/>
              </a:ext>
            </a:extLst>
          </p:cNvPr>
          <p:cNvSpPr txBox="1"/>
          <p:nvPr/>
        </p:nvSpPr>
        <p:spPr>
          <a:xfrm>
            <a:off x="1390562" y="568583"/>
            <a:ext cx="1239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functional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03411F-1ECC-66C1-D35A-649E27BE9C18}"/>
              </a:ext>
            </a:extLst>
          </p:cNvPr>
          <p:cNvGrpSpPr/>
          <p:nvPr/>
        </p:nvGrpSpPr>
        <p:grpSpPr>
          <a:xfrm>
            <a:off x="5514885" y="1609735"/>
            <a:ext cx="3651577" cy="3386464"/>
            <a:chOff x="5514885" y="1853575"/>
            <a:chExt cx="3651577" cy="33864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8FBC99EE-F904-DA37-2AAD-F67396D7265B}"/>
                    </a:ext>
                  </a:extLst>
                </p:cNvPr>
                <p:cNvSpPr txBox="1"/>
                <p:nvPr/>
              </p:nvSpPr>
              <p:spPr>
                <a:xfrm>
                  <a:off x="5514885" y="1853575"/>
                  <a:ext cx="1605504" cy="11573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supHide m:val="on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8FBC99EE-F904-DA37-2AAD-F67396D726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4885" y="1853575"/>
                  <a:ext cx="1605504" cy="115736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57C79C2-9B4D-106C-F660-7DDA0E7EF19A}"/>
                    </a:ext>
                  </a:extLst>
                </p:cNvPr>
                <p:cNvSpPr txBox="1"/>
                <p:nvPr/>
              </p:nvSpPr>
              <p:spPr>
                <a:xfrm>
                  <a:off x="5514885" y="3024837"/>
                  <a:ext cx="2621102" cy="10992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∬"/>
                            <m:supHide m:val="on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57C79C2-9B4D-106C-F660-7DDA0E7EF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4885" y="3024837"/>
                  <a:ext cx="2621102" cy="10992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139583D-483C-49B0-00BD-16F11F060330}"/>
                    </a:ext>
                  </a:extLst>
                </p:cNvPr>
                <p:cNvSpPr txBox="1"/>
                <p:nvPr/>
              </p:nvSpPr>
              <p:spPr>
                <a:xfrm>
                  <a:off x="5514885" y="4138006"/>
                  <a:ext cx="3651577" cy="11020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∭"/>
                            <m:supHide m:val="on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𝑖𝑗𝑘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139583D-483C-49B0-00BD-16F11F0603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4885" y="4138006"/>
                  <a:ext cx="3651577" cy="110203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20662BD-A1E8-CD84-0BFF-71234E8481BB}"/>
              </a:ext>
            </a:extLst>
          </p:cNvPr>
          <p:cNvGrpSpPr/>
          <p:nvPr/>
        </p:nvGrpSpPr>
        <p:grpSpPr>
          <a:xfrm>
            <a:off x="629888" y="949511"/>
            <a:ext cx="629275" cy="3788059"/>
            <a:chOff x="629888" y="1193351"/>
            <a:chExt cx="629275" cy="37880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C0F9EC6-8108-93BB-C94E-7C81AB2B0EB2}"/>
                    </a:ext>
                  </a:extLst>
                </p:cNvPr>
                <p:cNvSpPr txBox="1"/>
                <p:nvPr/>
              </p:nvSpPr>
              <p:spPr>
                <a:xfrm>
                  <a:off x="673265" y="1193351"/>
                  <a:ext cx="54252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C0F9EC6-8108-93BB-C94E-7C81AB2B0E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265" y="1193351"/>
                  <a:ext cx="542521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372E3DE-E59E-B674-7BC2-A438EBC1D386}"/>
                    </a:ext>
                  </a:extLst>
                </p:cNvPr>
                <p:cNvSpPr txBox="1"/>
                <p:nvPr/>
              </p:nvSpPr>
              <p:spPr>
                <a:xfrm>
                  <a:off x="691988" y="2139872"/>
                  <a:ext cx="50507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372E3DE-E59E-B674-7BC2-A438EBC1D3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988" y="2139872"/>
                  <a:ext cx="505074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E444B54-8ACD-9A46-A3CC-AE3D1B3B4C15}"/>
                    </a:ext>
                  </a:extLst>
                </p:cNvPr>
                <p:cNvSpPr txBox="1"/>
                <p:nvPr/>
              </p:nvSpPr>
              <p:spPr>
                <a:xfrm>
                  <a:off x="644604" y="3282087"/>
                  <a:ext cx="50206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E444B54-8ACD-9A46-A3CC-AE3D1B3B4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604" y="3282087"/>
                  <a:ext cx="502061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2B63B31-1DAF-DA1E-BCF8-293D1EB823AC}"/>
                    </a:ext>
                  </a:extLst>
                </p:cNvPr>
                <p:cNvSpPr txBox="1"/>
                <p:nvPr/>
              </p:nvSpPr>
              <p:spPr>
                <a:xfrm>
                  <a:off x="629888" y="4396635"/>
                  <a:ext cx="62927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2B63B31-1DAF-DA1E-BCF8-293D1EB823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888" y="4396635"/>
                  <a:ext cx="629275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1C30866-0703-7A7B-064F-31AB83B2E00E}"/>
              </a:ext>
            </a:extLst>
          </p:cNvPr>
          <p:cNvGrpSpPr/>
          <p:nvPr/>
        </p:nvGrpSpPr>
        <p:grpSpPr>
          <a:xfrm>
            <a:off x="2761403" y="949511"/>
            <a:ext cx="1251240" cy="3788059"/>
            <a:chOff x="2780783" y="1193351"/>
            <a:chExt cx="1251240" cy="37880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A229EE3-4AB6-2162-23DD-F38E32EC4C91}"/>
                    </a:ext>
                  </a:extLst>
                </p:cNvPr>
                <p:cNvSpPr txBox="1"/>
                <p:nvPr/>
              </p:nvSpPr>
              <p:spPr>
                <a:xfrm>
                  <a:off x="2838491" y="1193351"/>
                  <a:ext cx="113582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A229EE3-4AB6-2162-23DD-F38E32EC4C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8491" y="1193351"/>
                  <a:ext cx="1135824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4DE9747-3574-B51E-E8CE-565C57361FC0}"/>
                    </a:ext>
                  </a:extLst>
                </p:cNvPr>
                <p:cNvSpPr txBox="1"/>
                <p:nvPr/>
              </p:nvSpPr>
              <p:spPr>
                <a:xfrm>
                  <a:off x="2780783" y="2139872"/>
                  <a:ext cx="125124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d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4DE9747-3574-B51E-E8CE-565C57361F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0783" y="2139872"/>
                  <a:ext cx="1251240" cy="5847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150F86-0883-068B-B4A2-5A7AB23D403C}"/>
                    </a:ext>
                  </a:extLst>
                </p:cNvPr>
                <p:cNvSpPr txBox="1"/>
                <p:nvPr/>
              </p:nvSpPr>
              <p:spPr>
                <a:xfrm>
                  <a:off x="2823968" y="3282087"/>
                  <a:ext cx="1164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150F86-0883-068B-B4A2-5A7AB23D40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3968" y="3282087"/>
                  <a:ext cx="1164871" cy="584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FF85DDD-57B8-FB18-21BD-3B10D7D07D01}"/>
                    </a:ext>
                  </a:extLst>
                </p:cNvPr>
                <p:cNvSpPr txBox="1"/>
                <p:nvPr/>
              </p:nvSpPr>
              <p:spPr>
                <a:xfrm>
                  <a:off x="2786715" y="4396635"/>
                  <a:ext cx="123937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FF85DDD-57B8-FB18-21BD-3B10D7D07D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6715" y="4396635"/>
                  <a:ext cx="1239377" cy="58477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F61DF56-B512-59E2-3C27-10415C2C1C10}"/>
              </a:ext>
            </a:extLst>
          </p:cNvPr>
          <p:cNvGrpSpPr/>
          <p:nvPr/>
        </p:nvGrpSpPr>
        <p:grpSpPr>
          <a:xfrm>
            <a:off x="1638226" y="887955"/>
            <a:ext cx="744114" cy="3911170"/>
            <a:chOff x="1662169" y="1131795"/>
            <a:chExt cx="744114" cy="39111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363E378-3C73-4968-8260-62F6C5772A8E}"/>
                    </a:ext>
                  </a:extLst>
                </p:cNvPr>
                <p:cNvSpPr txBox="1"/>
                <p:nvPr/>
              </p:nvSpPr>
              <p:spPr>
                <a:xfrm>
                  <a:off x="1662169" y="1131795"/>
                  <a:ext cx="744114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363E378-3C73-4968-8260-62F6C5772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2169" y="1131795"/>
                  <a:ext cx="744114" cy="707886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88D82EA-6717-D920-1203-FF2FF7DB950B}"/>
                    </a:ext>
                  </a:extLst>
                </p:cNvPr>
                <p:cNvSpPr txBox="1"/>
                <p:nvPr/>
              </p:nvSpPr>
              <p:spPr>
                <a:xfrm>
                  <a:off x="1662169" y="2078316"/>
                  <a:ext cx="744114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88D82EA-6717-D920-1203-FF2FF7DB9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2169" y="2078316"/>
                  <a:ext cx="744114" cy="70788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618ACA8-2B66-DFBE-5014-96D05F3039EB}"/>
                    </a:ext>
                  </a:extLst>
                </p:cNvPr>
                <p:cNvSpPr txBox="1"/>
                <p:nvPr/>
              </p:nvSpPr>
              <p:spPr>
                <a:xfrm>
                  <a:off x="1662169" y="3220531"/>
                  <a:ext cx="744114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618ACA8-2B66-DFBE-5014-96D05F303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2169" y="3220531"/>
                  <a:ext cx="744114" cy="707886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D451F4A-B8BA-906D-B0CA-0537DD407173}"/>
                    </a:ext>
                  </a:extLst>
                </p:cNvPr>
                <p:cNvSpPr txBox="1"/>
                <p:nvPr/>
              </p:nvSpPr>
              <p:spPr>
                <a:xfrm>
                  <a:off x="1662169" y="4335079"/>
                  <a:ext cx="744114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D451F4A-B8BA-906D-B0CA-0537DD407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2169" y="4335079"/>
                  <a:ext cx="744114" cy="70788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75995FB-080A-2A4A-B041-88A40AC044B7}"/>
              </a:ext>
            </a:extLst>
          </p:cNvPr>
          <p:cNvGrpSpPr/>
          <p:nvPr/>
        </p:nvGrpSpPr>
        <p:grpSpPr>
          <a:xfrm>
            <a:off x="4391706" y="1834476"/>
            <a:ext cx="744114" cy="2964649"/>
            <a:chOff x="4422389" y="2078316"/>
            <a:chExt cx="744114" cy="29646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B104913-1A0A-F831-38F6-FC495B48C997}"/>
                    </a:ext>
                  </a:extLst>
                </p:cNvPr>
                <p:cNvSpPr txBox="1"/>
                <p:nvPr/>
              </p:nvSpPr>
              <p:spPr>
                <a:xfrm>
                  <a:off x="4422389" y="2078316"/>
                  <a:ext cx="744114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B104913-1A0A-F831-38F6-FC495B48C9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2389" y="2078316"/>
                  <a:ext cx="744114" cy="707886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F850A8D-EF3A-ED65-E389-4ED3034B23AB}"/>
                    </a:ext>
                  </a:extLst>
                </p:cNvPr>
                <p:cNvSpPr txBox="1"/>
                <p:nvPr/>
              </p:nvSpPr>
              <p:spPr>
                <a:xfrm>
                  <a:off x="4422389" y="3220531"/>
                  <a:ext cx="744114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F850A8D-EF3A-ED65-E389-4ED3034B23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2389" y="3220531"/>
                  <a:ext cx="744114" cy="707886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4D12BAD-3F77-CCAC-3622-C4C069D31A7F}"/>
                    </a:ext>
                  </a:extLst>
                </p:cNvPr>
                <p:cNvSpPr txBox="1"/>
                <p:nvPr/>
              </p:nvSpPr>
              <p:spPr>
                <a:xfrm>
                  <a:off x="4422389" y="4335079"/>
                  <a:ext cx="744114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4D12BAD-3F77-CCAC-3622-C4C069D31A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2389" y="4335079"/>
                  <a:ext cx="744114" cy="707886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22AD47E-B41A-D887-D024-94770F41DD54}"/>
              </a:ext>
            </a:extLst>
          </p:cNvPr>
          <p:cNvSpPr txBox="1"/>
          <p:nvPr/>
        </p:nvSpPr>
        <p:spPr>
          <a:xfrm>
            <a:off x="2873068" y="5262158"/>
            <a:ext cx="1133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finite</a:t>
            </a:r>
            <a:br>
              <a:rPr lang="en-US" dirty="0"/>
            </a:br>
            <a:r>
              <a:rPr lang="en-US" dirty="0"/>
              <a:t>functional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6F7AF4-8349-E552-8960-02FF0BCFE7F8}"/>
              </a:ext>
            </a:extLst>
          </p:cNvPr>
          <p:cNvSpPr txBox="1"/>
          <p:nvPr/>
        </p:nvSpPr>
        <p:spPr>
          <a:xfrm>
            <a:off x="6096000" y="5220774"/>
            <a:ext cx="1336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infinitesimal</a:t>
            </a:r>
            <a:br>
              <a:rPr lang="en-US" dirty="0"/>
            </a:br>
            <a:r>
              <a:rPr lang="en-US" dirty="0"/>
              <a:t>k-form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4C30AC8-33C1-0095-2609-845BFADAE4CC}"/>
              </a:ext>
            </a:extLst>
          </p:cNvPr>
          <p:cNvCxnSpPr/>
          <p:nvPr/>
        </p:nvCxnSpPr>
        <p:spPr>
          <a:xfrm>
            <a:off x="4274760" y="5562326"/>
            <a:ext cx="1615440" cy="0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6753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F2001CD-6940-86E9-8BC8-7DD0A0D50186}"/>
              </a:ext>
            </a:extLst>
          </p:cNvPr>
          <p:cNvGrpSpPr/>
          <p:nvPr/>
        </p:nvGrpSpPr>
        <p:grpSpPr>
          <a:xfrm>
            <a:off x="1495606" y="1959602"/>
            <a:ext cx="4251226" cy="2278646"/>
            <a:chOff x="2006146" y="1609082"/>
            <a:chExt cx="4251226" cy="227864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FF2BF2DC-2E5A-ACC7-AD77-F2637E7349E3}"/>
                </a:ext>
              </a:extLst>
            </p:cNvPr>
            <p:cNvSpPr/>
            <p:nvPr/>
          </p:nvSpPr>
          <p:spPr>
            <a:xfrm>
              <a:off x="2006656" y="3206966"/>
              <a:ext cx="1930602" cy="680762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60926"/>
                <a:gd name="connsiteY0" fmla="*/ 0 h 506437"/>
                <a:gd name="connsiteX1" fmla="*/ 295421 w 1260926"/>
                <a:gd name="connsiteY1" fmla="*/ 393896 h 506437"/>
                <a:gd name="connsiteX2" fmla="*/ 1260926 w 1260926"/>
                <a:gd name="connsiteY2" fmla="*/ 506437 h 506437"/>
                <a:gd name="connsiteX0" fmla="*/ 0 w 1260926"/>
                <a:gd name="connsiteY0" fmla="*/ 0 h 506587"/>
                <a:gd name="connsiteX1" fmla="*/ 295421 w 1260926"/>
                <a:gd name="connsiteY1" fmla="*/ 393896 h 506587"/>
                <a:gd name="connsiteX2" fmla="*/ 1260926 w 1260926"/>
                <a:gd name="connsiteY2" fmla="*/ 506437 h 50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0926" h="506587">
                  <a:moveTo>
                    <a:pt x="0" y="0"/>
                  </a:moveTo>
                  <a:cubicBezTo>
                    <a:pt x="365" y="178558"/>
                    <a:pt x="105507" y="309490"/>
                    <a:pt x="295421" y="393896"/>
                  </a:cubicBezTo>
                  <a:cubicBezTo>
                    <a:pt x="485335" y="478302"/>
                    <a:pt x="924327" y="509037"/>
                    <a:pt x="1260926" y="506437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6BC7F90-54F2-76BF-826A-379F41F6C299}"/>
                </a:ext>
              </a:extLst>
            </p:cNvPr>
            <p:cNvSpPr/>
            <p:nvPr/>
          </p:nvSpPr>
          <p:spPr>
            <a:xfrm flipH="1">
              <a:off x="3933614" y="3205497"/>
              <a:ext cx="1744702" cy="681830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7382"/>
                <a:gd name="connsiteX1" fmla="*/ 295421 w 1139483"/>
                <a:gd name="connsiteY1" fmla="*/ 393896 h 507382"/>
                <a:gd name="connsiteX2" fmla="*/ 1139483 w 1139483"/>
                <a:gd name="connsiteY2" fmla="*/ 506437 h 507382"/>
                <a:gd name="connsiteX0" fmla="*/ 27 w 1139510"/>
                <a:gd name="connsiteY0" fmla="*/ 0 h 507382"/>
                <a:gd name="connsiteX1" fmla="*/ 295448 w 1139510"/>
                <a:gd name="connsiteY1" fmla="*/ 393896 h 507382"/>
                <a:gd name="connsiteX2" fmla="*/ 1139510 w 1139510"/>
                <a:gd name="connsiteY2" fmla="*/ 506437 h 50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9510" h="507382">
                  <a:moveTo>
                    <a:pt x="27" y="0"/>
                  </a:moveTo>
                  <a:cubicBezTo>
                    <a:pt x="-1989" y="195227"/>
                    <a:pt x="105534" y="309490"/>
                    <a:pt x="295448" y="393896"/>
                  </a:cubicBezTo>
                  <a:cubicBezTo>
                    <a:pt x="485362" y="478302"/>
                    <a:pt x="812436" y="513801"/>
                    <a:pt x="1139510" y="506437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193E465-D8CF-0B72-6A73-87F52F274216}"/>
                </a:ext>
              </a:extLst>
            </p:cNvPr>
            <p:cNvSpPr/>
            <p:nvPr/>
          </p:nvSpPr>
          <p:spPr>
            <a:xfrm flipV="1">
              <a:off x="2006654" y="2663932"/>
              <a:ext cx="1504029" cy="543035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994226"/>
                <a:gd name="connsiteY0" fmla="*/ 0 h 465956"/>
                <a:gd name="connsiteX1" fmla="*/ 295421 w 994226"/>
                <a:gd name="connsiteY1" fmla="*/ 393896 h 465956"/>
                <a:gd name="connsiteX2" fmla="*/ 994226 w 994226"/>
                <a:gd name="connsiteY2" fmla="*/ 465956 h 465956"/>
                <a:gd name="connsiteX0" fmla="*/ 0 w 994226"/>
                <a:gd name="connsiteY0" fmla="*/ 0 h 465956"/>
                <a:gd name="connsiteX1" fmla="*/ 321615 w 994226"/>
                <a:gd name="connsiteY1" fmla="*/ 358178 h 465956"/>
                <a:gd name="connsiteX2" fmla="*/ 994226 w 994226"/>
                <a:gd name="connsiteY2" fmla="*/ 465956 h 465956"/>
                <a:gd name="connsiteX0" fmla="*/ 0 w 982320"/>
                <a:gd name="connsiteY0" fmla="*/ 0 h 396466"/>
                <a:gd name="connsiteX1" fmla="*/ 321615 w 982320"/>
                <a:gd name="connsiteY1" fmla="*/ 358178 h 396466"/>
                <a:gd name="connsiteX2" fmla="*/ 982320 w 982320"/>
                <a:gd name="connsiteY2" fmla="*/ 373087 h 396466"/>
                <a:gd name="connsiteX0" fmla="*/ 0 w 982320"/>
                <a:gd name="connsiteY0" fmla="*/ 0 h 404098"/>
                <a:gd name="connsiteX1" fmla="*/ 321615 w 982320"/>
                <a:gd name="connsiteY1" fmla="*/ 358178 h 404098"/>
                <a:gd name="connsiteX2" fmla="*/ 982320 w 982320"/>
                <a:gd name="connsiteY2" fmla="*/ 373087 h 40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2320" h="404098">
                  <a:moveTo>
                    <a:pt x="0" y="0"/>
                  </a:moveTo>
                  <a:cubicBezTo>
                    <a:pt x="2747" y="169032"/>
                    <a:pt x="131701" y="273772"/>
                    <a:pt x="321615" y="358178"/>
                  </a:cubicBezTo>
                  <a:cubicBezTo>
                    <a:pt x="511529" y="442584"/>
                    <a:pt x="648102" y="387594"/>
                    <a:pt x="982320" y="373087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00FA83C-46CE-7C8C-03C1-B041B7E462FB}"/>
                </a:ext>
              </a:extLst>
            </p:cNvPr>
            <p:cNvSpPr/>
            <p:nvPr/>
          </p:nvSpPr>
          <p:spPr>
            <a:xfrm flipH="1" flipV="1">
              <a:off x="3651080" y="2664440"/>
              <a:ext cx="2029044" cy="551239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3087"/>
                <a:gd name="connsiteX1" fmla="*/ 366859 w 1210921"/>
                <a:gd name="connsiteY1" fmla="*/ 260546 h 373087"/>
                <a:gd name="connsiteX2" fmla="*/ 1210921 w 1210921"/>
                <a:gd name="connsiteY2" fmla="*/ 373087 h 373087"/>
                <a:gd name="connsiteX0" fmla="*/ 0 w 1087096"/>
                <a:gd name="connsiteY0" fmla="*/ 0 h 365944"/>
                <a:gd name="connsiteX1" fmla="*/ 243034 w 1087096"/>
                <a:gd name="connsiteY1" fmla="*/ 253403 h 365944"/>
                <a:gd name="connsiteX2" fmla="*/ 1087096 w 1087096"/>
                <a:gd name="connsiteY2" fmla="*/ 365944 h 365944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10921"/>
                <a:gd name="connsiteY0" fmla="*/ 0 h 368325"/>
                <a:gd name="connsiteX1" fmla="*/ 366859 w 1210921"/>
                <a:gd name="connsiteY1" fmla="*/ 255784 h 368325"/>
                <a:gd name="connsiteX2" fmla="*/ 1210921 w 1210921"/>
                <a:gd name="connsiteY2" fmla="*/ 368325 h 368325"/>
                <a:gd name="connsiteX0" fmla="*/ 0 w 1208540"/>
                <a:gd name="connsiteY0" fmla="*/ 0 h 373087"/>
                <a:gd name="connsiteX1" fmla="*/ 364478 w 1208540"/>
                <a:gd name="connsiteY1" fmla="*/ 260546 h 373087"/>
                <a:gd name="connsiteX2" fmla="*/ 1208540 w 1208540"/>
                <a:gd name="connsiteY2" fmla="*/ 373087 h 373087"/>
                <a:gd name="connsiteX0" fmla="*/ 0 w 1363321"/>
                <a:gd name="connsiteY0" fmla="*/ 0 h 380231"/>
                <a:gd name="connsiteX1" fmla="*/ 364478 w 1363321"/>
                <a:gd name="connsiteY1" fmla="*/ 260546 h 380231"/>
                <a:gd name="connsiteX2" fmla="*/ 1363321 w 1363321"/>
                <a:gd name="connsiteY2" fmla="*/ 380231 h 380231"/>
                <a:gd name="connsiteX0" fmla="*/ 0 w 1325221"/>
                <a:gd name="connsiteY0" fmla="*/ 0 h 377850"/>
                <a:gd name="connsiteX1" fmla="*/ 364478 w 1325221"/>
                <a:gd name="connsiteY1" fmla="*/ 260546 h 377850"/>
                <a:gd name="connsiteX2" fmla="*/ 1325221 w 1325221"/>
                <a:gd name="connsiteY2" fmla="*/ 377850 h 377850"/>
                <a:gd name="connsiteX0" fmla="*/ 0 w 1325221"/>
                <a:gd name="connsiteY0" fmla="*/ 0 h 377982"/>
                <a:gd name="connsiteX1" fmla="*/ 364478 w 1325221"/>
                <a:gd name="connsiteY1" fmla="*/ 260546 h 377982"/>
                <a:gd name="connsiteX2" fmla="*/ 1325221 w 1325221"/>
                <a:gd name="connsiteY2" fmla="*/ 377850 h 377982"/>
                <a:gd name="connsiteX0" fmla="*/ 0 w 1325221"/>
                <a:gd name="connsiteY0" fmla="*/ 0 h 378132"/>
                <a:gd name="connsiteX1" fmla="*/ 219222 w 1325221"/>
                <a:gd name="connsiteY1" fmla="*/ 281977 h 378132"/>
                <a:gd name="connsiteX2" fmla="*/ 1325221 w 1325221"/>
                <a:gd name="connsiteY2" fmla="*/ 377850 h 37813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407062"/>
                <a:gd name="connsiteX1" fmla="*/ 433534 w 1325221"/>
                <a:gd name="connsiteY1" fmla="*/ 365320 h 407062"/>
                <a:gd name="connsiteX2" fmla="*/ 1325221 w 1325221"/>
                <a:gd name="connsiteY2" fmla="*/ 377850 h 407062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5221" h="410203">
                  <a:moveTo>
                    <a:pt x="0" y="0"/>
                  </a:moveTo>
                  <a:cubicBezTo>
                    <a:pt x="7510" y="116645"/>
                    <a:pt x="243620" y="273770"/>
                    <a:pt x="433534" y="365320"/>
                  </a:cubicBezTo>
                  <a:cubicBezTo>
                    <a:pt x="623448" y="456870"/>
                    <a:pt x="1000529" y="380450"/>
                    <a:pt x="1325221" y="37785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B4A6EFC-E958-F99A-8C7E-7E351F828B70}"/>
                </a:ext>
              </a:extLst>
            </p:cNvPr>
            <p:cNvSpPr/>
            <p:nvPr/>
          </p:nvSpPr>
          <p:spPr>
            <a:xfrm>
              <a:off x="2006146" y="1795981"/>
              <a:ext cx="3670331" cy="142473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7188" h="1060211">
                  <a:moveTo>
                    <a:pt x="222" y="1032955"/>
                  </a:moveTo>
                  <a:cubicBezTo>
                    <a:pt x="-9340" y="677636"/>
                    <a:pt x="291460" y="218293"/>
                    <a:pt x="573003" y="71407"/>
                  </a:cubicBezTo>
                  <a:cubicBezTo>
                    <a:pt x="854546" y="-75479"/>
                    <a:pt x="1411644" y="30890"/>
                    <a:pt x="1689481" y="151638"/>
                  </a:cubicBezTo>
                  <a:cubicBezTo>
                    <a:pt x="1967318" y="272386"/>
                    <a:pt x="2386234" y="705588"/>
                    <a:pt x="2397188" y="1060211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9797D9C-564D-C413-8B55-45D09F46B62D}"/>
                    </a:ext>
                  </a:extLst>
                </p:cNvPr>
                <p:cNvSpPr txBox="1"/>
                <p:nvPr/>
              </p:nvSpPr>
              <p:spPr>
                <a:xfrm>
                  <a:off x="4574171" y="1609082"/>
                  <a:ext cx="46358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9797D9C-564D-C413-8B55-45D09F46B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4171" y="1609082"/>
                  <a:ext cx="463588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0810868-E725-7298-05CB-12E0C6639214}"/>
                    </a:ext>
                  </a:extLst>
                </p:cNvPr>
                <p:cNvSpPr txBox="1"/>
                <p:nvPr/>
              </p:nvSpPr>
              <p:spPr>
                <a:xfrm>
                  <a:off x="5593409" y="3323023"/>
                  <a:ext cx="66396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0810868-E725-7298-05CB-12E0C6639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3409" y="3323023"/>
                  <a:ext cx="66396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7653300-AC31-FA81-9B66-CF97498B2CD8}"/>
                    </a:ext>
                  </a:extLst>
                </p:cNvPr>
                <p:cNvSpPr txBox="1"/>
                <p:nvPr/>
              </p:nvSpPr>
              <p:spPr>
                <a:xfrm>
                  <a:off x="2780488" y="2132302"/>
                  <a:ext cx="61632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7653300-AC31-FA81-9B66-CF97498B2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0488" y="2132302"/>
                  <a:ext cx="61632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061E025-727E-147B-5522-88FBC80B2F17}"/>
                    </a:ext>
                  </a:extLst>
                </p:cNvPr>
                <p:cNvSpPr txBox="1"/>
                <p:nvPr/>
              </p:nvSpPr>
              <p:spPr>
                <a:xfrm>
                  <a:off x="4569424" y="3284802"/>
                  <a:ext cx="64350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061E025-727E-147B-5522-88FBC80B2F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9424" y="3284802"/>
                  <a:ext cx="643509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644127-DB11-999B-03FA-E844C6EDD331}"/>
                  </a:ext>
                </a:extLst>
              </p:cNvPr>
              <p:cNvSpPr txBox="1"/>
              <p:nvPr/>
            </p:nvSpPr>
            <p:spPr>
              <a:xfrm>
                <a:off x="1028256" y="660947"/>
                <a:ext cx="125124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644127-DB11-999B-03FA-E844C6EDD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56" y="660947"/>
                <a:ext cx="125124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54E5D6-536D-10D9-3A2A-F93FA6D831DE}"/>
                  </a:ext>
                </a:extLst>
              </p:cNvPr>
              <p:cNvSpPr txBox="1"/>
              <p:nvPr/>
            </p:nvSpPr>
            <p:spPr>
              <a:xfrm>
                <a:off x="3704798" y="660947"/>
                <a:ext cx="66571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54E5D6-536D-10D9-3A2A-F93FA6D83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798" y="660947"/>
                <a:ext cx="665714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0BD2509-68EB-441C-0364-50F80241C9D5}"/>
              </a:ext>
            </a:extLst>
          </p:cNvPr>
          <p:cNvSpPr txBox="1"/>
          <p:nvPr/>
        </p:nvSpPr>
        <p:spPr>
          <a:xfrm>
            <a:off x="7368080" y="1465743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smooth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C230278-DAC4-9B74-5009-D6E26E452EBC}"/>
                  </a:ext>
                </a:extLst>
              </p:cNvPr>
              <p:cNvSpPr txBox="1"/>
              <p:nvPr/>
            </p:nvSpPr>
            <p:spPr>
              <a:xfrm>
                <a:off x="6018272" y="2060399"/>
                <a:ext cx="6044412" cy="1157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C230278-DAC4-9B74-5009-D6E26E452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272" y="2060399"/>
                <a:ext cx="6044412" cy="11573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9551D99-2510-1303-52DD-EF2327C05260}"/>
              </a:ext>
            </a:extLst>
          </p:cNvPr>
          <p:cNvCxnSpPr/>
          <p:nvPr/>
        </p:nvCxnSpPr>
        <p:spPr>
          <a:xfrm flipH="1" flipV="1">
            <a:off x="9022080" y="2941568"/>
            <a:ext cx="381000" cy="596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CB9131E-4444-AC47-AE9D-E1E6C5AFA1DE}"/>
              </a:ext>
            </a:extLst>
          </p:cNvPr>
          <p:cNvSpPr txBox="1"/>
          <p:nvPr/>
        </p:nvSpPr>
        <p:spPr>
          <a:xfrm>
            <a:off x="9096746" y="3527600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curl!</a:t>
            </a:r>
          </a:p>
        </p:txBody>
      </p:sp>
    </p:spTree>
    <p:extLst>
      <p:ext uri="{BB962C8B-B14F-4D97-AF65-F5344CB8AC3E}">
        <p14:creationId xmlns:p14="http://schemas.microsoft.com/office/powerpoint/2010/main" val="27888951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E9E4-569F-4C8D-E039-314AA42B7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4E3E163-0B12-2DB8-B65A-CC6AC1586F71}"/>
              </a:ext>
            </a:extLst>
          </p:cNvPr>
          <p:cNvSpPr/>
          <p:nvPr/>
        </p:nvSpPr>
        <p:spPr>
          <a:xfrm>
            <a:off x="1662300" y="2197317"/>
            <a:ext cx="3067505" cy="2494834"/>
          </a:xfrm>
          <a:custGeom>
            <a:avLst/>
            <a:gdLst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330291"/>
              <a:gd name="connsiteY0" fmla="*/ 1288023 h 1288023"/>
              <a:gd name="connsiteX1" fmla="*/ 663269 w 2330291"/>
              <a:gd name="connsiteY1" fmla="*/ 178837 h 1288023"/>
              <a:gd name="connsiteX2" fmla="*/ 1598771 w 2330291"/>
              <a:gd name="connsiteY2" fmla="*/ 73330 h 1288023"/>
              <a:gd name="connsiteX3" fmla="*/ 2330291 w 2330291"/>
              <a:gd name="connsiteY3" fmla="*/ 903323 h 1288023"/>
              <a:gd name="connsiteX0" fmla="*/ 165 w 2330456"/>
              <a:gd name="connsiteY0" fmla="*/ 1288023 h 1288023"/>
              <a:gd name="connsiteX1" fmla="*/ 663434 w 2330456"/>
              <a:gd name="connsiteY1" fmla="*/ 178837 h 1288023"/>
              <a:gd name="connsiteX2" fmla="*/ 1598936 w 2330456"/>
              <a:gd name="connsiteY2" fmla="*/ 73330 h 1288023"/>
              <a:gd name="connsiteX3" fmla="*/ 2330456 w 2330456"/>
              <a:gd name="connsiteY3" fmla="*/ 903323 h 1288023"/>
              <a:gd name="connsiteX0" fmla="*/ 165 w 2330456"/>
              <a:gd name="connsiteY0" fmla="*/ 1273056 h 1273056"/>
              <a:gd name="connsiteX1" fmla="*/ 663434 w 2330456"/>
              <a:gd name="connsiteY1" fmla="*/ 178158 h 1273056"/>
              <a:gd name="connsiteX2" fmla="*/ 1598936 w 2330456"/>
              <a:gd name="connsiteY2" fmla="*/ 72651 h 1273056"/>
              <a:gd name="connsiteX3" fmla="*/ 2330456 w 2330456"/>
              <a:gd name="connsiteY3" fmla="*/ 902644 h 1273056"/>
              <a:gd name="connsiteX0" fmla="*/ 211 w 2330502"/>
              <a:gd name="connsiteY0" fmla="*/ 1242225 h 1242225"/>
              <a:gd name="connsiteX1" fmla="*/ 572992 w 2330502"/>
              <a:gd name="connsiteY1" fmla="*/ 280677 h 1242225"/>
              <a:gd name="connsiteX2" fmla="*/ 1598982 w 2330502"/>
              <a:gd name="connsiteY2" fmla="*/ 41820 h 1242225"/>
              <a:gd name="connsiteX3" fmla="*/ 2330502 w 2330502"/>
              <a:gd name="connsiteY3" fmla="*/ 871813 h 1242225"/>
              <a:gd name="connsiteX0" fmla="*/ 222 w 2330513"/>
              <a:gd name="connsiteY0" fmla="*/ 1032955 h 1032955"/>
              <a:gd name="connsiteX1" fmla="*/ 573003 w 2330513"/>
              <a:gd name="connsiteY1" fmla="*/ 71407 h 1032955"/>
              <a:gd name="connsiteX2" fmla="*/ 1689481 w 2330513"/>
              <a:gd name="connsiteY2" fmla="*/ 151638 h 1032955"/>
              <a:gd name="connsiteX3" fmla="*/ 2330513 w 2330513"/>
              <a:gd name="connsiteY3" fmla="*/ 662543 h 1032955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  <a:gd name="connsiteX0" fmla="*/ 222 w 2414158"/>
              <a:gd name="connsiteY0" fmla="*/ 1035443 h 1062699"/>
              <a:gd name="connsiteX1" fmla="*/ 573003 w 2414158"/>
              <a:gd name="connsiteY1" fmla="*/ 73895 h 1062699"/>
              <a:gd name="connsiteX2" fmla="*/ 1689481 w 2414158"/>
              <a:gd name="connsiteY2" fmla="*/ 154126 h 1062699"/>
              <a:gd name="connsiteX3" fmla="*/ 2347696 w 2414158"/>
              <a:gd name="connsiteY3" fmla="*/ 860459 h 1062699"/>
              <a:gd name="connsiteX4" fmla="*/ 2397188 w 2414158"/>
              <a:gd name="connsiteY4" fmla="*/ 1062699 h 1062699"/>
              <a:gd name="connsiteX0" fmla="*/ 222 w 2414158"/>
              <a:gd name="connsiteY0" fmla="*/ 1026067 h 1053323"/>
              <a:gd name="connsiteX1" fmla="*/ 573003 w 2414158"/>
              <a:gd name="connsiteY1" fmla="*/ 64519 h 1053323"/>
              <a:gd name="connsiteX2" fmla="*/ 1689481 w 2414158"/>
              <a:gd name="connsiteY2" fmla="*/ 144750 h 1053323"/>
              <a:gd name="connsiteX3" fmla="*/ 2153599 w 2414158"/>
              <a:gd name="connsiteY3" fmla="*/ 601586 h 1053323"/>
              <a:gd name="connsiteX4" fmla="*/ 2347696 w 2414158"/>
              <a:gd name="connsiteY4" fmla="*/ 851083 h 1053323"/>
              <a:gd name="connsiteX5" fmla="*/ 2397188 w 2414158"/>
              <a:gd name="connsiteY5" fmla="*/ 1053323 h 1053323"/>
              <a:gd name="connsiteX0" fmla="*/ 25047 w 2438983"/>
              <a:gd name="connsiteY0" fmla="*/ 1010621 h 1037877"/>
              <a:gd name="connsiteX1" fmla="*/ 48346 w 2438983"/>
              <a:gd name="connsiteY1" fmla="*/ 801615 h 1037877"/>
              <a:gd name="connsiteX2" fmla="*/ 597828 w 2438983"/>
              <a:gd name="connsiteY2" fmla="*/ 49073 h 1037877"/>
              <a:gd name="connsiteX3" fmla="*/ 1714306 w 2438983"/>
              <a:gd name="connsiteY3" fmla="*/ 129304 h 1037877"/>
              <a:gd name="connsiteX4" fmla="*/ 2178424 w 2438983"/>
              <a:gd name="connsiteY4" fmla="*/ 586140 h 1037877"/>
              <a:gd name="connsiteX5" fmla="*/ 2372521 w 2438983"/>
              <a:gd name="connsiteY5" fmla="*/ 835637 h 1037877"/>
              <a:gd name="connsiteX6" fmla="*/ 2422013 w 2438983"/>
              <a:gd name="connsiteY6" fmla="*/ 1037877 h 1037877"/>
              <a:gd name="connsiteX0" fmla="*/ 25047 w 2438983"/>
              <a:gd name="connsiteY0" fmla="*/ 995141 h 1022397"/>
              <a:gd name="connsiteX1" fmla="*/ 48346 w 2438983"/>
              <a:gd name="connsiteY1" fmla="*/ 786135 h 1022397"/>
              <a:gd name="connsiteX2" fmla="*/ 152859 w 2438983"/>
              <a:gd name="connsiteY2" fmla="*/ 576329 h 1022397"/>
              <a:gd name="connsiteX3" fmla="*/ 597828 w 2438983"/>
              <a:gd name="connsiteY3" fmla="*/ 33593 h 1022397"/>
              <a:gd name="connsiteX4" fmla="*/ 1714306 w 2438983"/>
              <a:gd name="connsiteY4" fmla="*/ 113824 h 1022397"/>
              <a:gd name="connsiteX5" fmla="*/ 2178424 w 2438983"/>
              <a:gd name="connsiteY5" fmla="*/ 570660 h 1022397"/>
              <a:gd name="connsiteX6" fmla="*/ 2372521 w 2438983"/>
              <a:gd name="connsiteY6" fmla="*/ 820157 h 1022397"/>
              <a:gd name="connsiteX7" fmla="*/ 2422013 w 2438983"/>
              <a:gd name="connsiteY7" fmla="*/ 1022397 h 1022397"/>
              <a:gd name="connsiteX0" fmla="*/ 1166345 w 2395799"/>
              <a:gd name="connsiteY0" fmla="*/ 1879724 h 1879724"/>
              <a:gd name="connsiteX1" fmla="*/ 5162 w 2395799"/>
              <a:gd name="connsiteY1" fmla="*/ 786135 h 1879724"/>
              <a:gd name="connsiteX2" fmla="*/ 109675 w 2395799"/>
              <a:gd name="connsiteY2" fmla="*/ 576329 h 1879724"/>
              <a:gd name="connsiteX3" fmla="*/ 554644 w 2395799"/>
              <a:gd name="connsiteY3" fmla="*/ 33593 h 1879724"/>
              <a:gd name="connsiteX4" fmla="*/ 1671122 w 2395799"/>
              <a:gd name="connsiteY4" fmla="*/ 113824 h 1879724"/>
              <a:gd name="connsiteX5" fmla="*/ 2135240 w 2395799"/>
              <a:gd name="connsiteY5" fmla="*/ 570660 h 1879724"/>
              <a:gd name="connsiteX6" fmla="*/ 2329337 w 2395799"/>
              <a:gd name="connsiteY6" fmla="*/ 820157 h 1879724"/>
              <a:gd name="connsiteX7" fmla="*/ 2378829 w 2395799"/>
              <a:gd name="connsiteY7" fmla="*/ 1022397 h 1879724"/>
              <a:gd name="connsiteX0" fmla="*/ 1166345 w 2338027"/>
              <a:gd name="connsiteY0" fmla="*/ 1879724 h 1879724"/>
              <a:gd name="connsiteX1" fmla="*/ 5162 w 2338027"/>
              <a:gd name="connsiteY1" fmla="*/ 786135 h 1879724"/>
              <a:gd name="connsiteX2" fmla="*/ 109675 w 2338027"/>
              <a:gd name="connsiteY2" fmla="*/ 576329 h 1879724"/>
              <a:gd name="connsiteX3" fmla="*/ 554644 w 2338027"/>
              <a:gd name="connsiteY3" fmla="*/ 33593 h 1879724"/>
              <a:gd name="connsiteX4" fmla="*/ 1671122 w 2338027"/>
              <a:gd name="connsiteY4" fmla="*/ 113824 h 1879724"/>
              <a:gd name="connsiteX5" fmla="*/ 2135240 w 2338027"/>
              <a:gd name="connsiteY5" fmla="*/ 570660 h 1879724"/>
              <a:gd name="connsiteX6" fmla="*/ 2329337 w 2338027"/>
              <a:gd name="connsiteY6" fmla="*/ 820157 h 1879724"/>
              <a:gd name="connsiteX7" fmla="*/ 1333697 w 2338027"/>
              <a:gd name="connsiteY7" fmla="*/ 1804912 h 1879724"/>
              <a:gd name="connsiteX0" fmla="*/ 1166345 w 2338027"/>
              <a:gd name="connsiteY0" fmla="*/ 1879724 h 1879724"/>
              <a:gd name="connsiteX1" fmla="*/ 5162 w 2338027"/>
              <a:gd name="connsiteY1" fmla="*/ 786135 h 1879724"/>
              <a:gd name="connsiteX2" fmla="*/ 109675 w 2338027"/>
              <a:gd name="connsiteY2" fmla="*/ 576329 h 1879724"/>
              <a:gd name="connsiteX3" fmla="*/ 554644 w 2338027"/>
              <a:gd name="connsiteY3" fmla="*/ 33593 h 1879724"/>
              <a:gd name="connsiteX4" fmla="*/ 1671122 w 2338027"/>
              <a:gd name="connsiteY4" fmla="*/ 113824 h 1879724"/>
              <a:gd name="connsiteX5" fmla="*/ 2135240 w 2338027"/>
              <a:gd name="connsiteY5" fmla="*/ 570660 h 1879724"/>
              <a:gd name="connsiteX6" fmla="*/ 2329337 w 2338027"/>
              <a:gd name="connsiteY6" fmla="*/ 820157 h 1879724"/>
              <a:gd name="connsiteX7" fmla="*/ 1333697 w 2338027"/>
              <a:gd name="connsiteY7" fmla="*/ 1804912 h 1879724"/>
              <a:gd name="connsiteX8" fmla="*/ 1166345 w 2338027"/>
              <a:gd name="connsiteY8" fmla="*/ 1879724 h 1879724"/>
              <a:gd name="connsiteX0" fmla="*/ 1166345 w 2338507"/>
              <a:gd name="connsiteY0" fmla="*/ 1879724 h 1879724"/>
              <a:gd name="connsiteX1" fmla="*/ 5162 w 2338507"/>
              <a:gd name="connsiteY1" fmla="*/ 786135 h 1879724"/>
              <a:gd name="connsiteX2" fmla="*/ 109675 w 2338507"/>
              <a:gd name="connsiteY2" fmla="*/ 576329 h 1879724"/>
              <a:gd name="connsiteX3" fmla="*/ 554644 w 2338507"/>
              <a:gd name="connsiteY3" fmla="*/ 33593 h 1879724"/>
              <a:gd name="connsiteX4" fmla="*/ 1671122 w 2338507"/>
              <a:gd name="connsiteY4" fmla="*/ 113824 h 1879724"/>
              <a:gd name="connsiteX5" fmla="*/ 2135240 w 2338507"/>
              <a:gd name="connsiteY5" fmla="*/ 570660 h 1879724"/>
              <a:gd name="connsiteX6" fmla="*/ 2329337 w 2338507"/>
              <a:gd name="connsiteY6" fmla="*/ 820157 h 1879724"/>
              <a:gd name="connsiteX7" fmla="*/ 1333697 w 2338507"/>
              <a:gd name="connsiteY7" fmla="*/ 1804912 h 1879724"/>
              <a:gd name="connsiteX8" fmla="*/ 1166345 w 2338507"/>
              <a:gd name="connsiteY8" fmla="*/ 1879724 h 1879724"/>
              <a:gd name="connsiteX0" fmla="*/ 1161183 w 2333345"/>
              <a:gd name="connsiteY0" fmla="*/ 1879724 h 1880231"/>
              <a:gd name="connsiteX1" fmla="*/ 0 w 2333345"/>
              <a:gd name="connsiteY1" fmla="*/ 786135 h 1880231"/>
              <a:gd name="connsiteX2" fmla="*/ 104513 w 2333345"/>
              <a:gd name="connsiteY2" fmla="*/ 576329 h 1880231"/>
              <a:gd name="connsiteX3" fmla="*/ 549482 w 2333345"/>
              <a:gd name="connsiteY3" fmla="*/ 33593 h 1880231"/>
              <a:gd name="connsiteX4" fmla="*/ 1665960 w 2333345"/>
              <a:gd name="connsiteY4" fmla="*/ 113824 h 1880231"/>
              <a:gd name="connsiteX5" fmla="*/ 2130078 w 2333345"/>
              <a:gd name="connsiteY5" fmla="*/ 570660 h 1880231"/>
              <a:gd name="connsiteX6" fmla="*/ 2324175 w 2333345"/>
              <a:gd name="connsiteY6" fmla="*/ 820157 h 1880231"/>
              <a:gd name="connsiteX7" fmla="*/ 1328535 w 2333345"/>
              <a:gd name="connsiteY7" fmla="*/ 1804912 h 1880231"/>
              <a:gd name="connsiteX8" fmla="*/ 1161183 w 2333345"/>
              <a:gd name="connsiteY8" fmla="*/ 1879724 h 1880231"/>
              <a:gd name="connsiteX0" fmla="*/ 1161183 w 2333345"/>
              <a:gd name="connsiteY0" fmla="*/ 1879724 h 1880231"/>
              <a:gd name="connsiteX1" fmla="*/ 0 w 2333345"/>
              <a:gd name="connsiteY1" fmla="*/ 786135 h 1880231"/>
              <a:gd name="connsiteX2" fmla="*/ 104513 w 2333345"/>
              <a:gd name="connsiteY2" fmla="*/ 576329 h 1880231"/>
              <a:gd name="connsiteX3" fmla="*/ 549482 w 2333345"/>
              <a:gd name="connsiteY3" fmla="*/ 33593 h 1880231"/>
              <a:gd name="connsiteX4" fmla="*/ 1665960 w 2333345"/>
              <a:gd name="connsiteY4" fmla="*/ 113824 h 1880231"/>
              <a:gd name="connsiteX5" fmla="*/ 2130078 w 2333345"/>
              <a:gd name="connsiteY5" fmla="*/ 570660 h 1880231"/>
              <a:gd name="connsiteX6" fmla="*/ 2324175 w 2333345"/>
              <a:gd name="connsiteY6" fmla="*/ 820157 h 1880231"/>
              <a:gd name="connsiteX7" fmla="*/ 1328535 w 2333345"/>
              <a:gd name="connsiteY7" fmla="*/ 1804912 h 1880231"/>
              <a:gd name="connsiteX8" fmla="*/ 1161183 w 2333345"/>
              <a:gd name="connsiteY8" fmla="*/ 1879724 h 1880231"/>
              <a:gd name="connsiteX0" fmla="*/ 1161183 w 2333345"/>
              <a:gd name="connsiteY0" fmla="*/ 1879724 h 1880231"/>
              <a:gd name="connsiteX1" fmla="*/ 0 w 2333345"/>
              <a:gd name="connsiteY1" fmla="*/ 786135 h 1880231"/>
              <a:gd name="connsiteX2" fmla="*/ 104513 w 2333345"/>
              <a:gd name="connsiteY2" fmla="*/ 576329 h 1880231"/>
              <a:gd name="connsiteX3" fmla="*/ 549482 w 2333345"/>
              <a:gd name="connsiteY3" fmla="*/ 33593 h 1880231"/>
              <a:gd name="connsiteX4" fmla="*/ 1665960 w 2333345"/>
              <a:gd name="connsiteY4" fmla="*/ 113824 h 1880231"/>
              <a:gd name="connsiteX5" fmla="*/ 2130078 w 2333345"/>
              <a:gd name="connsiteY5" fmla="*/ 570660 h 1880231"/>
              <a:gd name="connsiteX6" fmla="*/ 2324175 w 2333345"/>
              <a:gd name="connsiteY6" fmla="*/ 820157 h 1880231"/>
              <a:gd name="connsiteX7" fmla="*/ 1328535 w 2333345"/>
              <a:gd name="connsiteY7" fmla="*/ 1804912 h 1880231"/>
              <a:gd name="connsiteX8" fmla="*/ 1161183 w 2333345"/>
              <a:gd name="connsiteY8" fmla="*/ 1879724 h 1880231"/>
              <a:gd name="connsiteX0" fmla="*/ 1161531 w 2333693"/>
              <a:gd name="connsiteY0" fmla="*/ 1879724 h 1879724"/>
              <a:gd name="connsiteX1" fmla="*/ 348 w 2333693"/>
              <a:gd name="connsiteY1" fmla="*/ 786135 h 1879724"/>
              <a:gd name="connsiteX2" fmla="*/ 104861 w 2333693"/>
              <a:gd name="connsiteY2" fmla="*/ 576329 h 1879724"/>
              <a:gd name="connsiteX3" fmla="*/ 549830 w 2333693"/>
              <a:gd name="connsiteY3" fmla="*/ 33593 h 1879724"/>
              <a:gd name="connsiteX4" fmla="*/ 1666308 w 2333693"/>
              <a:gd name="connsiteY4" fmla="*/ 113824 h 1879724"/>
              <a:gd name="connsiteX5" fmla="*/ 2130426 w 2333693"/>
              <a:gd name="connsiteY5" fmla="*/ 570660 h 1879724"/>
              <a:gd name="connsiteX6" fmla="*/ 2324523 w 2333693"/>
              <a:gd name="connsiteY6" fmla="*/ 820157 h 1879724"/>
              <a:gd name="connsiteX7" fmla="*/ 1328883 w 2333693"/>
              <a:gd name="connsiteY7" fmla="*/ 1804912 h 1879724"/>
              <a:gd name="connsiteX8" fmla="*/ 1161531 w 2333693"/>
              <a:gd name="connsiteY8" fmla="*/ 1879724 h 1879724"/>
              <a:gd name="connsiteX0" fmla="*/ 1161531 w 2333693"/>
              <a:gd name="connsiteY0" fmla="*/ 1879724 h 1879724"/>
              <a:gd name="connsiteX1" fmla="*/ 348 w 2333693"/>
              <a:gd name="connsiteY1" fmla="*/ 786135 h 1879724"/>
              <a:gd name="connsiteX2" fmla="*/ 104861 w 2333693"/>
              <a:gd name="connsiteY2" fmla="*/ 576329 h 1879724"/>
              <a:gd name="connsiteX3" fmla="*/ 549830 w 2333693"/>
              <a:gd name="connsiteY3" fmla="*/ 33593 h 1879724"/>
              <a:gd name="connsiteX4" fmla="*/ 1666308 w 2333693"/>
              <a:gd name="connsiteY4" fmla="*/ 113824 h 1879724"/>
              <a:gd name="connsiteX5" fmla="*/ 2130426 w 2333693"/>
              <a:gd name="connsiteY5" fmla="*/ 570660 h 1879724"/>
              <a:gd name="connsiteX6" fmla="*/ 2324523 w 2333693"/>
              <a:gd name="connsiteY6" fmla="*/ 820157 h 1879724"/>
              <a:gd name="connsiteX7" fmla="*/ 1328883 w 2333693"/>
              <a:gd name="connsiteY7" fmla="*/ 1804912 h 1879724"/>
              <a:gd name="connsiteX8" fmla="*/ 1161531 w 2333693"/>
              <a:gd name="connsiteY8" fmla="*/ 1879724 h 1879724"/>
              <a:gd name="connsiteX0" fmla="*/ 1067167 w 2239329"/>
              <a:gd name="connsiteY0" fmla="*/ 1879724 h 1895998"/>
              <a:gd name="connsiteX1" fmla="*/ 119987 w 2239329"/>
              <a:gd name="connsiteY1" fmla="*/ 1466583 h 1895998"/>
              <a:gd name="connsiteX2" fmla="*/ 10497 w 2239329"/>
              <a:gd name="connsiteY2" fmla="*/ 576329 h 1895998"/>
              <a:gd name="connsiteX3" fmla="*/ 455466 w 2239329"/>
              <a:gd name="connsiteY3" fmla="*/ 33593 h 1895998"/>
              <a:gd name="connsiteX4" fmla="*/ 1571944 w 2239329"/>
              <a:gd name="connsiteY4" fmla="*/ 113824 h 1895998"/>
              <a:gd name="connsiteX5" fmla="*/ 2036062 w 2239329"/>
              <a:gd name="connsiteY5" fmla="*/ 570660 h 1895998"/>
              <a:gd name="connsiteX6" fmla="*/ 2230159 w 2239329"/>
              <a:gd name="connsiteY6" fmla="*/ 820157 h 1895998"/>
              <a:gd name="connsiteX7" fmla="*/ 1234519 w 2239329"/>
              <a:gd name="connsiteY7" fmla="*/ 1804912 h 1895998"/>
              <a:gd name="connsiteX8" fmla="*/ 1067167 w 2239329"/>
              <a:gd name="connsiteY8" fmla="*/ 1879724 h 1895998"/>
              <a:gd name="connsiteX0" fmla="*/ 870368 w 2258141"/>
              <a:gd name="connsiteY0" fmla="*/ 1726623 h 1865337"/>
              <a:gd name="connsiteX1" fmla="*/ 137191 w 2258141"/>
              <a:gd name="connsiteY1" fmla="*/ 1466583 h 1865337"/>
              <a:gd name="connsiteX2" fmla="*/ 27701 w 2258141"/>
              <a:gd name="connsiteY2" fmla="*/ 576329 h 1865337"/>
              <a:gd name="connsiteX3" fmla="*/ 472670 w 2258141"/>
              <a:gd name="connsiteY3" fmla="*/ 33593 h 1865337"/>
              <a:gd name="connsiteX4" fmla="*/ 1589148 w 2258141"/>
              <a:gd name="connsiteY4" fmla="*/ 113824 h 1865337"/>
              <a:gd name="connsiteX5" fmla="*/ 2053266 w 2258141"/>
              <a:gd name="connsiteY5" fmla="*/ 570660 h 1865337"/>
              <a:gd name="connsiteX6" fmla="*/ 2247363 w 2258141"/>
              <a:gd name="connsiteY6" fmla="*/ 820157 h 1865337"/>
              <a:gd name="connsiteX7" fmla="*/ 1251723 w 2258141"/>
              <a:gd name="connsiteY7" fmla="*/ 1804912 h 1865337"/>
              <a:gd name="connsiteX8" fmla="*/ 870368 w 2258141"/>
              <a:gd name="connsiteY8" fmla="*/ 1726623 h 1865337"/>
              <a:gd name="connsiteX0" fmla="*/ 870368 w 2251149"/>
              <a:gd name="connsiteY0" fmla="*/ 1726623 h 1752456"/>
              <a:gd name="connsiteX1" fmla="*/ 137191 w 2251149"/>
              <a:gd name="connsiteY1" fmla="*/ 1466583 h 1752456"/>
              <a:gd name="connsiteX2" fmla="*/ 27701 w 2251149"/>
              <a:gd name="connsiteY2" fmla="*/ 576329 h 1752456"/>
              <a:gd name="connsiteX3" fmla="*/ 472670 w 2251149"/>
              <a:gd name="connsiteY3" fmla="*/ 33593 h 1752456"/>
              <a:gd name="connsiteX4" fmla="*/ 1589148 w 2251149"/>
              <a:gd name="connsiteY4" fmla="*/ 113824 h 1752456"/>
              <a:gd name="connsiteX5" fmla="*/ 2053266 w 2251149"/>
              <a:gd name="connsiteY5" fmla="*/ 570660 h 1752456"/>
              <a:gd name="connsiteX6" fmla="*/ 2247363 w 2251149"/>
              <a:gd name="connsiteY6" fmla="*/ 820157 h 1752456"/>
              <a:gd name="connsiteX7" fmla="*/ 1898709 w 2251149"/>
              <a:gd name="connsiteY7" fmla="*/ 1640471 h 1752456"/>
              <a:gd name="connsiteX8" fmla="*/ 870368 w 2251149"/>
              <a:gd name="connsiteY8" fmla="*/ 1726623 h 1752456"/>
              <a:gd name="connsiteX0" fmla="*/ 870368 w 2080001"/>
              <a:gd name="connsiteY0" fmla="*/ 1726623 h 1766694"/>
              <a:gd name="connsiteX1" fmla="*/ 137191 w 2080001"/>
              <a:gd name="connsiteY1" fmla="*/ 1466583 h 1766694"/>
              <a:gd name="connsiteX2" fmla="*/ 27701 w 2080001"/>
              <a:gd name="connsiteY2" fmla="*/ 576329 h 1766694"/>
              <a:gd name="connsiteX3" fmla="*/ 472670 w 2080001"/>
              <a:gd name="connsiteY3" fmla="*/ 33593 h 1766694"/>
              <a:gd name="connsiteX4" fmla="*/ 1589148 w 2080001"/>
              <a:gd name="connsiteY4" fmla="*/ 113824 h 1766694"/>
              <a:gd name="connsiteX5" fmla="*/ 2053266 w 2080001"/>
              <a:gd name="connsiteY5" fmla="*/ 570660 h 1766694"/>
              <a:gd name="connsiteX6" fmla="*/ 1898709 w 2080001"/>
              <a:gd name="connsiteY6" fmla="*/ 1640471 h 1766694"/>
              <a:gd name="connsiteX7" fmla="*/ 870368 w 2080001"/>
              <a:gd name="connsiteY7" fmla="*/ 1726623 h 1766694"/>
              <a:gd name="connsiteX0" fmla="*/ 870368 w 2056137"/>
              <a:gd name="connsiteY0" fmla="*/ 1726623 h 1757803"/>
              <a:gd name="connsiteX1" fmla="*/ 137191 w 2056137"/>
              <a:gd name="connsiteY1" fmla="*/ 1466583 h 1757803"/>
              <a:gd name="connsiteX2" fmla="*/ 27701 w 2056137"/>
              <a:gd name="connsiteY2" fmla="*/ 576329 h 1757803"/>
              <a:gd name="connsiteX3" fmla="*/ 472670 w 2056137"/>
              <a:gd name="connsiteY3" fmla="*/ 33593 h 1757803"/>
              <a:gd name="connsiteX4" fmla="*/ 1589148 w 2056137"/>
              <a:gd name="connsiteY4" fmla="*/ 113824 h 1757803"/>
              <a:gd name="connsiteX5" fmla="*/ 2053266 w 2056137"/>
              <a:gd name="connsiteY5" fmla="*/ 570660 h 1757803"/>
              <a:gd name="connsiteX6" fmla="*/ 1739451 w 2056137"/>
              <a:gd name="connsiteY6" fmla="*/ 1623460 h 1757803"/>
              <a:gd name="connsiteX7" fmla="*/ 870368 w 2056137"/>
              <a:gd name="connsiteY7" fmla="*/ 1726623 h 1757803"/>
              <a:gd name="connsiteX0" fmla="*/ 906469 w 2057307"/>
              <a:gd name="connsiteY0" fmla="*/ 1851372 h 1858399"/>
              <a:gd name="connsiteX1" fmla="*/ 138454 w 2057307"/>
              <a:gd name="connsiteY1" fmla="*/ 1466583 h 1858399"/>
              <a:gd name="connsiteX2" fmla="*/ 28964 w 2057307"/>
              <a:gd name="connsiteY2" fmla="*/ 576329 h 1858399"/>
              <a:gd name="connsiteX3" fmla="*/ 473933 w 2057307"/>
              <a:gd name="connsiteY3" fmla="*/ 33593 h 1858399"/>
              <a:gd name="connsiteX4" fmla="*/ 1590411 w 2057307"/>
              <a:gd name="connsiteY4" fmla="*/ 113824 h 1858399"/>
              <a:gd name="connsiteX5" fmla="*/ 2054529 w 2057307"/>
              <a:gd name="connsiteY5" fmla="*/ 570660 h 1858399"/>
              <a:gd name="connsiteX6" fmla="*/ 1740714 w 2057307"/>
              <a:gd name="connsiteY6" fmla="*/ 1623460 h 1858399"/>
              <a:gd name="connsiteX7" fmla="*/ 906469 w 2057307"/>
              <a:gd name="connsiteY7" fmla="*/ 1851372 h 1858399"/>
              <a:gd name="connsiteX0" fmla="*/ 896667 w 2047505"/>
              <a:gd name="connsiteY0" fmla="*/ 1851372 h 1856760"/>
              <a:gd name="connsiteX1" fmla="*/ 163490 w 2047505"/>
              <a:gd name="connsiteY1" fmla="*/ 1494935 h 1856760"/>
              <a:gd name="connsiteX2" fmla="*/ 19162 w 2047505"/>
              <a:gd name="connsiteY2" fmla="*/ 576329 h 1856760"/>
              <a:gd name="connsiteX3" fmla="*/ 464131 w 2047505"/>
              <a:gd name="connsiteY3" fmla="*/ 33593 h 1856760"/>
              <a:gd name="connsiteX4" fmla="*/ 1580609 w 2047505"/>
              <a:gd name="connsiteY4" fmla="*/ 113824 h 1856760"/>
              <a:gd name="connsiteX5" fmla="*/ 2044727 w 2047505"/>
              <a:gd name="connsiteY5" fmla="*/ 570660 h 1856760"/>
              <a:gd name="connsiteX6" fmla="*/ 1730912 w 2047505"/>
              <a:gd name="connsiteY6" fmla="*/ 1623460 h 1856760"/>
              <a:gd name="connsiteX7" fmla="*/ 896667 w 2047505"/>
              <a:gd name="connsiteY7" fmla="*/ 1851372 h 1856760"/>
              <a:gd name="connsiteX0" fmla="*/ 896667 w 2003466"/>
              <a:gd name="connsiteY0" fmla="*/ 1851372 h 1856524"/>
              <a:gd name="connsiteX1" fmla="*/ 163490 w 2003466"/>
              <a:gd name="connsiteY1" fmla="*/ 1494935 h 1856524"/>
              <a:gd name="connsiteX2" fmla="*/ 19162 w 2003466"/>
              <a:gd name="connsiteY2" fmla="*/ 576329 h 1856524"/>
              <a:gd name="connsiteX3" fmla="*/ 464131 w 2003466"/>
              <a:gd name="connsiteY3" fmla="*/ 33593 h 1856524"/>
              <a:gd name="connsiteX4" fmla="*/ 1580609 w 2003466"/>
              <a:gd name="connsiteY4" fmla="*/ 113824 h 1856524"/>
              <a:gd name="connsiteX5" fmla="*/ 1999936 w 2003466"/>
              <a:gd name="connsiteY5" fmla="*/ 593341 h 1856524"/>
              <a:gd name="connsiteX6" fmla="*/ 1730912 w 2003466"/>
              <a:gd name="connsiteY6" fmla="*/ 1623460 h 1856524"/>
              <a:gd name="connsiteX7" fmla="*/ 896667 w 2003466"/>
              <a:gd name="connsiteY7" fmla="*/ 1851372 h 1856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03466" h="1856524">
                <a:moveTo>
                  <a:pt x="896667" y="1851372"/>
                </a:moveTo>
                <a:cubicBezTo>
                  <a:pt x="635430" y="1829951"/>
                  <a:pt x="309741" y="1707442"/>
                  <a:pt x="163490" y="1494935"/>
                </a:cubicBezTo>
                <a:cubicBezTo>
                  <a:pt x="17239" y="1282428"/>
                  <a:pt x="-30945" y="819886"/>
                  <a:pt x="19162" y="576329"/>
                </a:cubicBezTo>
                <a:cubicBezTo>
                  <a:pt x="69269" y="332772"/>
                  <a:pt x="203890" y="110677"/>
                  <a:pt x="464131" y="33593"/>
                </a:cubicBezTo>
                <a:cubicBezTo>
                  <a:pt x="724372" y="-43491"/>
                  <a:pt x="1317176" y="24313"/>
                  <a:pt x="1580609" y="113824"/>
                </a:cubicBezTo>
                <a:cubicBezTo>
                  <a:pt x="1844042" y="203335"/>
                  <a:pt x="1974886" y="341735"/>
                  <a:pt x="1999936" y="593341"/>
                </a:cubicBezTo>
                <a:cubicBezTo>
                  <a:pt x="2024986" y="844947"/>
                  <a:pt x="1914790" y="1413788"/>
                  <a:pt x="1730912" y="1623460"/>
                </a:cubicBezTo>
                <a:cubicBezTo>
                  <a:pt x="1547034" y="1833132"/>
                  <a:pt x="1157904" y="1872793"/>
                  <a:pt x="896667" y="1851372"/>
                </a:cubicBezTo>
                <a:close/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B2C667-2E36-5C42-2372-EE8DD3FBDCD0}"/>
                  </a:ext>
                </a:extLst>
              </p:cNvPr>
              <p:cNvSpPr txBox="1"/>
              <p:nvPr/>
            </p:nvSpPr>
            <p:spPr>
              <a:xfrm>
                <a:off x="3473004" y="1674097"/>
                <a:ext cx="5022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B2C667-2E36-5C42-2372-EE8DD3FBD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004" y="1674097"/>
                <a:ext cx="50225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D541D2-B69D-FBB0-0E9D-D36D4A026681}"/>
                  </a:ext>
                </a:extLst>
              </p:cNvPr>
              <p:cNvSpPr txBox="1"/>
              <p:nvPr/>
            </p:nvSpPr>
            <p:spPr>
              <a:xfrm>
                <a:off x="3607293" y="4676289"/>
                <a:ext cx="70262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D541D2-B69D-FBB0-0E9D-D36D4A026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293" y="4676289"/>
                <a:ext cx="70262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383521-3371-6321-BC5A-327935741AE0}"/>
                  </a:ext>
                </a:extLst>
              </p:cNvPr>
              <p:cNvSpPr txBox="1"/>
              <p:nvPr/>
            </p:nvSpPr>
            <p:spPr>
              <a:xfrm>
                <a:off x="1028256" y="660947"/>
                <a:ext cx="1164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383521-3371-6321-BC5A-327935741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56" y="660947"/>
                <a:ext cx="116487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5EA571-6C3A-6132-1D1F-13325B9C015C}"/>
                  </a:ext>
                </a:extLst>
              </p:cNvPr>
              <p:cNvSpPr txBox="1"/>
              <p:nvPr/>
            </p:nvSpPr>
            <p:spPr>
              <a:xfrm>
                <a:off x="3704798" y="660947"/>
                <a:ext cx="655788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5EA571-6C3A-6132-1D1F-13325B9C0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798" y="660947"/>
                <a:ext cx="655788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85E926F-F186-A49F-E0E2-95CF65592B4C}"/>
              </a:ext>
            </a:extLst>
          </p:cNvPr>
          <p:cNvSpPr txBox="1"/>
          <p:nvPr/>
        </p:nvSpPr>
        <p:spPr>
          <a:xfrm>
            <a:off x="7368080" y="1465743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smooth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DF5706B-F1A8-B53A-1B60-05950ED4ABE9}"/>
                  </a:ext>
                </a:extLst>
              </p:cNvPr>
              <p:cNvSpPr txBox="1"/>
              <p:nvPr/>
            </p:nvSpPr>
            <p:spPr>
              <a:xfrm>
                <a:off x="5396157" y="2077216"/>
                <a:ext cx="5605381" cy="1157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DF5706B-F1A8-B53A-1B60-05950ED4A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157" y="2077216"/>
                <a:ext cx="5605381" cy="1157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48EDFE8-1967-DBAC-FE7D-209193565F23}"/>
              </a:ext>
            </a:extLst>
          </p:cNvPr>
          <p:cNvCxnSpPr/>
          <p:nvPr/>
        </p:nvCxnSpPr>
        <p:spPr>
          <a:xfrm flipH="1" flipV="1">
            <a:off x="8545005" y="2936124"/>
            <a:ext cx="381000" cy="596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53BF8E4-9914-DD38-C401-67F19B3F9F2A}"/>
              </a:ext>
            </a:extLst>
          </p:cNvPr>
          <p:cNvSpPr txBox="1"/>
          <p:nvPr/>
        </p:nvSpPr>
        <p:spPr>
          <a:xfrm>
            <a:off x="8619671" y="3522156"/>
            <a:ext cx="1286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divergence!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B9933EE-E176-60BA-F70F-6D0C5E3FBD16}"/>
              </a:ext>
            </a:extLst>
          </p:cNvPr>
          <p:cNvSpPr/>
          <p:nvPr/>
        </p:nvSpPr>
        <p:spPr>
          <a:xfrm rot="5676904">
            <a:off x="2350659" y="3143698"/>
            <a:ext cx="2461925" cy="674859"/>
          </a:xfrm>
          <a:custGeom>
            <a:avLst/>
            <a:gdLst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330291"/>
              <a:gd name="connsiteY0" fmla="*/ 1288023 h 1288023"/>
              <a:gd name="connsiteX1" fmla="*/ 663269 w 2330291"/>
              <a:gd name="connsiteY1" fmla="*/ 178837 h 1288023"/>
              <a:gd name="connsiteX2" fmla="*/ 1598771 w 2330291"/>
              <a:gd name="connsiteY2" fmla="*/ 73330 h 1288023"/>
              <a:gd name="connsiteX3" fmla="*/ 2330291 w 2330291"/>
              <a:gd name="connsiteY3" fmla="*/ 903323 h 1288023"/>
              <a:gd name="connsiteX0" fmla="*/ 165 w 2330456"/>
              <a:gd name="connsiteY0" fmla="*/ 1288023 h 1288023"/>
              <a:gd name="connsiteX1" fmla="*/ 663434 w 2330456"/>
              <a:gd name="connsiteY1" fmla="*/ 178837 h 1288023"/>
              <a:gd name="connsiteX2" fmla="*/ 1598936 w 2330456"/>
              <a:gd name="connsiteY2" fmla="*/ 73330 h 1288023"/>
              <a:gd name="connsiteX3" fmla="*/ 2330456 w 2330456"/>
              <a:gd name="connsiteY3" fmla="*/ 903323 h 1288023"/>
              <a:gd name="connsiteX0" fmla="*/ 165 w 2330456"/>
              <a:gd name="connsiteY0" fmla="*/ 1273056 h 1273056"/>
              <a:gd name="connsiteX1" fmla="*/ 663434 w 2330456"/>
              <a:gd name="connsiteY1" fmla="*/ 178158 h 1273056"/>
              <a:gd name="connsiteX2" fmla="*/ 1598936 w 2330456"/>
              <a:gd name="connsiteY2" fmla="*/ 72651 h 1273056"/>
              <a:gd name="connsiteX3" fmla="*/ 2330456 w 2330456"/>
              <a:gd name="connsiteY3" fmla="*/ 902644 h 1273056"/>
              <a:gd name="connsiteX0" fmla="*/ 211 w 2330502"/>
              <a:gd name="connsiteY0" fmla="*/ 1242225 h 1242225"/>
              <a:gd name="connsiteX1" fmla="*/ 572992 w 2330502"/>
              <a:gd name="connsiteY1" fmla="*/ 280677 h 1242225"/>
              <a:gd name="connsiteX2" fmla="*/ 1598982 w 2330502"/>
              <a:gd name="connsiteY2" fmla="*/ 41820 h 1242225"/>
              <a:gd name="connsiteX3" fmla="*/ 2330502 w 2330502"/>
              <a:gd name="connsiteY3" fmla="*/ 871813 h 1242225"/>
              <a:gd name="connsiteX0" fmla="*/ 222 w 2330513"/>
              <a:gd name="connsiteY0" fmla="*/ 1032955 h 1032955"/>
              <a:gd name="connsiteX1" fmla="*/ 573003 w 2330513"/>
              <a:gd name="connsiteY1" fmla="*/ 71407 h 1032955"/>
              <a:gd name="connsiteX2" fmla="*/ 1689481 w 2330513"/>
              <a:gd name="connsiteY2" fmla="*/ 151638 h 1032955"/>
              <a:gd name="connsiteX3" fmla="*/ 2330513 w 2330513"/>
              <a:gd name="connsiteY3" fmla="*/ 662543 h 1032955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  <a:gd name="connsiteX0" fmla="*/ 222 w 2497239"/>
              <a:gd name="connsiteY0" fmla="*/ 1032955 h 1032955"/>
              <a:gd name="connsiteX1" fmla="*/ 573003 w 2497239"/>
              <a:gd name="connsiteY1" fmla="*/ 71407 h 1032955"/>
              <a:gd name="connsiteX2" fmla="*/ 1689481 w 2497239"/>
              <a:gd name="connsiteY2" fmla="*/ 151638 h 1032955"/>
              <a:gd name="connsiteX3" fmla="*/ 2497239 w 2497239"/>
              <a:gd name="connsiteY3" fmla="*/ 931196 h 1032955"/>
              <a:gd name="connsiteX0" fmla="*/ 237 w 2474503"/>
              <a:gd name="connsiteY0" fmla="*/ 1029940 h 1029941"/>
              <a:gd name="connsiteX1" fmla="*/ 550267 w 2474503"/>
              <a:gd name="connsiteY1" fmla="*/ 71199 h 1029941"/>
              <a:gd name="connsiteX2" fmla="*/ 1666745 w 2474503"/>
              <a:gd name="connsiteY2" fmla="*/ 151430 h 1029941"/>
              <a:gd name="connsiteX3" fmla="*/ 2474503 w 2474503"/>
              <a:gd name="connsiteY3" fmla="*/ 930988 h 1029941"/>
              <a:gd name="connsiteX0" fmla="*/ 237 w 2467673"/>
              <a:gd name="connsiteY0" fmla="*/ 1029940 h 1029939"/>
              <a:gd name="connsiteX1" fmla="*/ 550267 w 2467673"/>
              <a:gd name="connsiteY1" fmla="*/ 71199 h 1029939"/>
              <a:gd name="connsiteX2" fmla="*/ 1666745 w 2467673"/>
              <a:gd name="connsiteY2" fmla="*/ 151430 h 1029939"/>
              <a:gd name="connsiteX3" fmla="*/ 2467673 w 2467673"/>
              <a:gd name="connsiteY3" fmla="*/ 922108 h 1029939"/>
              <a:gd name="connsiteX0" fmla="*/ 237 w 2458194"/>
              <a:gd name="connsiteY0" fmla="*/ 1029940 h 1029941"/>
              <a:gd name="connsiteX1" fmla="*/ 550267 w 2458194"/>
              <a:gd name="connsiteY1" fmla="*/ 71199 h 1029941"/>
              <a:gd name="connsiteX2" fmla="*/ 1666745 w 2458194"/>
              <a:gd name="connsiteY2" fmla="*/ 151430 h 1029941"/>
              <a:gd name="connsiteX3" fmla="*/ 2458194 w 2458194"/>
              <a:gd name="connsiteY3" fmla="*/ 923279 h 102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8194" h="1029941">
                <a:moveTo>
                  <a:pt x="237" y="1029940"/>
                </a:moveTo>
                <a:cubicBezTo>
                  <a:pt x="-9325" y="674621"/>
                  <a:pt x="272516" y="217617"/>
                  <a:pt x="550267" y="71199"/>
                </a:cubicBezTo>
                <a:cubicBezTo>
                  <a:pt x="828018" y="-75219"/>
                  <a:pt x="1388908" y="30682"/>
                  <a:pt x="1666745" y="151430"/>
                </a:cubicBezTo>
                <a:cubicBezTo>
                  <a:pt x="1944582" y="272178"/>
                  <a:pt x="2447240" y="568656"/>
                  <a:pt x="2458194" y="923279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740AC8C-2147-0EE8-687A-9B21B29F8763}"/>
              </a:ext>
            </a:extLst>
          </p:cNvPr>
          <p:cNvSpPr/>
          <p:nvPr/>
        </p:nvSpPr>
        <p:spPr>
          <a:xfrm rot="16476904">
            <a:off x="1637249" y="3076675"/>
            <a:ext cx="2461169" cy="690480"/>
          </a:xfrm>
          <a:custGeom>
            <a:avLst/>
            <a:gdLst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330291"/>
              <a:gd name="connsiteY0" fmla="*/ 1288023 h 1288023"/>
              <a:gd name="connsiteX1" fmla="*/ 663269 w 2330291"/>
              <a:gd name="connsiteY1" fmla="*/ 178837 h 1288023"/>
              <a:gd name="connsiteX2" fmla="*/ 1598771 w 2330291"/>
              <a:gd name="connsiteY2" fmla="*/ 73330 h 1288023"/>
              <a:gd name="connsiteX3" fmla="*/ 2330291 w 2330291"/>
              <a:gd name="connsiteY3" fmla="*/ 903323 h 1288023"/>
              <a:gd name="connsiteX0" fmla="*/ 165 w 2330456"/>
              <a:gd name="connsiteY0" fmla="*/ 1288023 h 1288023"/>
              <a:gd name="connsiteX1" fmla="*/ 663434 w 2330456"/>
              <a:gd name="connsiteY1" fmla="*/ 178837 h 1288023"/>
              <a:gd name="connsiteX2" fmla="*/ 1598936 w 2330456"/>
              <a:gd name="connsiteY2" fmla="*/ 73330 h 1288023"/>
              <a:gd name="connsiteX3" fmla="*/ 2330456 w 2330456"/>
              <a:gd name="connsiteY3" fmla="*/ 903323 h 1288023"/>
              <a:gd name="connsiteX0" fmla="*/ 165 w 2330456"/>
              <a:gd name="connsiteY0" fmla="*/ 1273056 h 1273056"/>
              <a:gd name="connsiteX1" fmla="*/ 663434 w 2330456"/>
              <a:gd name="connsiteY1" fmla="*/ 178158 h 1273056"/>
              <a:gd name="connsiteX2" fmla="*/ 1598936 w 2330456"/>
              <a:gd name="connsiteY2" fmla="*/ 72651 h 1273056"/>
              <a:gd name="connsiteX3" fmla="*/ 2330456 w 2330456"/>
              <a:gd name="connsiteY3" fmla="*/ 902644 h 1273056"/>
              <a:gd name="connsiteX0" fmla="*/ 211 w 2330502"/>
              <a:gd name="connsiteY0" fmla="*/ 1242225 h 1242225"/>
              <a:gd name="connsiteX1" fmla="*/ 572992 w 2330502"/>
              <a:gd name="connsiteY1" fmla="*/ 280677 h 1242225"/>
              <a:gd name="connsiteX2" fmla="*/ 1598982 w 2330502"/>
              <a:gd name="connsiteY2" fmla="*/ 41820 h 1242225"/>
              <a:gd name="connsiteX3" fmla="*/ 2330502 w 2330502"/>
              <a:gd name="connsiteY3" fmla="*/ 871813 h 1242225"/>
              <a:gd name="connsiteX0" fmla="*/ 222 w 2330513"/>
              <a:gd name="connsiteY0" fmla="*/ 1032955 h 1032955"/>
              <a:gd name="connsiteX1" fmla="*/ 573003 w 2330513"/>
              <a:gd name="connsiteY1" fmla="*/ 71407 h 1032955"/>
              <a:gd name="connsiteX2" fmla="*/ 1689481 w 2330513"/>
              <a:gd name="connsiteY2" fmla="*/ 151638 h 1032955"/>
              <a:gd name="connsiteX3" fmla="*/ 2330513 w 2330513"/>
              <a:gd name="connsiteY3" fmla="*/ 662543 h 1032955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  <a:gd name="connsiteX0" fmla="*/ 222 w 2497239"/>
              <a:gd name="connsiteY0" fmla="*/ 1032955 h 1032955"/>
              <a:gd name="connsiteX1" fmla="*/ 573003 w 2497239"/>
              <a:gd name="connsiteY1" fmla="*/ 71407 h 1032955"/>
              <a:gd name="connsiteX2" fmla="*/ 1689481 w 2497239"/>
              <a:gd name="connsiteY2" fmla="*/ 151638 h 1032955"/>
              <a:gd name="connsiteX3" fmla="*/ 2497239 w 2497239"/>
              <a:gd name="connsiteY3" fmla="*/ 931196 h 1032955"/>
              <a:gd name="connsiteX0" fmla="*/ 237 w 2474503"/>
              <a:gd name="connsiteY0" fmla="*/ 1029940 h 1029941"/>
              <a:gd name="connsiteX1" fmla="*/ 550267 w 2474503"/>
              <a:gd name="connsiteY1" fmla="*/ 71199 h 1029941"/>
              <a:gd name="connsiteX2" fmla="*/ 1666745 w 2474503"/>
              <a:gd name="connsiteY2" fmla="*/ 151430 h 1029941"/>
              <a:gd name="connsiteX3" fmla="*/ 2474503 w 2474503"/>
              <a:gd name="connsiteY3" fmla="*/ 930988 h 1029941"/>
              <a:gd name="connsiteX0" fmla="*/ 249 w 2457440"/>
              <a:gd name="connsiteY0" fmla="*/ 1053781 h 1053781"/>
              <a:gd name="connsiteX1" fmla="*/ 533204 w 2457440"/>
              <a:gd name="connsiteY1" fmla="*/ 72841 h 1053781"/>
              <a:gd name="connsiteX2" fmla="*/ 1649682 w 2457440"/>
              <a:gd name="connsiteY2" fmla="*/ 153072 h 1053781"/>
              <a:gd name="connsiteX3" fmla="*/ 2457440 w 2457440"/>
              <a:gd name="connsiteY3" fmla="*/ 932630 h 1053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7440" h="1053781">
                <a:moveTo>
                  <a:pt x="249" y="1053781"/>
                </a:moveTo>
                <a:cubicBezTo>
                  <a:pt x="-9313" y="698462"/>
                  <a:pt x="258299" y="222959"/>
                  <a:pt x="533204" y="72841"/>
                </a:cubicBezTo>
                <a:cubicBezTo>
                  <a:pt x="808109" y="-77277"/>
                  <a:pt x="1371845" y="32324"/>
                  <a:pt x="1649682" y="153072"/>
                </a:cubicBezTo>
                <a:cubicBezTo>
                  <a:pt x="1927519" y="273820"/>
                  <a:pt x="2446486" y="578007"/>
                  <a:pt x="2457440" y="932630"/>
                </a:cubicBezTo>
              </a:path>
            </a:pathLst>
          </a:cu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8C6A82-1EEE-B522-FF31-EB17F92E3929}"/>
                  </a:ext>
                </a:extLst>
              </p:cNvPr>
              <p:cNvSpPr txBox="1"/>
              <p:nvPr/>
            </p:nvSpPr>
            <p:spPr>
              <a:xfrm>
                <a:off x="4683354" y="3219517"/>
                <a:ext cx="6634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8C6A82-1EEE-B522-FF31-EB17F92E3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354" y="3219517"/>
                <a:ext cx="66345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4107A9-4A56-6C9D-1473-6F13D2F01C89}"/>
                  </a:ext>
                </a:extLst>
              </p:cNvPr>
              <p:cNvSpPr txBox="1"/>
              <p:nvPr/>
            </p:nvSpPr>
            <p:spPr>
              <a:xfrm>
                <a:off x="1129558" y="3160305"/>
                <a:ext cx="63626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4107A9-4A56-6C9D-1473-6F13D2F0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558" y="3160305"/>
                <a:ext cx="63626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CF260F8-9AFC-E50D-7754-F09D6087EAB6}"/>
                  </a:ext>
                </a:extLst>
              </p:cNvPr>
              <p:cNvSpPr txBox="1"/>
              <p:nvPr/>
            </p:nvSpPr>
            <p:spPr>
              <a:xfrm>
                <a:off x="4794910" y="4472549"/>
                <a:ext cx="636770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𝜕𝜕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𝜕𝜕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CF260F8-9AFC-E50D-7754-F09D6087E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910" y="4472549"/>
                <a:ext cx="6367705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79789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D3361-8C2E-BD83-E47D-29F3D960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EB42F2D-0290-5FD9-3C1D-887FECE760A9}"/>
              </a:ext>
            </a:extLst>
          </p:cNvPr>
          <p:cNvGrpSpPr/>
          <p:nvPr/>
        </p:nvGrpSpPr>
        <p:grpSpPr>
          <a:xfrm>
            <a:off x="1495606" y="1959602"/>
            <a:ext cx="4251226" cy="2278646"/>
            <a:chOff x="2006146" y="1609082"/>
            <a:chExt cx="4251226" cy="2278646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F18767CD-017A-0F38-817C-021DD0C2F80F}"/>
                </a:ext>
              </a:extLst>
            </p:cNvPr>
            <p:cNvSpPr/>
            <p:nvPr/>
          </p:nvSpPr>
          <p:spPr>
            <a:xfrm>
              <a:off x="2006656" y="3206966"/>
              <a:ext cx="1930602" cy="680762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60926"/>
                <a:gd name="connsiteY0" fmla="*/ 0 h 506437"/>
                <a:gd name="connsiteX1" fmla="*/ 295421 w 1260926"/>
                <a:gd name="connsiteY1" fmla="*/ 393896 h 506437"/>
                <a:gd name="connsiteX2" fmla="*/ 1260926 w 1260926"/>
                <a:gd name="connsiteY2" fmla="*/ 506437 h 506437"/>
                <a:gd name="connsiteX0" fmla="*/ 0 w 1260926"/>
                <a:gd name="connsiteY0" fmla="*/ 0 h 506587"/>
                <a:gd name="connsiteX1" fmla="*/ 295421 w 1260926"/>
                <a:gd name="connsiteY1" fmla="*/ 393896 h 506587"/>
                <a:gd name="connsiteX2" fmla="*/ 1260926 w 1260926"/>
                <a:gd name="connsiteY2" fmla="*/ 506437 h 50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0926" h="506587">
                  <a:moveTo>
                    <a:pt x="0" y="0"/>
                  </a:moveTo>
                  <a:cubicBezTo>
                    <a:pt x="365" y="178558"/>
                    <a:pt x="105507" y="309490"/>
                    <a:pt x="295421" y="393896"/>
                  </a:cubicBezTo>
                  <a:cubicBezTo>
                    <a:pt x="485335" y="478302"/>
                    <a:pt x="924327" y="509037"/>
                    <a:pt x="1260926" y="506437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AB9849B-AB17-71BB-51FF-A0F5D3C1FEC8}"/>
                </a:ext>
              </a:extLst>
            </p:cNvPr>
            <p:cNvSpPr/>
            <p:nvPr/>
          </p:nvSpPr>
          <p:spPr>
            <a:xfrm flipH="1">
              <a:off x="3933614" y="3205497"/>
              <a:ext cx="1744702" cy="681830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7382"/>
                <a:gd name="connsiteX1" fmla="*/ 295421 w 1139483"/>
                <a:gd name="connsiteY1" fmla="*/ 393896 h 507382"/>
                <a:gd name="connsiteX2" fmla="*/ 1139483 w 1139483"/>
                <a:gd name="connsiteY2" fmla="*/ 506437 h 507382"/>
                <a:gd name="connsiteX0" fmla="*/ 27 w 1139510"/>
                <a:gd name="connsiteY0" fmla="*/ 0 h 507382"/>
                <a:gd name="connsiteX1" fmla="*/ 295448 w 1139510"/>
                <a:gd name="connsiteY1" fmla="*/ 393896 h 507382"/>
                <a:gd name="connsiteX2" fmla="*/ 1139510 w 1139510"/>
                <a:gd name="connsiteY2" fmla="*/ 506437 h 50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39510" h="507382">
                  <a:moveTo>
                    <a:pt x="27" y="0"/>
                  </a:moveTo>
                  <a:cubicBezTo>
                    <a:pt x="-1989" y="195227"/>
                    <a:pt x="105534" y="309490"/>
                    <a:pt x="295448" y="393896"/>
                  </a:cubicBezTo>
                  <a:cubicBezTo>
                    <a:pt x="485362" y="478302"/>
                    <a:pt x="812436" y="513801"/>
                    <a:pt x="1139510" y="506437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F64DFA7-D83F-66A0-4CE4-9A6E29278896}"/>
                </a:ext>
              </a:extLst>
            </p:cNvPr>
            <p:cNvSpPr/>
            <p:nvPr/>
          </p:nvSpPr>
          <p:spPr>
            <a:xfrm flipV="1">
              <a:off x="2006654" y="2663932"/>
              <a:ext cx="1504029" cy="543035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994226"/>
                <a:gd name="connsiteY0" fmla="*/ 0 h 465956"/>
                <a:gd name="connsiteX1" fmla="*/ 295421 w 994226"/>
                <a:gd name="connsiteY1" fmla="*/ 393896 h 465956"/>
                <a:gd name="connsiteX2" fmla="*/ 994226 w 994226"/>
                <a:gd name="connsiteY2" fmla="*/ 465956 h 465956"/>
                <a:gd name="connsiteX0" fmla="*/ 0 w 994226"/>
                <a:gd name="connsiteY0" fmla="*/ 0 h 465956"/>
                <a:gd name="connsiteX1" fmla="*/ 321615 w 994226"/>
                <a:gd name="connsiteY1" fmla="*/ 358178 h 465956"/>
                <a:gd name="connsiteX2" fmla="*/ 994226 w 994226"/>
                <a:gd name="connsiteY2" fmla="*/ 465956 h 465956"/>
                <a:gd name="connsiteX0" fmla="*/ 0 w 982320"/>
                <a:gd name="connsiteY0" fmla="*/ 0 h 396466"/>
                <a:gd name="connsiteX1" fmla="*/ 321615 w 982320"/>
                <a:gd name="connsiteY1" fmla="*/ 358178 h 396466"/>
                <a:gd name="connsiteX2" fmla="*/ 982320 w 982320"/>
                <a:gd name="connsiteY2" fmla="*/ 373087 h 396466"/>
                <a:gd name="connsiteX0" fmla="*/ 0 w 982320"/>
                <a:gd name="connsiteY0" fmla="*/ 0 h 404098"/>
                <a:gd name="connsiteX1" fmla="*/ 321615 w 982320"/>
                <a:gd name="connsiteY1" fmla="*/ 358178 h 404098"/>
                <a:gd name="connsiteX2" fmla="*/ 982320 w 982320"/>
                <a:gd name="connsiteY2" fmla="*/ 373087 h 404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2320" h="404098">
                  <a:moveTo>
                    <a:pt x="0" y="0"/>
                  </a:moveTo>
                  <a:cubicBezTo>
                    <a:pt x="2747" y="169032"/>
                    <a:pt x="131701" y="273772"/>
                    <a:pt x="321615" y="358178"/>
                  </a:cubicBezTo>
                  <a:cubicBezTo>
                    <a:pt x="511529" y="442584"/>
                    <a:pt x="648102" y="387594"/>
                    <a:pt x="982320" y="373087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72D9E36-FA74-EB0C-D739-6B001F5CDF44}"/>
                </a:ext>
              </a:extLst>
            </p:cNvPr>
            <p:cNvSpPr/>
            <p:nvPr/>
          </p:nvSpPr>
          <p:spPr>
            <a:xfrm flipH="1" flipV="1">
              <a:off x="3651080" y="2664440"/>
              <a:ext cx="2029044" cy="551239"/>
            </a:xfrm>
            <a:custGeom>
              <a:avLst/>
              <a:gdLst>
                <a:gd name="connsiteX0" fmla="*/ 0 w 1139483"/>
                <a:gd name="connsiteY0" fmla="*/ 0 h 506437"/>
                <a:gd name="connsiteX1" fmla="*/ 295421 w 1139483"/>
                <a:gd name="connsiteY1" fmla="*/ 393896 h 506437"/>
                <a:gd name="connsiteX2" fmla="*/ 1139483 w 1139483"/>
                <a:gd name="connsiteY2" fmla="*/ 506437 h 506437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0706"/>
                <a:gd name="connsiteX1" fmla="*/ 366859 w 1210921"/>
                <a:gd name="connsiteY1" fmla="*/ 258165 h 370706"/>
                <a:gd name="connsiteX2" fmla="*/ 1210921 w 1210921"/>
                <a:gd name="connsiteY2" fmla="*/ 370706 h 370706"/>
                <a:gd name="connsiteX0" fmla="*/ 0 w 1210921"/>
                <a:gd name="connsiteY0" fmla="*/ 0 h 373087"/>
                <a:gd name="connsiteX1" fmla="*/ 366859 w 1210921"/>
                <a:gd name="connsiteY1" fmla="*/ 260546 h 373087"/>
                <a:gd name="connsiteX2" fmla="*/ 1210921 w 1210921"/>
                <a:gd name="connsiteY2" fmla="*/ 373087 h 373087"/>
                <a:gd name="connsiteX0" fmla="*/ 0 w 1087096"/>
                <a:gd name="connsiteY0" fmla="*/ 0 h 365944"/>
                <a:gd name="connsiteX1" fmla="*/ 243034 w 1087096"/>
                <a:gd name="connsiteY1" fmla="*/ 253403 h 365944"/>
                <a:gd name="connsiteX2" fmla="*/ 1087096 w 1087096"/>
                <a:gd name="connsiteY2" fmla="*/ 365944 h 365944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08540"/>
                <a:gd name="connsiteY0" fmla="*/ 0 h 363563"/>
                <a:gd name="connsiteX1" fmla="*/ 364478 w 1208540"/>
                <a:gd name="connsiteY1" fmla="*/ 251022 h 363563"/>
                <a:gd name="connsiteX2" fmla="*/ 1208540 w 1208540"/>
                <a:gd name="connsiteY2" fmla="*/ 363563 h 363563"/>
                <a:gd name="connsiteX0" fmla="*/ 0 w 1210921"/>
                <a:gd name="connsiteY0" fmla="*/ 0 h 368325"/>
                <a:gd name="connsiteX1" fmla="*/ 366859 w 1210921"/>
                <a:gd name="connsiteY1" fmla="*/ 255784 h 368325"/>
                <a:gd name="connsiteX2" fmla="*/ 1210921 w 1210921"/>
                <a:gd name="connsiteY2" fmla="*/ 368325 h 368325"/>
                <a:gd name="connsiteX0" fmla="*/ 0 w 1208540"/>
                <a:gd name="connsiteY0" fmla="*/ 0 h 373087"/>
                <a:gd name="connsiteX1" fmla="*/ 364478 w 1208540"/>
                <a:gd name="connsiteY1" fmla="*/ 260546 h 373087"/>
                <a:gd name="connsiteX2" fmla="*/ 1208540 w 1208540"/>
                <a:gd name="connsiteY2" fmla="*/ 373087 h 373087"/>
                <a:gd name="connsiteX0" fmla="*/ 0 w 1363321"/>
                <a:gd name="connsiteY0" fmla="*/ 0 h 380231"/>
                <a:gd name="connsiteX1" fmla="*/ 364478 w 1363321"/>
                <a:gd name="connsiteY1" fmla="*/ 260546 h 380231"/>
                <a:gd name="connsiteX2" fmla="*/ 1363321 w 1363321"/>
                <a:gd name="connsiteY2" fmla="*/ 380231 h 380231"/>
                <a:gd name="connsiteX0" fmla="*/ 0 w 1325221"/>
                <a:gd name="connsiteY0" fmla="*/ 0 h 377850"/>
                <a:gd name="connsiteX1" fmla="*/ 364478 w 1325221"/>
                <a:gd name="connsiteY1" fmla="*/ 260546 h 377850"/>
                <a:gd name="connsiteX2" fmla="*/ 1325221 w 1325221"/>
                <a:gd name="connsiteY2" fmla="*/ 377850 h 377850"/>
                <a:gd name="connsiteX0" fmla="*/ 0 w 1325221"/>
                <a:gd name="connsiteY0" fmla="*/ 0 h 377982"/>
                <a:gd name="connsiteX1" fmla="*/ 364478 w 1325221"/>
                <a:gd name="connsiteY1" fmla="*/ 260546 h 377982"/>
                <a:gd name="connsiteX2" fmla="*/ 1325221 w 1325221"/>
                <a:gd name="connsiteY2" fmla="*/ 377850 h 377982"/>
                <a:gd name="connsiteX0" fmla="*/ 0 w 1325221"/>
                <a:gd name="connsiteY0" fmla="*/ 0 h 378132"/>
                <a:gd name="connsiteX1" fmla="*/ 219222 w 1325221"/>
                <a:gd name="connsiteY1" fmla="*/ 281977 h 378132"/>
                <a:gd name="connsiteX2" fmla="*/ 1325221 w 1325221"/>
                <a:gd name="connsiteY2" fmla="*/ 377850 h 37813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377912"/>
                <a:gd name="connsiteX1" fmla="*/ 254941 w 1325221"/>
                <a:gd name="connsiteY1" fmla="*/ 217683 h 377912"/>
                <a:gd name="connsiteX2" fmla="*/ 1325221 w 1325221"/>
                <a:gd name="connsiteY2" fmla="*/ 377850 h 377912"/>
                <a:gd name="connsiteX0" fmla="*/ 0 w 1325221"/>
                <a:gd name="connsiteY0" fmla="*/ 0 h 407062"/>
                <a:gd name="connsiteX1" fmla="*/ 433534 w 1325221"/>
                <a:gd name="connsiteY1" fmla="*/ 365320 h 407062"/>
                <a:gd name="connsiteX2" fmla="*/ 1325221 w 1325221"/>
                <a:gd name="connsiteY2" fmla="*/ 377850 h 407062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  <a:gd name="connsiteX0" fmla="*/ 0 w 1325221"/>
                <a:gd name="connsiteY0" fmla="*/ 0 h 410203"/>
                <a:gd name="connsiteX1" fmla="*/ 433534 w 1325221"/>
                <a:gd name="connsiteY1" fmla="*/ 365320 h 410203"/>
                <a:gd name="connsiteX2" fmla="*/ 1325221 w 1325221"/>
                <a:gd name="connsiteY2" fmla="*/ 377850 h 41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5221" h="410203">
                  <a:moveTo>
                    <a:pt x="0" y="0"/>
                  </a:moveTo>
                  <a:cubicBezTo>
                    <a:pt x="7510" y="116645"/>
                    <a:pt x="243620" y="273770"/>
                    <a:pt x="433534" y="365320"/>
                  </a:cubicBezTo>
                  <a:cubicBezTo>
                    <a:pt x="623448" y="456870"/>
                    <a:pt x="1000529" y="380450"/>
                    <a:pt x="1325221" y="377850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DA0DE9B-BC3C-180A-A471-59E645816252}"/>
                </a:ext>
              </a:extLst>
            </p:cNvPr>
            <p:cNvSpPr/>
            <p:nvPr/>
          </p:nvSpPr>
          <p:spPr>
            <a:xfrm>
              <a:off x="2006146" y="1795981"/>
              <a:ext cx="3670331" cy="1424734"/>
            </a:xfrm>
            <a:custGeom>
              <a:avLst/>
              <a:gdLst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194560"/>
                <a:gd name="connsiteY0" fmla="*/ 799656 h 884062"/>
                <a:gd name="connsiteX1" fmla="*/ 527538 w 2194560"/>
                <a:gd name="connsiteY1" fmla="*/ 159576 h 884062"/>
                <a:gd name="connsiteX2" fmla="*/ 1463040 w 2194560"/>
                <a:gd name="connsiteY2" fmla="*/ 54069 h 884062"/>
                <a:gd name="connsiteX3" fmla="*/ 2194560 w 2194560"/>
                <a:gd name="connsiteY3" fmla="*/ 884062 h 884062"/>
                <a:gd name="connsiteX0" fmla="*/ 0 w 2330291"/>
                <a:gd name="connsiteY0" fmla="*/ 1288023 h 1288023"/>
                <a:gd name="connsiteX1" fmla="*/ 663269 w 2330291"/>
                <a:gd name="connsiteY1" fmla="*/ 178837 h 1288023"/>
                <a:gd name="connsiteX2" fmla="*/ 1598771 w 2330291"/>
                <a:gd name="connsiteY2" fmla="*/ 73330 h 1288023"/>
                <a:gd name="connsiteX3" fmla="*/ 2330291 w 2330291"/>
                <a:gd name="connsiteY3" fmla="*/ 903323 h 1288023"/>
                <a:gd name="connsiteX0" fmla="*/ 165 w 2330456"/>
                <a:gd name="connsiteY0" fmla="*/ 1288023 h 1288023"/>
                <a:gd name="connsiteX1" fmla="*/ 663434 w 2330456"/>
                <a:gd name="connsiteY1" fmla="*/ 178837 h 1288023"/>
                <a:gd name="connsiteX2" fmla="*/ 1598936 w 2330456"/>
                <a:gd name="connsiteY2" fmla="*/ 73330 h 1288023"/>
                <a:gd name="connsiteX3" fmla="*/ 2330456 w 2330456"/>
                <a:gd name="connsiteY3" fmla="*/ 903323 h 1288023"/>
                <a:gd name="connsiteX0" fmla="*/ 165 w 2330456"/>
                <a:gd name="connsiteY0" fmla="*/ 1273056 h 1273056"/>
                <a:gd name="connsiteX1" fmla="*/ 663434 w 2330456"/>
                <a:gd name="connsiteY1" fmla="*/ 178158 h 1273056"/>
                <a:gd name="connsiteX2" fmla="*/ 1598936 w 2330456"/>
                <a:gd name="connsiteY2" fmla="*/ 72651 h 1273056"/>
                <a:gd name="connsiteX3" fmla="*/ 2330456 w 2330456"/>
                <a:gd name="connsiteY3" fmla="*/ 902644 h 1273056"/>
                <a:gd name="connsiteX0" fmla="*/ 211 w 2330502"/>
                <a:gd name="connsiteY0" fmla="*/ 1242225 h 1242225"/>
                <a:gd name="connsiteX1" fmla="*/ 572992 w 2330502"/>
                <a:gd name="connsiteY1" fmla="*/ 280677 h 1242225"/>
                <a:gd name="connsiteX2" fmla="*/ 1598982 w 2330502"/>
                <a:gd name="connsiteY2" fmla="*/ 41820 h 1242225"/>
                <a:gd name="connsiteX3" fmla="*/ 2330502 w 2330502"/>
                <a:gd name="connsiteY3" fmla="*/ 871813 h 1242225"/>
                <a:gd name="connsiteX0" fmla="*/ 222 w 2330513"/>
                <a:gd name="connsiteY0" fmla="*/ 1032955 h 1032955"/>
                <a:gd name="connsiteX1" fmla="*/ 573003 w 2330513"/>
                <a:gd name="connsiteY1" fmla="*/ 71407 h 1032955"/>
                <a:gd name="connsiteX2" fmla="*/ 1689481 w 2330513"/>
                <a:gd name="connsiteY2" fmla="*/ 151638 h 1032955"/>
                <a:gd name="connsiteX3" fmla="*/ 2330513 w 2330513"/>
                <a:gd name="connsiteY3" fmla="*/ 662543 h 1032955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  <a:gd name="connsiteX0" fmla="*/ 222 w 2397188"/>
                <a:gd name="connsiteY0" fmla="*/ 1032955 h 1060211"/>
                <a:gd name="connsiteX1" fmla="*/ 573003 w 2397188"/>
                <a:gd name="connsiteY1" fmla="*/ 71407 h 1060211"/>
                <a:gd name="connsiteX2" fmla="*/ 1689481 w 2397188"/>
                <a:gd name="connsiteY2" fmla="*/ 151638 h 1060211"/>
                <a:gd name="connsiteX3" fmla="*/ 2397188 w 2397188"/>
                <a:gd name="connsiteY3" fmla="*/ 1060211 h 1060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97188" h="1060211">
                  <a:moveTo>
                    <a:pt x="222" y="1032955"/>
                  </a:moveTo>
                  <a:cubicBezTo>
                    <a:pt x="-9340" y="677636"/>
                    <a:pt x="291460" y="218293"/>
                    <a:pt x="573003" y="71407"/>
                  </a:cubicBezTo>
                  <a:cubicBezTo>
                    <a:pt x="854546" y="-75479"/>
                    <a:pt x="1411644" y="30890"/>
                    <a:pt x="1689481" y="151638"/>
                  </a:cubicBezTo>
                  <a:cubicBezTo>
                    <a:pt x="1967318" y="272386"/>
                    <a:pt x="2386234" y="705588"/>
                    <a:pt x="2397188" y="1060211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A761ACA-0C06-66B2-F1D7-70B05D9E64D8}"/>
                    </a:ext>
                  </a:extLst>
                </p:cNvPr>
                <p:cNvSpPr txBox="1"/>
                <p:nvPr/>
              </p:nvSpPr>
              <p:spPr>
                <a:xfrm>
                  <a:off x="4574171" y="1609082"/>
                  <a:ext cx="46358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A761ACA-0C06-66B2-F1D7-70B05D9E64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4171" y="1609082"/>
                  <a:ext cx="463588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5D0490F-5C72-5D96-893F-989886B1DE29}"/>
                    </a:ext>
                  </a:extLst>
                </p:cNvPr>
                <p:cNvSpPr txBox="1"/>
                <p:nvPr/>
              </p:nvSpPr>
              <p:spPr>
                <a:xfrm>
                  <a:off x="5593409" y="3323023"/>
                  <a:ext cx="66396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5D0490F-5C72-5D96-893F-989886B1DE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3409" y="3323023"/>
                  <a:ext cx="663963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396DC67-0B13-BDEC-DD77-0D506C6DDF25}"/>
                    </a:ext>
                  </a:extLst>
                </p:cNvPr>
                <p:cNvSpPr txBox="1"/>
                <p:nvPr/>
              </p:nvSpPr>
              <p:spPr>
                <a:xfrm>
                  <a:off x="2780488" y="2132302"/>
                  <a:ext cx="61632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396DC67-0B13-BDEC-DD77-0D506C6DDF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0488" y="2132302"/>
                  <a:ext cx="616323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C9D9A61-C6DD-B18A-3AC7-E6B67B3F3A11}"/>
                    </a:ext>
                  </a:extLst>
                </p:cNvPr>
                <p:cNvSpPr txBox="1"/>
                <p:nvPr/>
              </p:nvSpPr>
              <p:spPr>
                <a:xfrm>
                  <a:off x="4569424" y="3284802"/>
                  <a:ext cx="64350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C9D9A61-C6DD-B18A-3AC7-E6B67B3F3A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9424" y="3284802"/>
                  <a:ext cx="643509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EB636C5-28A5-91AB-D875-000CFE0513A9}"/>
              </a:ext>
            </a:extLst>
          </p:cNvPr>
          <p:cNvSpPr txBox="1"/>
          <p:nvPr/>
        </p:nvSpPr>
        <p:spPr>
          <a:xfrm>
            <a:off x="7368080" y="1465743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 smooth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0A36DD-E5F9-22F3-4B5E-EBE42E55022F}"/>
                  </a:ext>
                </a:extLst>
              </p:cNvPr>
              <p:cNvSpPr txBox="1"/>
              <p:nvPr/>
            </p:nvSpPr>
            <p:spPr>
              <a:xfrm>
                <a:off x="6018272" y="2060399"/>
                <a:ext cx="6202467" cy="11573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𝜕𝜕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𝑇𝑑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0A36DD-E5F9-22F3-4B5E-EBE42E550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272" y="2060399"/>
                <a:ext cx="6202467" cy="1157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22B5BB-D176-E960-477F-5A26D278418F}"/>
              </a:ext>
            </a:extLst>
          </p:cNvPr>
          <p:cNvCxnSpPr/>
          <p:nvPr/>
        </p:nvCxnSpPr>
        <p:spPr>
          <a:xfrm flipH="1" flipV="1">
            <a:off x="9022080" y="2941568"/>
            <a:ext cx="381000" cy="596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0F990B5-6C38-B61C-07A3-E8010FDFC2F2}"/>
              </a:ext>
            </a:extLst>
          </p:cNvPr>
          <p:cNvSpPr txBox="1"/>
          <p:nvPr/>
        </p:nvSpPr>
        <p:spPr>
          <a:xfrm>
            <a:off x="8722096" y="3541838"/>
            <a:ext cx="2059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curl of the gradient!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3686D5-8FFA-7010-CADE-9C3EE8520A9F}"/>
                  </a:ext>
                </a:extLst>
              </p:cNvPr>
              <p:cNvSpPr txBox="1"/>
              <p:nvPr/>
            </p:nvSpPr>
            <p:spPr>
              <a:xfrm>
                <a:off x="1028256" y="660947"/>
                <a:ext cx="11358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3686D5-8FFA-7010-CADE-9C3EE8520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56" y="660947"/>
                <a:ext cx="1135824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75CE41-427B-891B-1BAC-E079D214E75B}"/>
                  </a:ext>
                </a:extLst>
              </p:cNvPr>
              <p:cNvSpPr txBox="1"/>
              <p:nvPr/>
            </p:nvSpPr>
            <p:spPr>
              <a:xfrm>
                <a:off x="2390963" y="632050"/>
                <a:ext cx="290855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𝜕𝛾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75CE41-427B-891B-1BAC-E079D214E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963" y="632050"/>
                <a:ext cx="2908552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EBADEDB-0499-683C-40EC-ED97249D126A}"/>
                  </a:ext>
                </a:extLst>
              </p:cNvPr>
              <p:cNvSpPr txBox="1"/>
              <p:nvPr/>
            </p:nvSpPr>
            <p:spPr>
              <a:xfrm>
                <a:off x="5901886" y="504555"/>
                <a:ext cx="5926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𝜕𝜕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𝜕𝜕</m:t>
                          </m:r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EBADEDB-0499-683C-40EC-ED97249D1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886" y="504555"/>
                <a:ext cx="5926751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51082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C9AB54-7248-61EF-6536-1B7DD30A011C}"/>
                  </a:ext>
                </a:extLst>
              </p:cNvPr>
              <p:cNvSpPr txBox="1"/>
              <p:nvPr/>
            </p:nvSpPr>
            <p:spPr>
              <a:xfrm>
                <a:off x="1126730" y="801624"/>
                <a:ext cx="11358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C9AB54-7248-61EF-6536-1B7DD30A0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730" y="801624"/>
                <a:ext cx="1135824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E27EE2-5984-0357-1B69-203B6A42AECB}"/>
                  </a:ext>
                </a:extLst>
              </p:cNvPr>
              <p:cNvSpPr txBox="1"/>
              <p:nvPr/>
            </p:nvSpPr>
            <p:spPr>
              <a:xfrm>
                <a:off x="3803272" y="801624"/>
                <a:ext cx="59657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𝜕𝛾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E27EE2-5984-0357-1B69-203B6A42A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272" y="801624"/>
                <a:ext cx="596573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3768FA-9FA5-E1FE-56C3-D140C35E08DF}"/>
                  </a:ext>
                </a:extLst>
              </p:cNvPr>
              <p:cNvSpPr txBox="1"/>
              <p:nvPr/>
            </p:nvSpPr>
            <p:spPr>
              <a:xfrm>
                <a:off x="2647377" y="2740621"/>
                <a:ext cx="642098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𝜕𝜕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𝜕𝛾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3768FA-9FA5-E1FE-56C3-D140C35E0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377" y="2740621"/>
                <a:ext cx="642098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6428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8916-A8A4-4866-FB17-CA2B7A1F0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8EAAB9-DBBF-CD81-D8D5-A8CCB882F6D5}"/>
                  </a:ext>
                </a:extLst>
              </p:cNvPr>
              <p:cNvSpPr txBox="1"/>
              <p:nvPr/>
            </p:nvSpPr>
            <p:spPr>
              <a:xfrm>
                <a:off x="7537708" y="1478280"/>
                <a:ext cx="6095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8EAAB9-DBBF-CD81-D8D5-A8CCB882F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708" y="1478280"/>
                <a:ext cx="60952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820E7E-6742-2B14-DDAF-8BE96B4DB3D2}"/>
                  </a:ext>
                </a:extLst>
              </p:cNvPr>
              <p:cNvSpPr txBox="1"/>
              <p:nvPr/>
            </p:nvSpPr>
            <p:spPr>
              <a:xfrm>
                <a:off x="579665" y="371068"/>
                <a:ext cx="196989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820E7E-6742-2B14-DDAF-8BE96B4DB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371068"/>
                <a:ext cx="1969898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8436CB-128A-61D2-9F32-AAD1EFC8A4B2}"/>
                  </a:ext>
                </a:extLst>
              </p:cNvPr>
              <p:cNvSpPr txBox="1"/>
              <p:nvPr/>
            </p:nvSpPr>
            <p:spPr>
              <a:xfrm>
                <a:off x="435952" y="1505960"/>
                <a:ext cx="59924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8436CB-128A-61D2-9F32-AAD1EFC8A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52" y="1505960"/>
                <a:ext cx="599247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7784A41-F53C-553F-2CE2-A3CE9A39D1F1}"/>
                  </a:ext>
                </a:extLst>
              </p:cNvPr>
              <p:cNvSpPr txBox="1"/>
              <p:nvPr/>
            </p:nvSpPr>
            <p:spPr>
              <a:xfrm>
                <a:off x="1233288" y="3578113"/>
                <a:ext cx="39230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7784A41-F53C-553F-2CE2-A3CE9A39D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88" y="3578113"/>
                <a:ext cx="3923062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85ED940-C9BC-F5B5-6B5F-E2D6EA37025B}"/>
              </a:ext>
            </a:extLst>
          </p:cNvPr>
          <p:cNvSpPr/>
          <p:nvPr/>
        </p:nvSpPr>
        <p:spPr>
          <a:xfrm>
            <a:off x="8161020" y="1142999"/>
            <a:ext cx="3223260" cy="861137"/>
          </a:xfrm>
          <a:custGeom>
            <a:avLst/>
            <a:gdLst>
              <a:gd name="connsiteX0" fmla="*/ 0 w 2682240"/>
              <a:gd name="connsiteY0" fmla="*/ 662940 h 662940"/>
              <a:gd name="connsiteX1" fmla="*/ 830580 w 2682240"/>
              <a:gd name="connsiteY1" fmla="*/ 274320 h 662940"/>
              <a:gd name="connsiteX2" fmla="*/ 1950720 w 2682240"/>
              <a:gd name="connsiteY2" fmla="*/ 312420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1950720 w 2682240"/>
              <a:gd name="connsiteY2" fmla="*/ 312420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2040551 w 2682240"/>
              <a:gd name="connsiteY2" fmla="*/ 141322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2040551 w 2682240"/>
              <a:gd name="connsiteY2" fmla="*/ 141322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2040551 w 2682240"/>
              <a:gd name="connsiteY2" fmla="*/ 141322 h 662940"/>
              <a:gd name="connsiteX3" fmla="*/ 2682240 w 2682240"/>
              <a:gd name="connsiteY3" fmla="*/ 0 h 662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2240" h="662940">
                <a:moveTo>
                  <a:pt x="0" y="662940"/>
                </a:moveTo>
                <a:cubicBezTo>
                  <a:pt x="252730" y="497840"/>
                  <a:pt x="442931" y="185270"/>
                  <a:pt x="783023" y="98334"/>
                </a:cubicBezTo>
                <a:cubicBezTo>
                  <a:pt x="1123115" y="11398"/>
                  <a:pt x="1726656" y="113714"/>
                  <a:pt x="2040551" y="141322"/>
                </a:cubicBezTo>
                <a:cubicBezTo>
                  <a:pt x="2354446" y="168930"/>
                  <a:pt x="2470785" y="133350"/>
                  <a:pt x="2682240" y="0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EE675995-D800-03A5-0055-4C2099467B5F}"/>
              </a:ext>
            </a:extLst>
          </p:cNvPr>
          <p:cNvSpPr/>
          <p:nvPr/>
        </p:nvSpPr>
        <p:spPr>
          <a:xfrm rot="5868436">
            <a:off x="9635153" y="1139782"/>
            <a:ext cx="178842" cy="1600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042085-5756-3323-20C2-668DB156940B}"/>
                  </a:ext>
                </a:extLst>
              </p:cNvPr>
              <p:cNvSpPr txBox="1"/>
              <p:nvPr/>
            </p:nvSpPr>
            <p:spPr>
              <a:xfrm>
                <a:off x="9315498" y="528483"/>
                <a:ext cx="4651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042085-5756-3323-20C2-668DB1569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498" y="528483"/>
                <a:ext cx="46519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FF3221-9BA0-490D-8BE1-9A5CC0140CC7}"/>
                  </a:ext>
                </a:extLst>
              </p:cNvPr>
              <p:cNvSpPr txBox="1"/>
              <p:nvPr/>
            </p:nvSpPr>
            <p:spPr>
              <a:xfrm>
                <a:off x="10835641" y="643882"/>
                <a:ext cx="6177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FF3221-9BA0-490D-8BE1-9A5CC0140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641" y="643882"/>
                <a:ext cx="61779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C46C130-1FFB-7C18-2F3A-1B9F3606369E}"/>
              </a:ext>
            </a:extLst>
          </p:cNvPr>
          <p:cNvSpPr txBox="1"/>
          <p:nvPr/>
        </p:nvSpPr>
        <p:spPr>
          <a:xfrm>
            <a:off x="463363" y="2237715"/>
            <a:ext cx="5988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Path independent linear functional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0FAD2B-F7CB-EE1F-AEDA-B90B8024CF10}"/>
                  </a:ext>
                </a:extLst>
              </p:cNvPr>
              <p:cNvSpPr txBox="1"/>
              <p:nvPr/>
            </p:nvSpPr>
            <p:spPr>
              <a:xfrm>
                <a:off x="1245214" y="2907914"/>
                <a:ext cx="417095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3200" dirty="0"/>
                  <a:t> zero on closed paths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3E1DDE-3095-78BE-7A3F-F42B67DEE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214" y="2907914"/>
                <a:ext cx="4170950" cy="584775"/>
              </a:xfrm>
              <a:prstGeom prst="rect">
                <a:avLst/>
              </a:prstGeom>
              <a:blipFill>
                <a:blip r:embed="rId10"/>
                <a:stretch>
                  <a:fillRect t="-12500" r="-2778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366B5B-F894-69F1-605B-97B35DF53B90}"/>
                  </a:ext>
                </a:extLst>
              </p:cNvPr>
              <p:cNvSpPr txBox="1"/>
              <p:nvPr/>
            </p:nvSpPr>
            <p:spPr>
              <a:xfrm>
                <a:off x="1221362" y="4980067"/>
                <a:ext cx="246259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smtClean="0">
                          <a:latin typeface="Cambria Math" panose="02040503050406030204" pitchFamily="18" charset="0"/>
                        </a:rPr>
                        <m:t>W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CE242D-E84C-4583-63D8-C07785031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362" y="4980067"/>
                <a:ext cx="2462597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35008C-73AB-B39A-4C32-DAF8140763ED}"/>
                  </a:ext>
                </a:extLst>
              </p:cNvPr>
              <p:cNvSpPr txBox="1"/>
              <p:nvPr/>
            </p:nvSpPr>
            <p:spPr>
              <a:xfrm>
                <a:off x="1233288" y="4309868"/>
                <a:ext cx="586750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3200" dirty="0"/>
                  <a:t> zero on boundaries of surfaces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5E6446-6730-7888-867B-D1F77FC44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88" y="4309868"/>
                <a:ext cx="5867504" cy="584775"/>
              </a:xfrm>
              <a:prstGeom prst="rect">
                <a:avLst/>
              </a:prstGeom>
              <a:blipFill>
                <a:blip r:embed="rId12"/>
                <a:stretch>
                  <a:fillRect t="-12500" r="-1661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5538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F56EA-0342-684C-FCFD-AF7041EE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280BC9-DD64-EF2F-2C5B-CC20602EC9F0}"/>
                  </a:ext>
                </a:extLst>
              </p:cNvPr>
              <p:cNvSpPr txBox="1"/>
              <p:nvPr/>
            </p:nvSpPr>
            <p:spPr>
              <a:xfrm>
                <a:off x="579665" y="371068"/>
                <a:ext cx="202395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60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60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3CC09E-BC7F-2149-24B9-51F742376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371068"/>
                <a:ext cx="2023951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89C9C1-353E-B503-4B7B-69EEF1DA634C}"/>
                  </a:ext>
                </a:extLst>
              </p:cNvPr>
              <p:cNvSpPr txBox="1"/>
              <p:nvPr/>
            </p:nvSpPr>
            <p:spPr>
              <a:xfrm>
                <a:off x="435952" y="1505960"/>
                <a:ext cx="604357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D6D324-FEAD-014B-5E68-ECD6C668F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52" y="1505960"/>
                <a:ext cx="604357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8002164-20B1-0E22-B043-667E84BF218C}"/>
                  </a:ext>
                </a:extLst>
              </p:cNvPr>
              <p:cNvSpPr txBox="1"/>
              <p:nvPr/>
            </p:nvSpPr>
            <p:spPr>
              <a:xfrm>
                <a:off x="1233288" y="3578113"/>
                <a:ext cx="429797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W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21FABB-1686-F7FB-CBFF-D4D1966C8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88" y="3578113"/>
                <a:ext cx="429797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B1C9C5-767B-45E5-BF8E-741367B03C7E}"/>
                  </a:ext>
                </a:extLst>
              </p:cNvPr>
              <p:cNvSpPr txBox="1"/>
              <p:nvPr/>
            </p:nvSpPr>
            <p:spPr>
              <a:xfrm>
                <a:off x="2591841" y="362588"/>
                <a:ext cx="3041281" cy="10992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supHide m:val="on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30FC9F-E8C9-F228-73C9-2685583D8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41" y="362588"/>
                <a:ext cx="3041281" cy="10992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3A84CD1-F70E-999E-37BB-50EC2732382B}"/>
              </a:ext>
            </a:extLst>
          </p:cNvPr>
          <p:cNvSpPr txBox="1"/>
          <p:nvPr/>
        </p:nvSpPr>
        <p:spPr>
          <a:xfrm>
            <a:off x="463363" y="2237715"/>
            <a:ext cx="5988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Path independent linear functional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AE2158-2149-5B6C-F3BB-D7DE4FCCBA97}"/>
                  </a:ext>
                </a:extLst>
              </p:cNvPr>
              <p:cNvSpPr txBox="1"/>
              <p:nvPr/>
            </p:nvSpPr>
            <p:spPr>
              <a:xfrm>
                <a:off x="1245214" y="2907914"/>
                <a:ext cx="461716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3200" dirty="0"/>
                  <a:t> zero on closed surfaces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2D3B65-D421-284F-7924-CB44C28D3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214" y="2907914"/>
                <a:ext cx="4617161" cy="584775"/>
              </a:xfrm>
              <a:prstGeom prst="rect">
                <a:avLst/>
              </a:prstGeom>
              <a:blipFill>
                <a:blip r:embed="rId6"/>
                <a:stretch>
                  <a:fillRect t="-12500" r="-2375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BE35850-1F00-6553-E691-E2560417CF84}"/>
              </a:ext>
            </a:extLst>
          </p:cNvPr>
          <p:cNvSpPr/>
          <p:nvPr/>
        </p:nvSpPr>
        <p:spPr>
          <a:xfrm>
            <a:off x="7493056" y="1804886"/>
            <a:ext cx="1930602" cy="680762"/>
          </a:xfrm>
          <a:custGeom>
            <a:avLst/>
            <a:gdLst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260926"/>
              <a:gd name="connsiteY0" fmla="*/ 0 h 506437"/>
              <a:gd name="connsiteX1" fmla="*/ 295421 w 1260926"/>
              <a:gd name="connsiteY1" fmla="*/ 393896 h 506437"/>
              <a:gd name="connsiteX2" fmla="*/ 1260926 w 1260926"/>
              <a:gd name="connsiteY2" fmla="*/ 506437 h 506437"/>
              <a:gd name="connsiteX0" fmla="*/ 0 w 1260926"/>
              <a:gd name="connsiteY0" fmla="*/ 0 h 506587"/>
              <a:gd name="connsiteX1" fmla="*/ 295421 w 1260926"/>
              <a:gd name="connsiteY1" fmla="*/ 393896 h 506587"/>
              <a:gd name="connsiteX2" fmla="*/ 1260926 w 1260926"/>
              <a:gd name="connsiteY2" fmla="*/ 506437 h 50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0926" h="506587">
                <a:moveTo>
                  <a:pt x="0" y="0"/>
                </a:moveTo>
                <a:cubicBezTo>
                  <a:pt x="365" y="178558"/>
                  <a:pt x="105507" y="309490"/>
                  <a:pt x="295421" y="393896"/>
                </a:cubicBezTo>
                <a:cubicBezTo>
                  <a:pt x="485335" y="478302"/>
                  <a:pt x="924327" y="509037"/>
                  <a:pt x="1260926" y="506437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6F06B6B-5099-F4C5-E14E-6F946B6118CB}"/>
              </a:ext>
            </a:extLst>
          </p:cNvPr>
          <p:cNvSpPr/>
          <p:nvPr/>
        </p:nvSpPr>
        <p:spPr>
          <a:xfrm flipH="1">
            <a:off x="9420014" y="1803417"/>
            <a:ext cx="1744702" cy="681830"/>
          </a:xfrm>
          <a:custGeom>
            <a:avLst/>
            <a:gdLst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139483"/>
              <a:gd name="connsiteY0" fmla="*/ 0 h 507382"/>
              <a:gd name="connsiteX1" fmla="*/ 295421 w 1139483"/>
              <a:gd name="connsiteY1" fmla="*/ 393896 h 507382"/>
              <a:gd name="connsiteX2" fmla="*/ 1139483 w 1139483"/>
              <a:gd name="connsiteY2" fmla="*/ 506437 h 507382"/>
              <a:gd name="connsiteX0" fmla="*/ 27 w 1139510"/>
              <a:gd name="connsiteY0" fmla="*/ 0 h 507382"/>
              <a:gd name="connsiteX1" fmla="*/ 295448 w 1139510"/>
              <a:gd name="connsiteY1" fmla="*/ 393896 h 507382"/>
              <a:gd name="connsiteX2" fmla="*/ 1139510 w 1139510"/>
              <a:gd name="connsiteY2" fmla="*/ 506437 h 507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9510" h="507382">
                <a:moveTo>
                  <a:pt x="27" y="0"/>
                </a:moveTo>
                <a:cubicBezTo>
                  <a:pt x="-1989" y="195227"/>
                  <a:pt x="105534" y="309490"/>
                  <a:pt x="295448" y="393896"/>
                </a:cubicBezTo>
                <a:cubicBezTo>
                  <a:pt x="485362" y="478302"/>
                  <a:pt x="812436" y="513801"/>
                  <a:pt x="1139510" y="506437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9493492-D339-EBA8-BA7A-332736CEE43E}"/>
              </a:ext>
            </a:extLst>
          </p:cNvPr>
          <p:cNvSpPr/>
          <p:nvPr/>
        </p:nvSpPr>
        <p:spPr>
          <a:xfrm flipV="1">
            <a:off x="7493054" y="1261852"/>
            <a:ext cx="1504029" cy="543035"/>
          </a:xfrm>
          <a:custGeom>
            <a:avLst/>
            <a:gdLst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994226"/>
              <a:gd name="connsiteY0" fmla="*/ 0 h 465956"/>
              <a:gd name="connsiteX1" fmla="*/ 295421 w 994226"/>
              <a:gd name="connsiteY1" fmla="*/ 393896 h 465956"/>
              <a:gd name="connsiteX2" fmla="*/ 994226 w 994226"/>
              <a:gd name="connsiteY2" fmla="*/ 465956 h 465956"/>
              <a:gd name="connsiteX0" fmla="*/ 0 w 994226"/>
              <a:gd name="connsiteY0" fmla="*/ 0 h 465956"/>
              <a:gd name="connsiteX1" fmla="*/ 321615 w 994226"/>
              <a:gd name="connsiteY1" fmla="*/ 358178 h 465956"/>
              <a:gd name="connsiteX2" fmla="*/ 994226 w 994226"/>
              <a:gd name="connsiteY2" fmla="*/ 465956 h 465956"/>
              <a:gd name="connsiteX0" fmla="*/ 0 w 982320"/>
              <a:gd name="connsiteY0" fmla="*/ 0 h 396466"/>
              <a:gd name="connsiteX1" fmla="*/ 321615 w 982320"/>
              <a:gd name="connsiteY1" fmla="*/ 358178 h 396466"/>
              <a:gd name="connsiteX2" fmla="*/ 982320 w 982320"/>
              <a:gd name="connsiteY2" fmla="*/ 373087 h 396466"/>
              <a:gd name="connsiteX0" fmla="*/ 0 w 982320"/>
              <a:gd name="connsiteY0" fmla="*/ 0 h 404098"/>
              <a:gd name="connsiteX1" fmla="*/ 321615 w 982320"/>
              <a:gd name="connsiteY1" fmla="*/ 358178 h 404098"/>
              <a:gd name="connsiteX2" fmla="*/ 982320 w 982320"/>
              <a:gd name="connsiteY2" fmla="*/ 373087 h 40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2320" h="404098">
                <a:moveTo>
                  <a:pt x="0" y="0"/>
                </a:moveTo>
                <a:cubicBezTo>
                  <a:pt x="2747" y="169032"/>
                  <a:pt x="131701" y="273772"/>
                  <a:pt x="321615" y="358178"/>
                </a:cubicBezTo>
                <a:cubicBezTo>
                  <a:pt x="511529" y="442584"/>
                  <a:pt x="648102" y="387594"/>
                  <a:pt x="982320" y="373087"/>
                </a:cubicBezTo>
              </a:path>
            </a:pathLst>
          </a:cu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292E375-8EB8-315E-435E-E16365EDEBCC}"/>
              </a:ext>
            </a:extLst>
          </p:cNvPr>
          <p:cNvSpPr/>
          <p:nvPr/>
        </p:nvSpPr>
        <p:spPr>
          <a:xfrm flipH="1" flipV="1">
            <a:off x="9137480" y="1262360"/>
            <a:ext cx="2029044" cy="551239"/>
          </a:xfrm>
          <a:custGeom>
            <a:avLst/>
            <a:gdLst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210921"/>
              <a:gd name="connsiteY0" fmla="*/ 0 h 370706"/>
              <a:gd name="connsiteX1" fmla="*/ 366859 w 1210921"/>
              <a:gd name="connsiteY1" fmla="*/ 258165 h 370706"/>
              <a:gd name="connsiteX2" fmla="*/ 1210921 w 1210921"/>
              <a:gd name="connsiteY2" fmla="*/ 370706 h 370706"/>
              <a:gd name="connsiteX0" fmla="*/ 0 w 1210921"/>
              <a:gd name="connsiteY0" fmla="*/ 0 h 370706"/>
              <a:gd name="connsiteX1" fmla="*/ 366859 w 1210921"/>
              <a:gd name="connsiteY1" fmla="*/ 258165 h 370706"/>
              <a:gd name="connsiteX2" fmla="*/ 1210921 w 1210921"/>
              <a:gd name="connsiteY2" fmla="*/ 370706 h 370706"/>
              <a:gd name="connsiteX0" fmla="*/ 0 w 1210921"/>
              <a:gd name="connsiteY0" fmla="*/ 0 h 373087"/>
              <a:gd name="connsiteX1" fmla="*/ 366859 w 1210921"/>
              <a:gd name="connsiteY1" fmla="*/ 260546 h 373087"/>
              <a:gd name="connsiteX2" fmla="*/ 1210921 w 1210921"/>
              <a:gd name="connsiteY2" fmla="*/ 373087 h 373087"/>
              <a:gd name="connsiteX0" fmla="*/ 0 w 1087096"/>
              <a:gd name="connsiteY0" fmla="*/ 0 h 365944"/>
              <a:gd name="connsiteX1" fmla="*/ 243034 w 1087096"/>
              <a:gd name="connsiteY1" fmla="*/ 253403 h 365944"/>
              <a:gd name="connsiteX2" fmla="*/ 1087096 w 1087096"/>
              <a:gd name="connsiteY2" fmla="*/ 365944 h 365944"/>
              <a:gd name="connsiteX0" fmla="*/ 0 w 1208540"/>
              <a:gd name="connsiteY0" fmla="*/ 0 h 363563"/>
              <a:gd name="connsiteX1" fmla="*/ 364478 w 1208540"/>
              <a:gd name="connsiteY1" fmla="*/ 251022 h 363563"/>
              <a:gd name="connsiteX2" fmla="*/ 1208540 w 1208540"/>
              <a:gd name="connsiteY2" fmla="*/ 363563 h 363563"/>
              <a:gd name="connsiteX0" fmla="*/ 0 w 1208540"/>
              <a:gd name="connsiteY0" fmla="*/ 0 h 363563"/>
              <a:gd name="connsiteX1" fmla="*/ 364478 w 1208540"/>
              <a:gd name="connsiteY1" fmla="*/ 251022 h 363563"/>
              <a:gd name="connsiteX2" fmla="*/ 1208540 w 1208540"/>
              <a:gd name="connsiteY2" fmla="*/ 363563 h 363563"/>
              <a:gd name="connsiteX0" fmla="*/ 0 w 1210921"/>
              <a:gd name="connsiteY0" fmla="*/ 0 h 368325"/>
              <a:gd name="connsiteX1" fmla="*/ 366859 w 1210921"/>
              <a:gd name="connsiteY1" fmla="*/ 255784 h 368325"/>
              <a:gd name="connsiteX2" fmla="*/ 1210921 w 1210921"/>
              <a:gd name="connsiteY2" fmla="*/ 368325 h 368325"/>
              <a:gd name="connsiteX0" fmla="*/ 0 w 1208540"/>
              <a:gd name="connsiteY0" fmla="*/ 0 h 373087"/>
              <a:gd name="connsiteX1" fmla="*/ 364478 w 1208540"/>
              <a:gd name="connsiteY1" fmla="*/ 260546 h 373087"/>
              <a:gd name="connsiteX2" fmla="*/ 1208540 w 1208540"/>
              <a:gd name="connsiteY2" fmla="*/ 373087 h 373087"/>
              <a:gd name="connsiteX0" fmla="*/ 0 w 1363321"/>
              <a:gd name="connsiteY0" fmla="*/ 0 h 380231"/>
              <a:gd name="connsiteX1" fmla="*/ 364478 w 1363321"/>
              <a:gd name="connsiteY1" fmla="*/ 260546 h 380231"/>
              <a:gd name="connsiteX2" fmla="*/ 1363321 w 1363321"/>
              <a:gd name="connsiteY2" fmla="*/ 380231 h 380231"/>
              <a:gd name="connsiteX0" fmla="*/ 0 w 1325221"/>
              <a:gd name="connsiteY0" fmla="*/ 0 h 377850"/>
              <a:gd name="connsiteX1" fmla="*/ 364478 w 1325221"/>
              <a:gd name="connsiteY1" fmla="*/ 260546 h 377850"/>
              <a:gd name="connsiteX2" fmla="*/ 1325221 w 1325221"/>
              <a:gd name="connsiteY2" fmla="*/ 377850 h 377850"/>
              <a:gd name="connsiteX0" fmla="*/ 0 w 1325221"/>
              <a:gd name="connsiteY0" fmla="*/ 0 h 377982"/>
              <a:gd name="connsiteX1" fmla="*/ 364478 w 1325221"/>
              <a:gd name="connsiteY1" fmla="*/ 260546 h 377982"/>
              <a:gd name="connsiteX2" fmla="*/ 1325221 w 1325221"/>
              <a:gd name="connsiteY2" fmla="*/ 377850 h 377982"/>
              <a:gd name="connsiteX0" fmla="*/ 0 w 1325221"/>
              <a:gd name="connsiteY0" fmla="*/ 0 h 378132"/>
              <a:gd name="connsiteX1" fmla="*/ 219222 w 1325221"/>
              <a:gd name="connsiteY1" fmla="*/ 281977 h 378132"/>
              <a:gd name="connsiteX2" fmla="*/ 1325221 w 1325221"/>
              <a:gd name="connsiteY2" fmla="*/ 377850 h 378132"/>
              <a:gd name="connsiteX0" fmla="*/ 0 w 1325221"/>
              <a:gd name="connsiteY0" fmla="*/ 0 h 377912"/>
              <a:gd name="connsiteX1" fmla="*/ 254941 w 1325221"/>
              <a:gd name="connsiteY1" fmla="*/ 217683 h 377912"/>
              <a:gd name="connsiteX2" fmla="*/ 1325221 w 1325221"/>
              <a:gd name="connsiteY2" fmla="*/ 377850 h 377912"/>
              <a:gd name="connsiteX0" fmla="*/ 0 w 1325221"/>
              <a:gd name="connsiteY0" fmla="*/ 0 h 377912"/>
              <a:gd name="connsiteX1" fmla="*/ 254941 w 1325221"/>
              <a:gd name="connsiteY1" fmla="*/ 217683 h 377912"/>
              <a:gd name="connsiteX2" fmla="*/ 1325221 w 1325221"/>
              <a:gd name="connsiteY2" fmla="*/ 377850 h 377912"/>
              <a:gd name="connsiteX0" fmla="*/ 0 w 1325221"/>
              <a:gd name="connsiteY0" fmla="*/ 0 h 377912"/>
              <a:gd name="connsiteX1" fmla="*/ 254941 w 1325221"/>
              <a:gd name="connsiteY1" fmla="*/ 217683 h 377912"/>
              <a:gd name="connsiteX2" fmla="*/ 1325221 w 1325221"/>
              <a:gd name="connsiteY2" fmla="*/ 377850 h 377912"/>
              <a:gd name="connsiteX0" fmla="*/ 0 w 1325221"/>
              <a:gd name="connsiteY0" fmla="*/ 0 h 407062"/>
              <a:gd name="connsiteX1" fmla="*/ 433534 w 1325221"/>
              <a:gd name="connsiteY1" fmla="*/ 365320 h 407062"/>
              <a:gd name="connsiteX2" fmla="*/ 1325221 w 1325221"/>
              <a:gd name="connsiteY2" fmla="*/ 377850 h 407062"/>
              <a:gd name="connsiteX0" fmla="*/ 0 w 1325221"/>
              <a:gd name="connsiteY0" fmla="*/ 0 h 410203"/>
              <a:gd name="connsiteX1" fmla="*/ 433534 w 1325221"/>
              <a:gd name="connsiteY1" fmla="*/ 365320 h 410203"/>
              <a:gd name="connsiteX2" fmla="*/ 1325221 w 1325221"/>
              <a:gd name="connsiteY2" fmla="*/ 377850 h 410203"/>
              <a:gd name="connsiteX0" fmla="*/ 0 w 1325221"/>
              <a:gd name="connsiteY0" fmla="*/ 0 h 410203"/>
              <a:gd name="connsiteX1" fmla="*/ 433534 w 1325221"/>
              <a:gd name="connsiteY1" fmla="*/ 365320 h 410203"/>
              <a:gd name="connsiteX2" fmla="*/ 1325221 w 1325221"/>
              <a:gd name="connsiteY2" fmla="*/ 377850 h 410203"/>
              <a:gd name="connsiteX0" fmla="*/ 0 w 1325221"/>
              <a:gd name="connsiteY0" fmla="*/ 0 h 410203"/>
              <a:gd name="connsiteX1" fmla="*/ 433534 w 1325221"/>
              <a:gd name="connsiteY1" fmla="*/ 365320 h 410203"/>
              <a:gd name="connsiteX2" fmla="*/ 1325221 w 1325221"/>
              <a:gd name="connsiteY2" fmla="*/ 377850 h 410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5221" h="410203">
                <a:moveTo>
                  <a:pt x="0" y="0"/>
                </a:moveTo>
                <a:cubicBezTo>
                  <a:pt x="7510" y="116645"/>
                  <a:pt x="243620" y="273770"/>
                  <a:pt x="433534" y="365320"/>
                </a:cubicBezTo>
                <a:cubicBezTo>
                  <a:pt x="623448" y="456870"/>
                  <a:pt x="1000529" y="380450"/>
                  <a:pt x="1325221" y="377850"/>
                </a:cubicBezTo>
              </a:path>
            </a:pathLst>
          </a:cu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4353D0F-8500-E566-34FA-E9FB871C2425}"/>
              </a:ext>
            </a:extLst>
          </p:cNvPr>
          <p:cNvSpPr/>
          <p:nvPr/>
        </p:nvSpPr>
        <p:spPr>
          <a:xfrm>
            <a:off x="7492546" y="393901"/>
            <a:ext cx="3670331" cy="1424734"/>
          </a:xfrm>
          <a:custGeom>
            <a:avLst/>
            <a:gdLst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330291"/>
              <a:gd name="connsiteY0" fmla="*/ 1288023 h 1288023"/>
              <a:gd name="connsiteX1" fmla="*/ 663269 w 2330291"/>
              <a:gd name="connsiteY1" fmla="*/ 178837 h 1288023"/>
              <a:gd name="connsiteX2" fmla="*/ 1598771 w 2330291"/>
              <a:gd name="connsiteY2" fmla="*/ 73330 h 1288023"/>
              <a:gd name="connsiteX3" fmla="*/ 2330291 w 2330291"/>
              <a:gd name="connsiteY3" fmla="*/ 903323 h 1288023"/>
              <a:gd name="connsiteX0" fmla="*/ 165 w 2330456"/>
              <a:gd name="connsiteY0" fmla="*/ 1288023 h 1288023"/>
              <a:gd name="connsiteX1" fmla="*/ 663434 w 2330456"/>
              <a:gd name="connsiteY1" fmla="*/ 178837 h 1288023"/>
              <a:gd name="connsiteX2" fmla="*/ 1598936 w 2330456"/>
              <a:gd name="connsiteY2" fmla="*/ 73330 h 1288023"/>
              <a:gd name="connsiteX3" fmla="*/ 2330456 w 2330456"/>
              <a:gd name="connsiteY3" fmla="*/ 903323 h 1288023"/>
              <a:gd name="connsiteX0" fmla="*/ 165 w 2330456"/>
              <a:gd name="connsiteY0" fmla="*/ 1273056 h 1273056"/>
              <a:gd name="connsiteX1" fmla="*/ 663434 w 2330456"/>
              <a:gd name="connsiteY1" fmla="*/ 178158 h 1273056"/>
              <a:gd name="connsiteX2" fmla="*/ 1598936 w 2330456"/>
              <a:gd name="connsiteY2" fmla="*/ 72651 h 1273056"/>
              <a:gd name="connsiteX3" fmla="*/ 2330456 w 2330456"/>
              <a:gd name="connsiteY3" fmla="*/ 902644 h 1273056"/>
              <a:gd name="connsiteX0" fmla="*/ 211 w 2330502"/>
              <a:gd name="connsiteY0" fmla="*/ 1242225 h 1242225"/>
              <a:gd name="connsiteX1" fmla="*/ 572992 w 2330502"/>
              <a:gd name="connsiteY1" fmla="*/ 280677 h 1242225"/>
              <a:gd name="connsiteX2" fmla="*/ 1598982 w 2330502"/>
              <a:gd name="connsiteY2" fmla="*/ 41820 h 1242225"/>
              <a:gd name="connsiteX3" fmla="*/ 2330502 w 2330502"/>
              <a:gd name="connsiteY3" fmla="*/ 871813 h 1242225"/>
              <a:gd name="connsiteX0" fmla="*/ 222 w 2330513"/>
              <a:gd name="connsiteY0" fmla="*/ 1032955 h 1032955"/>
              <a:gd name="connsiteX1" fmla="*/ 573003 w 2330513"/>
              <a:gd name="connsiteY1" fmla="*/ 71407 h 1032955"/>
              <a:gd name="connsiteX2" fmla="*/ 1689481 w 2330513"/>
              <a:gd name="connsiteY2" fmla="*/ 151638 h 1032955"/>
              <a:gd name="connsiteX3" fmla="*/ 2330513 w 2330513"/>
              <a:gd name="connsiteY3" fmla="*/ 662543 h 1032955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7188" h="1060211">
                <a:moveTo>
                  <a:pt x="222" y="1032955"/>
                </a:moveTo>
                <a:cubicBezTo>
                  <a:pt x="-9340" y="677636"/>
                  <a:pt x="291460" y="218293"/>
                  <a:pt x="573003" y="71407"/>
                </a:cubicBezTo>
                <a:cubicBezTo>
                  <a:pt x="854546" y="-75479"/>
                  <a:pt x="1411644" y="30890"/>
                  <a:pt x="1689481" y="151638"/>
                </a:cubicBezTo>
                <a:cubicBezTo>
                  <a:pt x="1967318" y="272386"/>
                  <a:pt x="2386234" y="705588"/>
                  <a:pt x="2397188" y="1060211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77FD61-DB49-04ED-E3CC-14CAC5373AEC}"/>
                  </a:ext>
                </a:extLst>
              </p:cNvPr>
              <p:cNvSpPr txBox="1"/>
              <p:nvPr/>
            </p:nvSpPr>
            <p:spPr>
              <a:xfrm>
                <a:off x="10060571" y="207002"/>
                <a:ext cx="6307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178662-6953-9288-89F3-E9A0AE47C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0571" y="207002"/>
                <a:ext cx="63074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A70E2B-F624-7F2D-7CA3-7047226304D4}"/>
                  </a:ext>
                </a:extLst>
              </p:cNvPr>
              <p:cNvSpPr txBox="1"/>
              <p:nvPr/>
            </p:nvSpPr>
            <p:spPr>
              <a:xfrm>
                <a:off x="11079809" y="1920943"/>
                <a:ext cx="6639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416D4E-E4D6-7481-8439-6335313E6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9809" y="1920943"/>
                <a:ext cx="66396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02CDAA-2944-39E5-9544-743634E61B15}"/>
                  </a:ext>
                </a:extLst>
              </p:cNvPr>
              <p:cNvSpPr txBox="1"/>
              <p:nvPr/>
            </p:nvSpPr>
            <p:spPr>
              <a:xfrm>
                <a:off x="8266888" y="730222"/>
                <a:ext cx="61632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EEBF19-B745-CA68-6580-08C227CB9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888" y="730222"/>
                <a:ext cx="61632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A7AB02-5F4D-2238-9ED6-DCB2D6080BBD}"/>
                  </a:ext>
                </a:extLst>
              </p:cNvPr>
              <p:cNvSpPr txBox="1"/>
              <p:nvPr/>
            </p:nvSpPr>
            <p:spPr>
              <a:xfrm>
                <a:off x="10055824" y="1882722"/>
                <a:ext cx="64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953487-6F8A-3A42-E867-6E15D69C8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5824" y="1882722"/>
                <a:ext cx="64350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5D3D214-DFC5-0B17-752E-4167ED8287C7}"/>
              </a:ext>
            </a:extLst>
          </p:cNvPr>
          <p:cNvSpPr/>
          <p:nvPr/>
        </p:nvSpPr>
        <p:spPr>
          <a:xfrm>
            <a:off x="7492887" y="738888"/>
            <a:ext cx="3669991" cy="1079747"/>
          </a:xfrm>
          <a:custGeom>
            <a:avLst/>
            <a:gdLst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330291"/>
              <a:gd name="connsiteY0" fmla="*/ 1288023 h 1288023"/>
              <a:gd name="connsiteX1" fmla="*/ 663269 w 2330291"/>
              <a:gd name="connsiteY1" fmla="*/ 178837 h 1288023"/>
              <a:gd name="connsiteX2" fmla="*/ 1598771 w 2330291"/>
              <a:gd name="connsiteY2" fmla="*/ 73330 h 1288023"/>
              <a:gd name="connsiteX3" fmla="*/ 2330291 w 2330291"/>
              <a:gd name="connsiteY3" fmla="*/ 903323 h 1288023"/>
              <a:gd name="connsiteX0" fmla="*/ 165 w 2330456"/>
              <a:gd name="connsiteY0" fmla="*/ 1288023 h 1288023"/>
              <a:gd name="connsiteX1" fmla="*/ 663434 w 2330456"/>
              <a:gd name="connsiteY1" fmla="*/ 178837 h 1288023"/>
              <a:gd name="connsiteX2" fmla="*/ 1598936 w 2330456"/>
              <a:gd name="connsiteY2" fmla="*/ 73330 h 1288023"/>
              <a:gd name="connsiteX3" fmla="*/ 2330456 w 2330456"/>
              <a:gd name="connsiteY3" fmla="*/ 903323 h 1288023"/>
              <a:gd name="connsiteX0" fmla="*/ 165 w 2330456"/>
              <a:gd name="connsiteY0" fmla="*/ 1273056 h 1273056"/>
              <a:gd name="connsiteX1" fmla="*/ 663434 w 2330456"/>
              <a:gd name="connsiteY1" fmla="*/ 178158 h 1273056"/>
              <a:gd name="connsiteX2" fmla="*/ 1598936 w 2330456"/>
              <a:gd name="connsiteY2" fmla="*/ 72651 h 1273056"/>
              <a:gd name="connsiteX3" fmla="*/ 2330456 w 2330456"/>
              <a:gd name="connsiteY3" fmla="*/ 902644 h 1273056"/>
              <a:gd name="connsiteX0" fmla="*/ 211 w 2330502"/>
              <a:gd name="connsiteY0" fmla="*/ 1242225 h 1242225"/>
              <a:gd name="connsiteX1" fmla="*/ 572992 w 2330502"/>
              <a:gd name="connsiteY1" fmla="*/ 280677 h 1242225"/>
              <a:gd name="connsiteX2" fmla="*/ 1598982 w 2330502"/>
              <a:gd name="connsiteY2" fmla="*/ 41820 h 1242225"/>
              <a:gd name="connsiteX3" fmla="*/ 2330502 w 2330502"/>
              <a:gd name="connsiteY3" fmla="*/ 871813 h 1242225"/>
              <a:gd name="connsiteX0" fmla="*/ 222 w 2330513"/>
              <a:gd name="connsiteY0" fmla="*/ 1032955 h 1032955"/>
              <a:gd name="connsiteX1" fmla="*/ 573003 w 2330513"/>
              <a:gd name="connsiteY1" fmla="*/ 71407 h 1032955"/>
              <a:gd name="connsiteX2" fmla="*/ 1689481 w 2330513"/>
              <a:gd name="connsiteY2" fmla="*/ 151638 h 1032955"/>
              <a:gd name="connsiteX3" fmla="*/ 2330513 w 2330513"/>
              <a:gd name="connsiteY3" fmla="*/ 662543 h 1032955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  <a:gd name="connsiteX0" fmla="*/ 222 w 2397188"/>
              <a:gd name="connsiteY0" fmla="*/ 927218 h 954474"/>
              <a:gd name="connsiteX1" fmla="*/ 573003 w 2397188"/>
              <a:gd name="connsiteY1" fmla="*/ 211387 h 954474"/>
              <a:gd name="connsiteX2" fmla="*/ 1689481 w 2397188"/>
              <a:gd name="connsiteY2" fmla="*/ 45901 h 954474"/>
              <a:gd name="connsiteX3" fmla="*/ 2397188 w 2397188"/>
              <a:gd name="connsiteY3" fmla="*/ 954474 h 954474"/>
              <a:gd name="connsiteX0" fmla="*/ 220 w 2397186"/>
              <a:gd name="connsiteY0" fmla="*/ 776234 h 803490"/>
              <a:gd name="connsiteX1" fmla="*/ 573001 w 2397186"/>
              <a:gd name="connsiteY1" fmla="*/ 60403 h 803490"/>
              <a:gd name="connsiteX2" fmla="*/ 1668742 w 2397186"/>
              <a:gd name="connsiteY2" fmla="*/ 121733 h 803490"/>
              <a:gd name="connsiteX3" fmla="*/ 2397186 w 2397186"/>
              <a:gd name="connsiteY3" fmla="*/ 803490 h 803490"/>
              <a:gd name="connsiteX0" fmla="*/ 0 w 2396966"/>
              <a:gd name="connsiteY0" fmla="*/ 776234 h 803490"/>
              <a:gd name="connsiteX1" fmla="*/ 572781 w 2396966"/>
              <a:gd name="connsiteY1" fmla="*/ 60403 h 803490"/>
              <a:gd name="connsiteX2" fmla="*/ 1668522 w 2396966"/>
              <a:gd name="connsiteY2" fmla="*/ 121733 h 803490"/>
              <a:gd name="connsiteX3" fmla="*/ 2396966 w 2396966"/>
              <a:gd name="connsiteY3" fmla="*/ 803490 h 803490"/>
              <a:gd name="connsiteX0" fmla="*/ 0 w 2396966"/>
              <a:gd name="connsiteY0" fmla="*/ 776234 h 803490"/>
              <a:gd name="connsiteX1" fmla="*/ 572781 w 2396966"/>
              <a:gd name="connsiteY1" fmla="*/ 60403 h 803490"/>
              <a:gd name="connsiteX2" fmla="*/ 1668522 w 2396966"/>
              <a:gd name="connsiteY2" fmla="*/ 121733 h 803490"/>
              <a:gd name="connsiteX3" fmla="*/ 2396966 w 2396966"/>
              <a:gd name="connsiteY3" fmla="*/ 803490 h 80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6966" h="803490">
                <a:moveTo>
                  <a:pt x="0" y="776234"/>
                </a:moveTo>
                <a:cubicBezTo>
                  <a:pt x="94121" y="439817"/>
                  <a:pt x="294694" y="169487"/>
                  <a:pt x="572781" y="60403"/>
                </a:cubicBezTo>
                <a:cubicBezTo>
                  <a:pt x="850868" y="-48680"/>
                  <a:pt x="1390685" y="985"/>
                  <a:pt x="1668522" y="121733"/>
                </a:cubicBezTo>
                <a:cubicBezTo>
                  <a:pt x="1946359" y="242481"/>
                  <a:pt x="2261591" y="463043"/>
                  <a:pt x="2396966" y="803490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09EBBE1-B16C-8156-5848-1E29670311E5}"/>
                  </a:ext>
                </a:extLst>
              </p:cNvPr>
              <p:cNvSpPr txBox="1"/>
              <p:nvPr/>
            </p:nvSpPr>
            <p:spPr>
              <a:xfrm>
                <a:off x="9137480" y="729487"/>
                <a:ext cx="62247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ECA9647-3BCA-615A-10DE-8AED06CDE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480" y="729487"/>
                <a:ext cx="62247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1727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B9BA8-B847-4F2F-308D-FA0A748FF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15788C-B893-15D2-BA3F-112F240712C2}"/>
                  </a:ext>
                </a:extLst>
              </p:cNvPr>
              <p:cNvSpPr txBox="1"/>
              <p:nvPr/>
            </p:nvSpPr>
            <p:spPr>
              <a:xfrm>
                <a:off x="579665" y="371068"/>
                <a:ext cx="2183675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15788C-B893-15D2-BA3F-112F24071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371068"/>
                <a:ext cx="2183675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E0C3313-86EB-1BA8-D1B1-6E1289DA40F2}"/>
                  </a:ext>
                </a:extLst>
              </p:cNvPr>
              <p:cNvSpPr txBox="1"/>
              <p:nvPr/>
            </p:nvSpPr>
            <p:spPr>
              <a:xfrm>
                <a:off x="435952" y="1505960"/>
                <a:ext cx="604357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W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W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E0C3313-86EB-1BA8-D1B1-6E1289DA4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52" y="1505960"/>
                <a:ext cx="6043578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E22428-2300-5CD1-BE92-39E16848F840}"/>
                  </a:ext>
                </a:extLst>
              </p:cNvPr>
              <p:cNvSpPr txBox="1"/>
              <p:nvPr/>
            </p:nvSpPr>
            <p:spPr>
              <a:xfrm>
                <a:off x="1233288" y="3578113"/>
                <a:ext cx="418287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smtClean="0">
                          <a:latin typeface="Cambria Math" panose="02040503050406030204" pitchFamily="18" charset="0"/>
                        </a:rPr>
                        <m:t>W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W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E22428-2300-5CD1-BE92-39E16848F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88" y="3578113"/>
                <a:ext cx="4182876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4224C6-DF53-6D7E-010D-F2A8E24AC105}"/>
                  </a:ext>
                </a:extLst>
              </p:cNvPr>
              <p:cNvSpPr txBox="1"/>
              <p:nvPr/>
            </p:nvSpPr>
            <p:spPr>
              <a:xfrm>
                <a:off x="2591841" y="362588"/>
                <a:ext cx="2025683" cy="115736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4224C6-DF53-6D7E-010D-F2A8E24AC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841" y="362588"/>
                <a:ext cx="2025683" cy="11573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BE91CB1-3E90-F6DD-5ADD-8E07BB583D15}"/>
              </a:ext>
            </a:extLst>
          </p:cNvPr>
          <p:cNvSpPr txBox="1"/>
          <p:nvPr/>
        </p:nvSpPr>
        <p:spPr>
          <a:xfrm>
            <a:off x="463363" y="2237715"/>
            <a:ext cx="5988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Path independent linear functional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3E1DDE-3095-78BE-7A3F-F42B67DEE1A8}"/>
                  </a:ext>
                </a:extLst>
              </p:cNvPr>
              <p:cNvSpPr txBox="1"/>
              <p:nvPr/>
            </p:nvSpPr>
            <p:spPr>
              <a:xfrm>
                <a:off x="1245214" y="2907914"/>
                <a:ext cx="417095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3200" dirty="0"/>
                  <a:t> zero on closed paths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3E1DDE-3095-78BE-7A3F-F42B67DEE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214" y="2907914"/>
                <a:ext cx="4170950" cy="584775"/>
              </a:xfrm>
              <a:prstGeom prst="rect">
                <a:avLst/>
              </a:prstGeom>
              <a:blipFill>
                <a:blip r:embed="rId10"/>
                <a:stretch>
                  <a:fillRect t="-12500" r="-2778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CE242D-E84C-4583-63D8-C077850313B5}"/>
                  </a:ext>
                </a:extLst>
              </p:cNvPr>
              <p:cNvSpPr txBox="1"/>
              <p:nvPr/>
            </p:nvSpPr>
            <p:spPr>
              <a:xfrm>
                <a:off x="1221362" y="4980067"/>
                <a:ext cx="246259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smtClean="0">
                          <a:latin typeface="Cambria Math" panose="02040503050406030204" pitchFamily="18" charset="0"/>
                        </a:rPr>
                        <m:t>W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CE242D-E84C-4583-63D8-C07785031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362" y="4980067"/>
                <a:ext cx="2462597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5E6446-6730-7888-867B-D1F77FC44BB2}"/>
                  </a:ext>
                </a:extLst>
              </p:cNvPr>
              <p:cNvSpPr txBox="1"/>
              <p:nvPr/>
            </p:nvSpPr>
            <p:spPr>
              <a:xfrm>
                <a:off x="1233288" y="4309868"/>
                <a:ext cx="586750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3200" dirty="0"/>
                  <a:t> zero on boundaries of surfaces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F5E6446-6730-7888-867B-D1F77FC44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88" y="4309868"/>
                <a:ext cx="5867504" cy="584775"/>
              </a:xfrm>
              <a:prstGeom prst="rect">
                <a:avLst/>
              </a:prstGeom>
              <a:blipFill>
                <a:blip r:embed="rId12"/>
                <a:stretch>
                  <a:fillRect t="-12500" r="-1661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1380435C-A932-22DB-2686-031A5EBB23AB}"/>
              </a:ext>
            </a:extLst>
          </p:cNvPr>
          <p:cNvGrpSpPr/>
          <p:nvPr/>
        </p:nvGrpSpPr>
        <p:grpSpPr>
          <a:xfrm>
            <a:off x="7537708" y="528483"/>
            <a:ext cx="3948431" cy="2641041"/>
            <a:chOff x="7537708" y="528483"/>
            <a:chExt cx="3948431" cy="2641041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AF62EAFD-5230-CDE2-96B7-90BE0CEC3F9D}"/>
                </a:ext>
              </a:extLst>
            </p:cNvPr>
            <p:cNvSpPr/>
            <p:nvPr/>
          </p:nvSpPr>
          <p:spPr>
            <a:xfrm>
              <a:off x="8161020" y="1142999"/>
              <a:ext cx="3223260" cy="1076069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816707"/>
                <a:gd name="connsiteX1" fmla="*/ 631570 w 2682240"/>
                <a:gd name="connsiteY1" fmla="*/ 810401 h 816707"/>
                <a:gd name="connsiteX2" fmla="*/ 1950720 w 2682240"/>
                <a:gd name="connsiteY2" fmla="*/ 312420 h 816707"/>
                <a:gd name="connsiteX3" fmla="*/ 2682240 w 2682240"/>
                <a:gd name="connsiteY3" fmla="*/ 0 h 816707"/>
                <a:gd name="connsiteX0" fmla="*/ 0 w 2682240"/>
                <a:gd name="connsiteY0" fmla="*/ 662940 h 833821"/>
                <a:gd name="connsiteX1" fmla="*/ 631570 w 2682240"/>
                <a:gd name="connsiteY1" fmla="*/ 810401 h 833821"/>
                <a:gd name="connsiteX2" fmla="*/ 1950720 w 2682240"/>
                <a:gd name="connsiteY2" fmla="*/ 312420 h 833821"/>
                <a:gd name="connsiteX3" fmla="*/ 2682240 w 2682240"/>
                <a:gd name="connsiteY3" fmla="*/ 0 h 833821"/>
                <a:gd name="connsiteX0" fmla="*/ 0 w 2682240"/>
                <a:gd name="connsiteY0" fmla="*/ 662940 h 823440"/>
                <a:gd name="connsiteX1" fmla="*/ 631570 w 2682240"/>
                <a:gd name="connsiteY1" fmla="*/ 810401 h 823440"/>
                <a:gd name="connsiteX2" fmla="*/ 2056079 w 2682240"/>
                <a:gd name="connsiteY2" fmla="*/ 458623 h 823440"/>
                <a:gd name="connsiteX3" fmla="*/ 2682240 w 2682240"/>
                <a:gd name="connsiteY3" fmla="*/ 0 h 823440"/>
                <a:gd name="connsiteX0" fmla="*/ 0 w 2682240"/>
                <a:gd name="connsiteY0" fmla="*/ 662940 h 823440"/>
                <a:gd name="connsiteX1" fmla="*/ 631570 w 2682240"/>
                <a:gd name="connsiteY1" fmla="*/ 810401 h 823440"/>
                <a:gd name="connsiteX2" fmla="*/ 2056079 w 2682240"/>
                <a:gd name="connsiteY2" fmla="*/ 458623 h 823440"/>
                <a:gd name="connsiteX3" fmla="*/ 2682240 w 2682240"/>
                <a:gd name="connsiteY3" fmla="*/ 0 h 823440"/>
                <a:gd name="connsiteX0" fmla="*/ 0 w 2682240"/>
                <a:gd name="connsiteY0" fmla="*/ 662940 h 823440"/>
                <a:gd name="connsiteX1" fmla="*/ 631570 w 2682240"/>
                <a:gd name="connsiteY1" fmla="*/ 810401 h 823440"/>
                <a:gd name="connsiteX2" fmla="*/ 2056079 w 2682240"/>
                <a:gd name="connsiteY2" fmla="*/ 458623 h 823440"/>
                <a:gd name="connsiteX3" fmla="*/ 2682240 w 2682240"/>
                <a:gd name="connsiteY3" fmla="*/ 0 h 823440"/>
                <a:gd name="connsiteX0" fmla="*/ 0 w 2682240"/>
                <a:gd name="connsiteY0" fmla="*/ 662940 h 823440"/>
                <a:gd name="connsiteX1" fmla="*/ 631570 w 2682240"/>
                <a:gd name="connsiteY1" fmla="*/ 810401 h 823440"/>
                <a:gd name="connsiteX2" fmla="*/ 2056079 w 2682240"/>
                <a:gd name="connsiteY2" fmla="*/ 458623 h 823440"/>
                <a:gd name="connsiteX3" fmla="*/ 2682240 w 2682240"/>
                <a:gd name="connsiteY3" fmla="*/ 0 h 823440"/>
                <a:gd name="connsiteX0" fmla="*/ 0 w 2682240"/>
                <a:gd name="connsiteY0" fmla="*/ 662940 h 823440"/>
                <a:gd name="connsiteX1" fmla="*/ 631570 w 2682240"/>
                <a:gd name="connsiteY1" fmla="*/ 810401 h 823440"/>
                <a:gd name="connsiteX2" fmla="*/ 2056079 w 2682240"/>
                <a:gd name="connsiteY2" fmla="*/ 458623 h 823440"/>
                <a:gd name="connsiteX3" fmla="*/ 2682240 w 2682240"/>
                <a:gd name="connsiteY3" fmla="*/ 0 h 823440"/>
                <a:gd name="connsiteX0" fmla="*/ 0 w 2682240"/>
                <a:gd name="connsiteY0" fmla="*/ 662940 h 828404"/>
                <a:gd name="connsiteX1" fmla="*/ 631570 w 2682240"/>
                <a:gd name="connsiteY1" fmla="*/ 810401 h 828404"/>
                <a:gd name="connsiteX2" fmla="*/ 1950721 w 2682240"/>
                <a:gd name="connsiteY2" fmla="*/ 388229 h 828404"/>
                <a:gd name="connsiteX3" fmla="*/ 2682240 w 2682240"/>
                <a:gd name="connsiteY3" fmla="*/ 0 h 828404"/>
                <a:gd name="connsiteX0" fmla="*/ 0 w 2682240"/>
                <a:gd name="connsiteY0" fmla="*/ 662940 h 828404"/>
                <a:gd name="connsiteX1" fmla="*/ 631570 w 2682240"/>
                <a:gd name="connsiteY1" fmla="*/ 810401 h 828404"/>
                <a:gd name="connsiteX2" fmla="*/ 1950721 w 2682240"/>
                <a:gd name="connsiteY2" fmla="*/ 388229 h 828404"/>
                <a:gd name="connsiteX3" fmla="*/ 2682240 w 2682240"/>
                <a:gd name="connsiteY3" fmla="*/ 0 h 82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2240" h="828404">
                  <a:moveTo>
                    <a:pt x="0" y="662940"/>
                  </a:moveTo>
                  <a:cubicBezTo>
                    <a:pt x="229317" y="817322"/>
                    <a:pt x="306450" y="856186"/>
                    <a:pt x="631570" y="810401"/>
                  </a:cubicBezTo>
                  <a:cubicBezTo>
                    <a:pt x="956690" y="764616"/>
                    <a:pt x="1612845" y="374385"/>
                    <a:pt x="1950721" y="388229"/>
                  </a:cubicBezTo>
                  <a:cubicBezTo>
                    <a:pt x="2288597" y="402073"/>
                    <a:pt x="2617116" y="252478"/>
                    <a:pt x="2682240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451E825-80B8-EA96-698E-8A02E0DB5761}"/>
                    </a:ext>
                  </a:extLst>
                </p:cNvPr>
                <p:cNvSpPr txBox="1"/>
                <p:nvPr/>
              </p:nvSpPr>
              <p:spPr>
                <a:xfrm>
                  <a:off x="9033714" y="1478280"/>
                  <a:ext cx="60253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451E825-80B8-EA96-698E-8A02E0DB57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3714" y="1478280"/>
                  <a:ext cx="602537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AF60D7C-773F-8778-A11D-273486A76AC5}"/>
                    </a:ext>
                  </a:extLst>
                </p:cNvPr>
                <p:cNvSpPr txBox="1"/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AF60D7C-773F-8778-A11D-273486A76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7708" y="1478280"/>
                  <a:ext cx="623312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0E3A58C1-967A-6FB9-1A4E-24027830AD0B}"/>
                </a:ext>
              </a:extLst>
            </p:cNvPr>
            <p:cNvSpPr/>
            <p:nvPr/>
          </p:nvSpPr>
          <p:spPr>
            <a:xfrm rot="4000782">
              <a:off x="9788891" y="1737289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AF5DEEB-47ED-6BE7-C2E2-D12C172C38F3}"/>
                </a:ext>
              </a:extLst>
            </p:cNvPr>
            <p:cNvSpPr/>
            <p:nvPr/>
          </p:nvSpPr>
          <p:spPr>
            <a:xfrm>
              <a:off x="8161020" y="1142999"/>
              <a:ext cx="3223260" cy="861137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  <a:gd name="connsiteX0" fmla="*/ 0 w 2682240"/>
                <a:gd name="connsiteY0" fmla="*/ 662940 h 662940"/>
                <a:gd name="connsiteX1" fmla="*/ 783023 w 2682240"/>
                <a:gd name="connsiteY1" fmla="*/ 98334 h 662940"/>
                <a:gd name="connsiteX2" fmla="*/ 2040551 w 2682240"/>
                <a:gd name="connsiteY2" fmla="*/ 141322 h 662940"/>
                <a:gd name="connsiteX3" fmla="*/ 2682240 w 2682240"/>
                <a:gd name="connsiteY3" fmla="*/ 0 h 66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2240" h="662940">
                  <a:moveTo>
                    <a:pt x="0" y="662940"/>
                  </a:moveTo>
                  <a:cubicBezTo>
                    <a:pt x="252730" y="497840"/>
                    <a:pt x="442931" y="185270"/>
                    <a:pt x="783023" y="98334"/>
                  </a:cubicBezTo>
                  <a:cubicBezTo>
                    <a:pt x="1123115" y="11398"/>
                    <a:pt x="1726656" y="113714"/>
                    <a:pt x="2040551" y="141322"/>
                  </a:cubicBezTo>
                  <a:cubicBezTo>
                    <a:pt x="2354446" y="168930"/>
                    <a:pt x="2470785" y="133350"/>
                    <a:pt x="2682240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E5029AE7-0E0B-AEBE-767A-B385B248D993}"/>
                </a:ext>
              </a:extLst>
            </p:cNvPr>
            <p:cNvSpPr/>
            <p:nvPr/>
          </p:nvSpPr>
          <p:spPr>
            <a:xfrm rot="5868436">
              <a:off x="9635153" y="1139782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A82EAA3-D742-60F2-8886-EEE0652EB767}"/>
                    </a:ext>
                  </a:extLst>
                </p:cNvPr>
                <p:cNvSpPr txBox="1"/>
                <p:nvPr/>
              </p:nvSpPr>
              <p:spPr>
                <a:xfrm>
                  <a:off x="9315498" y="528483"/>
                  <a:ext cx="61080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A82EAA3-D742-60F2-8886-EEE0652EB7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5498" y="528483"/>
                  <a:ext cx="610808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5B1A12B-FA63-2ACB-AFFF-89677F4A856D}"/>
                    </a:ext>
                  </a:extLst>
                </p:cNvPr>
                <p:cNvSpPr txBox="1"/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5B1A12B-FA63-2ACB-AFFF-89677F4A85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5641" y="643882"/>
                  <a:ext cx="650498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80DB008-48F9-CF2F-D76D-717CCC5BA062}"/>
                </a:ext>
              </a:extLst>
            </p:cNvPr>
            <p:cNvSpPr/>
            <p:nvPr/>
          </p:nvSpPr>
          <p:spPr>
            <a:xfrm>
              <a:off x="8161583" y="1165465"/>
              <a:ext cx="3265406" cy="1813561"/>
            </a:xfrm>
            <a:custGeom>
              <a:avLst/>
              <a:gdLst>
                <a:gd name="connsiteX0" fmla="*/ 0 w 2682240"/>
                <a:gd name="connsiteY0" fmla="*/ 662940 h 662940"/>
                <a:gd name="connsiteX1" fmla="*/ 830580 w 2682240"/>
                <a:gd name="connsiteY1" fmla="*/ 274320 h 662940"/>
                <a:gd name="connsiteX2" fmla="*/ 1950720 w 2682240"/>
                <a:gd name="connsiteY2" fmla="*/ 312420 h 662940"/>
                <a:gd name="connsiteX3" fmla="*/ 2682240 w 2682240"/>
                <a:gd name="connsiteY3" fmla="*/ 0 h 662940"/>
                <a:gd name="connsiteX0" fmla="*/ 0 w 2740773"/>
                <a:gd name="connsiteY0" fmla="*/ 20878 h 958624"/>
                <a:gd name="connsiteX1" fmla="*/ 889113 w 2740773"/>
                <a:gd name="connsiteY1" fmla="*/ 866868 h 958624"/>
                <a:gd name="connsiteX2" fmla="*/ 2009253 w 2740773"/>
                <a:gd name="connsiteY2" fmla="*/ 904968 h 958624"/>
                <a:gd name="connsiteX3" fmla="*/ 2740773 w 2740773"/>
                <a:gd name="connsiteY3" fmla="*/ 592548 h 958624"/>
                <a:gd name="connsiteX0" fmla="*/ 0 w 2740773"/>
                <a:gd name="connsiteY0" fmla="*/ 0 h 937746"/>
                <a:gd name="connsiteX1" fmla="*/ 889113 w 2740773"/>
                <a:gd name="connsiteY1" fmla="*/ 845990 h 937746"/>
                <a:gd name="connsiteX2" fmla="*/ 2009253 w 2740773"/>
                <a:gd name="connsiteY2" fmla="*/ 884090 h 937746"/>
                <a:gd name="connsiteX3" fmla="*/ 2740773 w 2740773"/>
                <a:gd name="connsiteY3" fmla="*/ 571670 h 937746"/>
                <a:gd name="connsiteX0" fmla="*/ 0 w 2693947"/>
                <a:gd name="connsiteY0" fmla="*/ 0 h 937746"/>
                <a:gd name="connsiteX1" fmla="*/ 889113 w 2693947"/>
                <a:gd name="connsiteY1" fmla="*/ 845990 h 937746"/>
                <a:gd name="connsiteX2" fmla="*/ 2009253 w 2693947"/>
                <a:gd name="connsiteY2" fmla="*/ 884090 h 937746"/>
                <a:gd name="connsiteX3" fmla="*/ 2693947 w 2693947"/>
                <a:gd name="connsiteY3" fmla="*/ 51834 h 937746"/>
                <a:gd name="connsiteX0" fmla="*/ 0 w 2736489"/>
                <a:gd name="connsiteY0" fmla="*/ 0 h 937746"/>
                <a:gd name="connsiteX1" fmla="*/ 889113 w 2736489"/>
                <a:gd name="connsiteY1" fmla="*/ 845990 h 937746"/>
                <a:gd name="connsiteX2" fmla="*/ 2009253 w 2736489"/>
                <a:gd name="connsiteY2" fmla="*/ 884090 h 937746"/>
                <a:gd name="connsiteX3" fmla="*/ 2693947 w 2736489"/>
                <a:gd name="connsiteY3" fmla="*/ 51834 h 937746"/>
                <a:gd name="connsiteX0" fmla="*/ 0 w 2692468"/>
                <a:gd name="connsiteY0" fmla="*/ 635865 h 1573611"/>
                <a:gd name="connsiteX1" fmla="*/ 889113 w 2692468"/>
                <a:gd name="connsiteY1" fmla="*/ 1481855 h 1573611"/>
                <a:gd name="connsiteX2" fmla="*/ 2009253 w 2692468"/>
                <a:gd name="connsiteY2" fmla="*/ 1519955 h 1573611"/>
                <a:gd name="connsiteX3" fmla="*/ 2647121 w 2692468"/>
                <a:gd name="connsiteY3" fmla="*/ 0 h 1573611"/>
                <a:gd name="connsiteX0" fmla="*/ 0 w 2690675"/>
                <a:gd name="connsiteY0" fmla="*/ 635865 h 1497711"/>
                <a:gd name="connsiteX1" fmla="*/ 889113 w 2690675"/>
                <a:gd name="connsiteY1" fmla="*/ 1481855 h 1497711"/>
                <a:gd name="connsiteX2" fmla="*/ 1979987 w 2690675"/>
                <a:gd name="connsiteY2" fmla="*/ 1189644 h 1497711"/>
                <a:gd name="connsiteX3" fmla="*/ 2647121 w 2690675"/>
                <a:gd name="connsiteY3" fmla="*/ 0 h 1497711"/>
                <a:gd name="connsiteX0" fmla="*/ 0 w 2690675"/>
                <a:gd name="connsiteY0" fmla="*/ 635865 h 1331340"/>
                <a:gd name="connsiteX1" fmla="*/ 906672 w 2690675"/>
                <a:gd name="connsiteY1" fmla="*/ 1303162 h 1331340"/>
                <a:gd name="connsiteX2" fmla="*/ 1979987 w 2690675"/>
                <a:gd name="connsiteY2" fmla="*/ 1189644 h 1331340"/>
                <a:gd name="connsiteX3" fmla="*/ 2647121 w 2690675"/>
                <a:gd name="connsiteY3" fmla="*/ 0 h 1331340"/>
                <a:gd name="connsiteX0" fmla="*/ 0 w 2691003"/>
                <a:gd name="connsiteY0" fmla="*/ 635865 h 1331340"/>
                <a:gd name="connsiteX1" fmla="*/ 906672 w 2691003"/>
                <a:gd name="connsiteY1" fmla="*/ 1303162 h 1331340"/>
                <a:gd name="connsiteX2" fmla="*/ 1979987 w 2691003"/>
                <a:gd name="connsiteY2" fmla="*/ 1189644 h 1331340"/>
                <a:gd name="connsiteX3" fmla="*/ 2647121 w 2691003"/>
                <a:gd name="connsiteY3" fmla="*/ 0 h 1331340"/>
                <a:gd name="connsiteX0" fmla="*/ 0 w 2691003"/>
                <a:gd name="connsiteY0" fmla="*/ 635865 h 1355559"/>
                <a:gd name="connsiteX1" fmla="*/ 906672 w 2691003"/>
                <a:gd name="connsiteY1" fmla="*/ 1303162 h 1355559"/>
                <a:gd name="connsiteX2" fmla="*/ 1979987 w 2691003"/>
                <a:gd name="connsiteY2" fmla="*/ 1189644 h 1355559"/>
                <a:gd name="connsiteX3" fmla="*/ 2647121 w 2691003"/>
                <a:gd name="connsiteY3" fmla="*/ 0 h 1355559"/>
                <a:gd name="connsiteX0" fmla="*/ 0 w 2691552"/>
                <a:gd name="connsiteY0" fmla="*/ 663363 h 1394599"/>
                <a:gd name="connsiteX1" fmla="*/ 906672 w 2691552"/>
                <a:gd name="connsiteY1" fmla="*/ 1330660 h 1394599"/>
                <a:gd name="connsiteX2" fmla="*/ 1979987 w 2691552"/>
                <a:gd name="connsiteY2" fmla="*/ 1217142 h 1394599"/>
                <a:gd name="connsiteX3" fmla="*/ 2649103 w 2691552"/>
                <a:gd name="connsiteY3" fmla="*/ 0 h 1394599"/>
                <a:gd name="connsiteX0" fmla="*/ 0 w 2717312"/>
                <a:gd name="connsiteY0" fmla="*/ 641365 h 1396156"/>
                <a:gd name="connsiteX1" fmla="*/ 932432 w 2717312"/>
                <a:gd name="connsiteY1" fmla="*/ 1330660 h 1396156"/>
                <a:gd name="connsiteX2" fmla="*/ 2005747 w 2717312"/>
                <a:gd name="connsiteY2" fmla="*/ 1217142 h 1396156"/>
                <a:gd name="connsiteX3" fmla="*/ 2674863 w 2717312"/>
                <a:gd name="connsiteY3" fmla="*/ 0 h 1396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7312" h="1396156">
                  <a:moveTo>
                    <a:pt x="0" y="641365"/>
                  </a:moveTo>
                  <a:cubicBezTo>
                    <a:pt x="59575" y="1044835"/>
                    <a:pt x="598141" y="1234697"/>
                    <a:pt x="932432" y="1330660"/>
                  </a:cubicBezTo>
                  <a:cubicBezTo>
                    <a:pt x="1266723" y="1426623"/>
                    <a:pt x="1715342" y="1438918"/>
                    <a:pt x="2005747" y="1217142"/>
                  </a:cubicBezTo>
                  <a:cubicBezTo>
                    <a:pt x="2296152" y="995366"/>
                    <a:pt x="2878987" y="414928"/>
                    <a:pt x="2674863" y="0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AFC87A8-663E-AFE3-EE23-CB753AF13961}"/>
                    </a:ext>
                  </a:extLst>
                </p:cNvPr>
                <p:cNvSpPr txBox="1"/>
                <p:nvPr/>
              </p:nvSpPr>
              <p:spPr>
                <a:xfrm>
                  <a:off x="10603847" y="2646304"/>
                  <a:ext cx="46358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AFC87A8-663E-AFE3-EE23-CB753AF139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3847" y="2646304"/>
                  <a:ext cx="463588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036844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F161E-0156-52A6-6103-124D49EAB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9CFF9A-09FE-D14D-2458-716A4419C702}"/>
                  </a:ext>
                </a:extLst>
              </p:cNvPr>
              <p:cNvSpPr txBox="1"/>
              <p:nvPr/>
            </p:nvSpPr>
            <p:spPr>
              <a:xfrm>
                <a:off x="650829" y="544933"/>
                <a:ext cx="550304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9CFF9A-09FE-D14D-2458-716A4419C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9" y="544933"/>
                <a:ext cx="5503045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2B2F68D-9723-CF0B-E2FC-3D2C4ED24C51}"/>
              </a:ext>
            </a:extLst>
          </p:cNvPr>
          <p:cNvSpPr txBox="1"/>
          <p:nvPr/>
        </p:nvSpPr>
        <p:spPr>
          <a:xfrm>
            <a:off x="536529" y="159151"/>
            <a:ext cx="86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2EC4B3-1E20-AC80-235E-32942B705B37}"/>
                  </a:ext>
                </a:extLst>
              </p:cNvPr>
              <p:cNvSpPr txBox="1"/>
              <p:nvPr/>
            </p:nvSpPr>
            <p:spPr>
              <a:xfrm>
                <a:off x="650829" y="2019502"/>
                <a:ext cx="74316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2EC4B3-1E20-AC80-235E-32942B705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9" y="2019502"/>
                <a:ext cx="743165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929D1C3-64F6-3246-B1F3-F22C180AD360}"/>
              </a:ext>
            </a:extLst>
          </p:cNvPr>
          <p:cNvSpPr txBox="1"/>
          <p:nvPr/>
        </p:nvSpPr>
        <p:spPr>
          <a:xfrm>
            <a:off x="536528" y="1370558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D58E9C-96C9-AB22-EB8A-225B16418234}"/>
                  </a:ext>
                </a:extLst>
              </p:cNvPr>
              <p:cNvSpPr txBox="1"/>
              <p:nvPr/>
            </p:nvSpPr>
            <p:spPr>
              <a:xfrm>
                <a:off x="650829" y="2738061"/>
                <a:ext cx="1219115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D58E9C-96C9-AB22-EB8A-225B16418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29" y="2738061"/>
                <a:ext cx="1219115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737DFE-79CA-C8BC-A4C9-BAFF23D5B6A4}"/>
                  </a:ext>
                </a:extLst>
              </p:cNvPr>
              <p:cNvSpPr txBox="1"/>
              <p:nvPr/>
            </p:nvSpPr>
            <p:spPr>
              <a:xfrm>
                <a:off x="536528" y="3761535"/>
                <a:ext cx="59968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737DFE-79CA-C8BC-A4C9-BAFF23D5B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28" y="3761535"/>
                <a:ext cx="5996898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038164F-065A-BA6B-0539-352AE386FB87}"/>
                  </a:ext>
                </a:extLst>
              </p:cNvPr>
              <p:cNvSpPr txBox="1"/>
              <p:nvPr/>
            </p:nvSpPr>
            <p:spPr>
              <a:xfrm>
                <a:off x="5183923" y="3761535"/>
                <a:ext cx="17604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038164F-065A-BA6B-0539-352AE386F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923" y="3761535"/>
                <a:ext cx="1760482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587486E-9F6E-AB9A-17EB-CEA27616F1E0}"/>
              </a:ext>
            </a:extLst>
          </p:cNvPr>
          <p:cNvSpPr txBox="1"/>
          <p:nvPr/>
        </p:nvSpPr>
        <p:spPr>
          <a:xfrm>
            <a:off x="2353281" y="1167102"/>
            <a:ext cx="1463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Arbitrary part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5D849F6-E790-8369-D72A-E177945A148F}"/>
              </a:ext>
            </a:extLst>
          </p:cNvPr>
          <p:cNvSpPr/>
          <p:nvPr/>
        </p:nvSpPr>
        <p:spPr>
          <a:xfrm>
            <a:off x="7493056" y="1804886"/>
            <a:ext cx="1930602" cy="680762"/>
          </a:xfrm>
          <a:custGeom>
            <a:avLst/>
            <a:gdLst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260926"/>
              <a:gd name="connsiteY0" fmla="*/ 0 h 506437"/>
              <a:gd name="connsiteX1" fmla="*/ 295421 w 1260926"/>
              <a:gd name="connsiteY1" fmla="*/ 393896 h 506437"/>
              <a:gd name="connsiteX2" fmla="*/ 1260926 w 1260926"/>
              <a:gd name="connsiteY2" fmla="*/ 506437 h 506437"/>
              <a:gd name="connsiteX0" fmla="*/ 0 w 1260926"/>
              <a:gd name="connsiteY0" fmla="*/ 0 h 506587"/>
              <a:gd name="connsiteX1" fmla="*/ 295421 w 1260926"/>
              <a:gd name="connsiteY1" fmla="*/ 393896 h 506587"/>
              <a:gd name="connsiteX2" fmla="*/ 1260926 w 1260926"/>
              <a:gd name="connsiteY2" fmla="*/ 506437 h 50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0926" h="506587">
                <a:moveTo>
                  <a:pt x="0" y="0"/>
                </a:moveTo>
                <a:cubicBezTo>
                  <a:pt x="365" y="178558"/>
                  <a:pt x="105507" y="309490"/>
                  <a:pt x="295421" y="393896"/>
                </a:cubicBezTo>
                <a:cubicBezTo>
                  <a:pt x="485335" y="478302"/>
                  <a:pt x="924327" y="509037"/>
                  <a:pt x="1260926" y="506437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B52953B-BA40-C14E-8D87-4A67BF0EA369}"/>
              </a:ext>
            </a:extLst>
          </p:cNvPr>
          <p:cNvSpPr/>
          <p:nvPr/>
        </p:nvSpPr>
        <p:spPr>
          <a:xfrm flipH="1">
            <a:off x="9420014" y="1803417"/>
            <a:ext cx="1744702" cy="681830"/>
          </a:xfrm>
          <a:custGeom>
            <a:avLst/>
            <a:gdLst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139483"/>
              <a:gd name="connsiteY0" fmla="*/ 0 h 507382"/>
              <a:gd name="connsiteX1" fmla="*/ 295421 w 1139483"/>
              <a:gd name="connsiteY1" fmla="*/ 393896 h 507382"/>
              <a:gd name="connsiteX2" fmla="*/ 1139483 w 1139483"/>
              <a:gd name="connsiteY2" fmla="*/ 506437 h 507382"/>
              <a:gd name="connsiteX0" fmla="*/ 27 w 1139510"/>
              <a:gd name="connsiteY0" fmla="*/ 0 h 507382"/>
              <a:gd name="connsiteX1" fmla="*/ 295448 w 1139510"/>
              <a:gd name="connsiteY1" fmla="*/ 393896 h 507382"/>
              <a:gd name="connsiteX2" fmla="*/ 1139510 w 1139510"/>
              <a:gd name="connsiteY2" fmla="*/ 506437 h 507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9510" h="507382">
                <a:moveTo>
                  <a:pt x="27" y="0"/>
                </a:moveTo>
                <a:cubicBezTo>
                  <a:pt x="-1989" y="195227"/>
                  <a:pt x="105534" y="309490"/>
                  <a:pt x="295448" y="393896"/>
                </a:cubicBezTo>
                <a:cubicBezTo>
                  <a:pt x="485362" y="478302"/>
                  <a:pt x="812436" y="513801"/>
                  <a:pt x="1139510" y="506437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14AE6E6-DCCD-6F60-0E58-328B2D38874E}"/>
              </a:ext>
            </a:extLst>
          </p:cNvPr>
          <p:cNvSpPr/>
          <p:nvPr/>
        </p:nvSpPr>
        <p:spPr>
          <a:xfrm flipV="1">
            <a:off x="7493054" y="1261852"/>
            <a:ext cx="1504029" cy="543035"/>
          </a:xfrm>
          <a:custGeom>
            <a:avLst/>
            <a:gdLst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994226"/>
              <a:gd name="connsiteY0" fmla="*/ 0 h 465956"/>
              <a:gd name="connsiteX1" fmla="*/ 295421 w 994226"/>
              <a:gd name="connsiteY1" fmla="*/ 393896 h 465956"/>
              <a:gd name="connsiteX2" fmla="*/ 994226 w 994226"/>
              <a:gd name="connsiteY2" fmla="*/ 465956 h 465956"/>
              <a:gd name="connsiteX0" fmla="*/ 0 w 994226"/>
              <a:gd name="connsiteY0" fmla="*/ 0 h 465956"/>
              <a:gd name="connsiteX1" fmla="*/ 321615 w 994226"/>
              <a:gd name="connsiteY1" fmla="*/ 358178 h 465956"/>
              <a:gd name="connsiteX2" fmla="*/ 994226 w 994226"/>
              <a:gd name="connsiteY2" fmla="*/ 465956 h 465956"/>
              <a:gd name="connsiteX0" fmla="*/ 0 w 982320"/>
              <a:gd name="connsiteY0" fmla="*/ 0 h 396466"/>
              <a:gd name="connsiteX1" fmla="*/ 321615 w 982320"/>
              <a:gd name="connsiteY1" fmla="*/ 358178 h 396466"/>
              <a:gd name="connsiteX2" fmla="*/ 982320 w 982320"/>
              <a:gd name="connsiteY2" fmla="*/ 373087 h 396466"/>
              <a:gd name="connsiteX0" fmla="*/ 0 w 982320"/>
              <a:gd name="connsiteY0" fmla="*/ 0 h 404098"/>
              <a:gd name="connsiteX1" fmla="*/ 321615 w 982320"/>
              <a:gd name="connsiteY1" fmla="*/ 358178 h 404098"/>
              <a:gd name="connsiteX2" fmla="*/ 982320 w 982320"/>
              <a:gd name="connsiteY2" fmla="*/ 373087 h 40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2320" h="404098">
                <a:moveTo>
                  <a:pt x="0" y="0"/>
                </a:moveTo>
                <a:cubicBezTo>
                  <a:pt x="2747" y="169032"/>
                  <a:pt x="131701" y="273772"/>
                  <a:pt x="321615" y="358178"/>
                </a:cubicBezTo>
                <a:cubicBezTo>
                  <a:pt x="511529" y="442584"/>
                  <a:pt x="648102" y="387594"/>
                  <a:pt x="982320" y="373087"/>
                </a:cubicBezTo>
              </a:path>
            </a:pathLst>
          </a:cu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9596F42-5EE6-9C74-36A1-7066FF68C44C}"/>
              </a:ext>
            </a:extLst>
          </p:cNvPr>
          <p:cNvSpPr/>
          <p:nvPr/>
        </p:nvSpPr>
        <p:spPr>
          <a:xfrm flipH="1" flipV="1">
            <a:off x="9137480" y="1262360"/>
            <a:ext cx="2029044" cy="551239"/>
          </a:xfrm>
          <a:custGeom>
            <a:avLst/>
            <a:gdLst>
              <a:gd name="connsiteX0" fmla="*/ 0 w 1139483"/>
              <a:gd name="connsiteY0" fmla="*/ 0 h 506437"/>
              <a:gd name="connsiteX1" fmla="*/ 295421 w 1139483"/>
              <a:gd name="connsiteY1" fmla="*/ 393896 h 506437"/>
              <a:gd name="connsiteX2" fmla="*/ 1139483 w 1139483"/>
              <a:gd name="connsiteY2" fmla="*/ 506437 h 506437"/>
              <a:gd name="connsiteX0" fmla="*/ 0 w 1210921"/>
              <a:gd name="connsiteY0" fmla="*/ 0 h 370706"/>
              <a:gd name="connsiteX1" fmla="*/ 366859 w 1210921"/>
              <a:gd name="connsiteY1" fmla="*/ 258165 h 370706"/>
              <a:gd name="connsiteX2" fmla="*/ 1210921 w 1210921"/>
              <a:gd name="connsiteY2" fmla="*/ 370706 h 370706"/>
              <a:gd name="connsiteX0" fmla="*/ 0 w 1210921"/>
              <a:gd name="connsiteY0" fmla="*/ 0 h 370706"/>
              <a:gd name="connsiteX1" fmla="*/ 366859 w 1210921"/>
              <a:gd name="connsiteY1" fmla="*/ 258165 h 370706"/>
              <a:gd name="connsiteX2" fmla="*/ 1210921 w 1210921"/>
              <a:gd name="connsiteY2" fmla="*/ 370706 h 370706"/>
              <a:gd name="connsiteX0" fmla="*/ 0 w 1210921"/>
              <a:gd name="connsiteY0" fmla="*/ 0 h 373087"/>
              <a:gd name="connsiteX1" fmla="*/ 366859 w 1210921"/>
              <a:gd name="connsiteY1" fmla="*/ 260546 h 373087"/>
              <a:gd name="connsiteX2" fmla="*/ 1210921 w 1210921"/>
              <a:gd name="connsiteY2" fmla="*/ 373087 h 373087"/>
              <a:gd name="connsiteX0" fmla="*/ 0 w 1087096"/>
              <a:gd name="connsiteY0" fmla="*/ 0 h 365944"/>
              <a:gd name="connsiteX1" fmla="*/ 243034 w 1087096"/>
              <a:gd name="connsiteY1" fmla="*/ 253403 h 365944"/>
              <a:gd name="connsiteX2" fmla="*/ 1087096 w 1087096"/>
              <a:gd name="connsiteY2" fmla="*/ 365944 h 365944"/>
              <a:gd name="connsiteX0" fmla="*/ 0 w 1208540"/>
              <a:gd name="connsiteY0" fmla="*/ 0 h 363563"/>
              <a:gd name="connsiteX1" fmla="*/ 364478 w 1208540"/>
              <a:gd name="connsiteY1" fmla="*/ 251022 h 363563"/>
              <a:gd name="connsiteX2" fmla="*/ 1208540 w 1208540"/>
              <a:gd name="connsiteY2" fmla="*/ 363563 h 363563"/>
              <a:gd name="connsiteX0" fmla="*/ 0 w 1208540"/>
              <a:gd name="connsiteY0" fmla="*/ 0 h 363563"/>
              <a:gd name="connsiteX1" fmla="*/ 364478 w 1208540"/>
              <a:gd name="connsiteY1" fmla="*/ 251022 h 363563"/>
              <a:gd name="connsiteX2" fmla="*/ 1208540 w 1208540"/>
              <a:gd name="connsiteY2" fmla="*/ 363563 h 363563"/>
              <a:gd name="connsiteX0" fmla="*/ 0 w 1210921"/>
              <a:gd name="connsiteY0" fmla="*/ 0 h 368325"/>
              <a:gd name="connsiteX1" fmla="*/ 366859 w 1210921"/>
              <a:gd name="connsiteY1" fmla="*/ 255784 h 368325"/>
              <a:gd name="connsiteX2" fmla="*/ 1210921 w 1210921"/>
              <a:gd name="connsiteY2" fmla="*/ 368325 h 368325"/>
              <a:gd name="connsiteX0" fmla="*/ 0 w 1208540"/>
              <a:gd name="connsiteY0" fmla="*/ 0 h 373087"/>
              <a:gd name="connsiteX1" fmla="*/ 364478 w 1208540"/>
              <a:gd name="connsiteY1" fmla="*/ 260546 h 373087"/>
              <a:gd name="connsiteX2" fmla="*/ 1208540 w 1208540"/>
              <a:gd name="connsiteY2" fmla="*/ 373087 h 373087"/>
              <a:gd name="connsiteX0" fmla="*/ 0 w 1363321"/>
              <a:gd name="connsiteY0" fmla="*/ 0 h 380231"/>
              <a:gd name="connsiteX1" fmla="*/ 364478 w 1363321"/>
              <a:gd name="connsiteY1" fmla="*/ 260546 h 380231"/>
              <a:gd name="connsiteX2" fmla="*/ 1363321 w 1363321"/>
              <a:gd name="connsiteY2" fmla="*/ 380231 h 380231"/>
              <a:gd name="connsiteX0" fmla="*/ 0 w 1325221"/>
              <a:gd name="connsiteY0" fmla="*/ 0 h 377850"/>
              <a:gd name="connsiteX1" fmla="*/ 364478 w 1325221"/>
              <a:gd name="connsiteY1" fmla="*/ 260546 h 377850"/>
              <a:gd name="connsiteX2" fmla="*/ 1325221 w 1325221"/>
              <a:gd name="connsiteY2" fmla="*/ 377850 h 377850"/>
              <a:gd name="connsiteX0" fmla="*/ 0 w 1325221"/>
              <a:gd name="connsiteY0" fmla="*/ 0 h 377982"/>
              <a:gd name="connsiteX1" fmla="*/ 364478 w 1325221"/>
              <a:gd name="connsiteY1" fmla="*/ 260546 h 377982"/>
              <a:gd name="connsiteX2" fmla="*/ 1325221 w 1325221"/>
              <a:gd name="connsiteY2" fmla="*/ 377850 h 377982"/>
              <a:gd name="connsiteX0" fmla="*/ 0 w 1325221"/>
              <a:gd name="connsiteY0" fmla="*/ 0 h 378132"/>
              <a:gd name="connsiteX1" fmla="*/ 219222 w 1325221"/>
              <a:gd name="connsiteY1" fmla="*/ 281977 h 378132"/>
              <a:gd name="connsiteX2" fmla="*/ 1325221 w 1325221"/>
              <a:gd name="connsiteY2" fmla="*/ 377850 h 378132"/>
              <a:gd name="connsiteX0" fmla="*/ 0 w 1325221"/>
              <a:gd name="connsiteY0" fmla="*/ 0 h 377912"/>
              <a:gd name="connsiteX1" fmla="*/ 254941 w 1325221"/>
              <a:gd name="connsiteY1" fmla="*/ 217683 h 377912"/>
              <a:gd name="connsiteX2" fmla="*/ 1325221 w 1325221"/>
              <a:gd name="connsiteY2" fmla="*/ 377850 h 377912"/>
              <a:gd name="connsiteX0" fmla="*/ 0 w 1325221"/>
              <a:gd name="connsiteY0" fmla="*/ 0 h 377912"/>
              <a:gd name="connsiteX1" fmla="*/ 254941 w 1325221"/>
              <a:gd name="connsiteY1" fmla="*/ 217683 h 377912"/>
              <a:gd name="connsiteX2" fmla="*/ 1325221 w 1325221"/>
              <a:gd name="connsiteY2" fmla="*/ 377850 h 377912"/>
              <a:gd name="connsiteX0" fmla="*/ 0 w 1325221"/>
              <a:gd name="connsiteY0" fmla="*/ 0 h 377912"/>
              <a:gd name="connsiteX1" fmla="*/ 254941 w 1325221"/>
              <a:gd name="connsiteY1" fmla="*/ 217683 h 377912"/>
              <a:gd name="connsiteX2" fmla="*/ 1325221 w 1325221"/>
              <a:gd name="connsiteY2" fmla="*/ 377850 h 377912"/>
              <a:gd name="connsiteX0" fmla="*/ 0 w 1325221"/>
              <a:gd name="connsiteY0" fmla="*/ 0 h 407062"/>
              <a:gd name="connsiteX1" fmla="*/ 433534 w 1325221"/>
              <a:gd name="connsiteY1" fmla="*/ 365320 h 407062"/>
              <a:gd name="connsiteX2" fmla="*/ 1325221 w 1325221"/>
              <a:gd name="connsiteY2" fmla="*/ 377850 h 407062"/>
              <a:gd name="connsiteX0" fmla="*/ 0 w 1325221"/>
              <a:gd name="connsiteY0" fmla="*/ 0 h 410203"/>
              <a:gd name="connsiteX1" fmla="*/ 433534 w 1325221"/>
              <a:gd name="connsiteY1" fmla="*/ 365320 h 410203"/>
              <a:gd name="connsiteX2" fmla="*/ 1325221 w 1325221"/>
              <a:gd name="connsiteY2" fmla="*/ 377850 h 410203"/>
              <a:gd name="connsiteX0" fmla="*/ 0 w 1325221"/>
              <a:gd name="connsiteY0" fmla="*/ 0 h 410203"/>
              <a:gd name="connsiteX1" fmla="*/ 433534 w 1325221"/>
              <a:gd name="connsiteY1" fmla="*/ 365320 h 410203"/>
              <a:gd name="connsiteX2" fmla="*/ 1325221 w 1325221"/>
              <a:gd name="connsiteY2" fmla="*/ 377850 h 410203"/>
              <a:gd name="connsiteX0" fmla="*/ 0 w 1325221"/>
              <a:gd name="connsiteY0" fmla="*/ 0 h 410203"/>
              <a:gd name="connsiteX1" fmla="*/ 433534 w 1325221"/>
              <a:gd name="connsiteY1" fmla="*/ 365320 h 410203"/>
              <a:gd name="connsiteX2" fmla="*/ 1325221 w 1325221"/>
              <a:gd name="connsiteY2" fmla="*/ 377850 h 410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5221" h="410203">
                <a:moveTo>
                  <a:pt x="0" y="0"/>
                </a:moveTo>
                <a:cubicBezTo>
                  <a:pt x="7510" y="116645"/>
                  <a:pt x="243620" y="273770"/>
                  <a:pt x="433534" y="365320"/>
                </a:cubicBezTo>
                <a:cubicBezTo>
                  <a:pt x="623448" y="456870"/>
                  <a:pt x="1000529" y="380450"/>
                  <a:pt x="1325221" y="377850"/>
                </a:cubicBezTo>
              </a:path>
            </a:pathLst>
          </a:cu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D635661-E5B7-D089-132E-1E199BB14178}"/>
              </a:ext>
            </a:extLst>
          </p:cNvPr>
          <p:cNvCxnSpPr>
            <a:cxnSpLocks/>
          </p:cNvCxnSpPr>
          <p:nvPr/>
        </p:nvCxnSpPr>
        <p:spPr>
          <a:xfrm>
            <a:off x="7536694" y="2022959"/>
            <a:ext cx="1460389" cy="2585578"/>
          </a:xfrm>
          <a:prstGeom prst="lin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4822C8C-F68C-D24C-9E5B-2795CCBEE7E7}"/>
              </a:ext>
            </a:extLst>
          </p:cNvPr>
          <p:cNvCxnSpPr>
            <a:cxnSpLocks/>
          </p:cNvCxnSpPr>
          <p:nvPr/>
        </p:nvCxnSpPr>
        <p:spPr>
          <a:xfrm flipH="1">
            <a:off x="8997083" y="2073275"/>
            <a:ext cx="2099542" cy="2535262"/>
          </a:xfrm>
          <a:prstGeom prst="lin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701FFFB-1394-903D-E3C1-B386647D9210}"/>
              </a:ext>
            </a:extLst>
          </p:cNvPr>
          <p:cNvCxnSpPr>
            <a:stCxn id="38" idx="2"/>
          </p:cNvCxnSpPr>
          <p:nvPr/>
        </p:nvCxnSpPr>
        <p:spPr>
          <a:xfrm flipH="1">
            <a:off x="8997083" y="2483978"/>
            <a:ext cx="422931" cy="2124559"/>
          </a:xfrm>
          <a:prstGeom prst="lin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714A1E1-2A3F-C9A7-013E-C801DAF48A2F}"/>
              </a:ext>
            </a:extLst>
          </p:cNvPr>
          <p:cNvCxnSpPr>
            <a:cxnSpLocks/>
          </p:cNvCxnSpPr>
          <p:nvPr/>
        </p:nvCxnSpPr>
        <p:spPr>
          <a:xfrm flipH="1">
            <a:off x="8997083" y="1261852"/>
            <a:ext cx="1052138" cy="3346685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C8EF86E-FC4A-09A0-7CB6-30C5C4075D78}"/>
              </a:ext>
            </a:extLst>
          </p:cNvPr>
          <p:cNvSpPr/>
          <p:nvPr/>
        </p:nvSpPr>
        <p:spPr>
          <a:xfrm>
            <a:off x="7492546" y="393901"/>
            <a:ext cx="3670331" cy="1424734"/>
          </a:xfrm>
          <a:custGeom>
            <a:avLst/>
            <a:gdLst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194560"/>
              <a:gd name="connsiteY0" fmla="*/ 799656 h 884062"/>
              <a:gd name="connsiteX1" fmla="*/ 527538 w 2194560"/>
              <a:gd name="connsiteY1" fmla="*/ 159576 h 884062"/>
              <a:gd name="connsiteX2" fmla="*/ 1463040 w 2194560"/>
              <a:gd name="connsiteY2" fmla="*/ 54069 h 884062"/>
              <a:gd name="connsiteX3" fmla="*/ 2194560 w 2194560"/>
              <a:gd name="connsiteY3" fmla="*/ 884062 h 884062"/>
              <a:gd name="connsiteX0" fmla="*/ 0 w 2330291"/>
              <a:gd name="connsiteY0" fmla="*/ 1288023 h 1288023"/>
              <a:gd name="connsiteX1" fmla="*/ 663269 w 2330291"/>
              <a:gd name="connsiteY1" fmla="*/ 178837 h 1288023"/>
              <a:gd name="connsiteX2" fmla="*/ 1598771 w 2330291"/>
              <a:gd name="connsiteY2" fmla="*/ 73330 h 1288023"/>
              <a:gd name="connsiteX3" fmla="*/ 2330291 w 2330291"/>
              <a:gd name="connsiteY3" fmla="*/ 903323 h 1288023"/>
              <a:gd name="connsiteX0" fmla="*/ 165 w 2330456"/>
              <a:gd name="connsiteY0" fmla="*/ 1288023 h 1288023"/>
              <a:gd name="connsiteX1" fmla="*/ 663434 w 2330456"/>
              <a:gd name="connsiteY1" fmla="*/ 178837 h 1288023"/>
              <a:gd name="connsiteX2" fmla="*/ 1598936 w 2330456"/>
              <a:gd name="connsiteY2" fmla="*/ 73330 h 1288023"/>
              <a:gd name="connsiteX3" fmla="*/ 2330456 w 2330456"/>
              <a:gd name="connsiteY3" fmla="*/ 903323 h 1288023"/>
              <a:gd name="connsiteX0" fmla="*/ 165 w 2330456"/>
              <a:gd name="connsiteY0" fmla="*/ 1273056 h 1273056"/>
              <a:gd name="connsiteX1" fmla="*/ 663434 w 2330456"/>
              <a:gd name="connsiteY1" fmla="*/ 178158 h 1273056"/>
              <a:gd name="connsiteX2" fmla="*/ 1598936 w 2330456"/>
              <a:gd name="connsiteY2" fmla="*/ 72651 h 1273056"/>
              <a:gd name="connsiteX3" fmla="*/ 2330456 w 2330456"/>
              <a:gd name="connsiteY3" fmla="*/ 902644 h 1273056"/>
              <a:gd name="connsiteX0" fmla="*/ 211 w 2330502"/>
              <a:gd name="connsiteY0" fmla="*/ 1242225 h 1242225"/>
              <a:gd name="connsiteX1" fmla="*/ 572992 w 2330502"/>
              <a:gd name="connsiteY1" fmla="*/ 280677 h 1242225"/>
              <a:gd name="connsiteX2" fmla="*/ 1598982 w 2330502"/>
              <a:gd name="connsiteY2" fmla="*/ 41820 h 1242225"/>
              <a:gd name="connsiteX3" fmla="*/ 2330502 w 2330502"/>
              <a:gd name="connsiteY3" fmla="*/ 871813 h 1242225"/>
              <a:gd name="connsiteX0" fmla="*/ 222 w 2330513"/>
              <a:gd name="connsiteY0" fmla="*/ 1032955 h 1032955"/>
              <a:gd name="connsiteX1" fmla="*/ 573003 w 2330513"/>
              <a:gd name="connsiteY1" fmla="*/ 71407 h 1032955"/>
              <a:gd name="connsiteX2" fmla="*/ 1689481 w 2330513"/>
              <a:gd name="connsiteY2" fmla="*/ 151638 h 1032955"/>
              <a:gd name="connsiteX3" fmla="*/ 2330513 w 2330513"/>
              <a:gd name="connsiteY3" fmla="*/ 662543 h 1032955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  <a:gd name="connsiteX0" fmla="*/ 222 w 2397188"/>
              <a:gd name="connsiteY0" fmla="*/ 1032955 h 1060211"/>
              <a:gd name="connsiteX1" fmla="*/ 573003 w 2397188"/>
              <a:gd name="connsiteY1" fmla="*/ 71407 h 1060211"/>
              <a:gd name="connsiteX2" fmla="*/ 1689481 w 2397188"/>
              <a:gd name="connsiteY2" fmla="*/ 151638 h 1060211"/>
              <a:gd name="connsiteX3" fmla="*/ 2397188 w 2397188"/>
              <a:gd name="connsiteY3" fmla="*/ 1060211 h 1060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7188" h="1060211">
                <a:moveTo>
                  <a:pt x="222" y="1032955"/>
                </a:moveTo>
                <a:cubicBezTo>
                  <a:pt x="-9340" y="677636"/>
                  <a:pt x="291460" y="218293"/>
                  <a:pt x="573003" y="71407"/>
                </a:cubicBezTo>
                <a:cubicBezTo>
                  <a:pt x="854546" y="-75479"/>
                  <a:pt x="1411644" y="30890"/>
                  <a:pt x="1689481" y="151638"/>
                </a:cubicBezTo>
                <a:cubicBezTo>
                  <a:pt x="1967318" y="272386"/>
                  <a:pt x="2386234" y="705588"/>
                  <a:pt x="2397188" y="1060211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CB5622E-1FA6-99B3-9FDE-841CC621643A}"/>
                  </a:ext>
                </a:extLst>
              </p:cNvPr>
              <p:cNvSpPr txBox="1"/>
              <p:nvPr/>
            </p:nvSpPr>
            <p:spPr>
              <a:xfrm>
                <a:off x="10060571" y="207002"/>
                <a:ext cx="4635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CB5622E-1FA6-99B3-9FDE-841CC6216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0571" y="207002"/>
                <a:ext cx="46358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1348747-4BB3-8378-0625-307BE4A6CBFC}"/>
                  </a:ext>
                </a:extLst>
              </p:cNvPr>
              <p:cNvSpPr txBox="1"/>
              <p:nvPr/>
            </p:nvSpPr>
            <p:spPr>
              <a:xfrm>
                <a:off x="11079809" y="1920943"/>
                <a:ext cx="6639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1348747-4BB3-8378-0625-307BE4A6C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9809" y="1920943"/>
                <a:ext cx="66396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CA8F7C-7C14-3CCD-5A02-3F378FB283D7}"/>
                  </a:ext>
                </a:extLst>
              </p:cNvPr>
              <p:cNvSpPr txBox="1"/>
              <p:nvPr/>
            </p:nvSpPr>
            <p:spPr>
              <a:xfrm>
                <a:off x="8043690" y="1776564"/>
                <a:ext cx="61632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CA8F7C-7C14-3CCD-5A02-3F378FB28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690" y="1776564"/>
                <a:ext cx="61632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FCF62B-79F9-85E2-8C75-EBE3C6BC9EB0}"/>
                  </a:ext>
                </a:extLst>
              </p:cNvPr>
              <p:cNvSpPr txBox="1"/>
              <p:nvPr/>
            </p:nvSpPr>
            <p:spPr>
              <a:xfrm>
                <a:off x="10055824" y="1882722"/>
                <a:ext cx="6435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FCF62B-79F9-85E2-8C75-EBE3C6BC9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5824" y="1882722"/>
                <a:ext cx="64350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D573EBA-9449-BB4B-4747-9463B0DDD2EF}"/>
                  </a:ext>
                </a:extLst>
              </p:cNvPr>
              <p:cNvSpPr txBox="1"/>
              <p:nvPr/>
            </p:nvSpPr>
            <p:spPr>
              <a:xfrm>
                <a:off x="10049221" y="3223155"/>
                <a:ext cx="8455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𝐵𝑂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D573EBA-9449-BB4B-4747-9463B0DDD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9221" y="3223155"/>
                <a:ext cx="84555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B00F1DA-E03D-C604-E226-DF3EF50BD56C}"/>
                  </a:ext>
                </a:extLst>
              </p:cNvPr>
              <p:cNvSpPr txBox="1"/>
              <p:nvPr/>
            </p:nvSpPr>
            <p:spPr>
              <a:xfrm>
                <a:off x="7545022" y="3131082"/>
                <a:ext cx="8368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𝑂𝐴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B00F1DA-E03D-C604-E226-DF3EF50BD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022" y="3131082"/>
                <a:ext cx="83689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8F443B2-9133-1C7C-C1E5-1FE119C95E1C}"/>
              </a:ext>
            </a:extLst>
          </p:cNvPr>
          <p:cNvSpPr/>
          <p:nvPr/>
        </p:nvSpPr>
        <p:spPr>
          <a:xfrm rot="4940850">
            <a:off x="10116513" y="2365006"/>
            <a:ext cx="178842" cy="1600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4EA5632-339F-4211-D91B-96252E1DD20A}"/>
              </a:ext>
            </a:extLst>
          </p:cNvPr>
          <p:cNvSpPr/>
          <p:nvPr/>
        </p:nvSpPr>
        <p:spPr>
          <a:xfrm rot="5554774">
            <a:off x="8417053" y="2370543"/>
            <a:ext cx="178842" cy="1600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C98700-624A-B3F9-C929-59425354328B}"/>
              </a:ext>
            </a:extLst>
          </p:cNvPr>
          <p:cNvCxnSpPr>
            <a:cxnSpLocks/>
          </p:cNvCxnSpPr>
          <p:nvPr/>
        </p:nvCxnSpPr>
        <p:spPr>
          <a:xfrm>
            <a:off x="8997083" y="1323231"/>
            <a:ext cx="0" cy="3285306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EC7283-9B54-D48C-72C4-C53848282CBA}"/>
                  </a:ext>
                </a:extLst>
              </p:cNvPr>
              <p:cNvSpPr txBox="1"/>
              <p:nvPr/>
            </p:nvSpPr>
            <p:spPr>
              <a:xfrm>
                <a:off x="9265376" y="728725"/>
                <a:ext cx="62869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EC7283-9B54-D48C-72C4-C53848282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376" y="728725"/>
                <a:ext cx="628697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211B531E-E5B2-E63E-AFEB-D5EF77A23E4D}"/>
              </a:ext>
            </a:extLst>
          </p:cNvPr>
          <p:cNvSpPr/>
          <p:nvPr/>
        </p:nvSpPr>
        <p:spPr>
          <a:xfrm rot="15843036">
            <a:off x="9438396" y="1206802"/>
            <a:ext cx="178842" cy="1600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4787ACB-DFB6-6C0A-0518-284D613CB0DE}"/>
                  </a:ext>
                </a:extLst>
              </p:cNvPr>
              <p:cNvSpPr txBox="1"/>
              <p:nvPr/>
            </p:nvSpPr>
            <p:spPr>
              <a:xfrm>
                <a:off x="1140853" y="5542976"/>
                <a:ext cx="106886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𝐴𝑂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𝐴𝑂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𝐴𝑂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4787ACB-DFB6-6C0A-0518-284D613CB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853" y="5542976"/>
                <a:ext cx="10688632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8957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30D5B-F2D2-E55B-DBC7-B50A15A2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013210-8550-2205-CDAF-2BFFD68AFF17}"/>
                  </a:ext>
                </a:extLst>
              </p:cNvPr>
              <p:cNvSpPr txBox="1"/>
              <p:nvPr/>
            </p:nvSpPr>
            <p:spPr>
              <a:xfrm>
                <a:off x="751115" y="320268"/>
                <a:ext cx="2023951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60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60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013210-8550-2205-CDAF-2BFFD68AF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15" y="320268"/>
                <a:ext cx="2023951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E3D71A-61AD-3CE7-2184-FD6CBF2FED26}"/>
                  </a:ext>
                </a:extLst>
              </p:cNvPr>
              <p:cNvSpPr txBox="1"/>
              <p:nvPr/>
            </p:nvSpPr>
            <p:spPr>
              <a:xfrm>
                <a:off x="607402" y="1359910"/>
                <a:ext cx="602472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E3D71A-61AD-3CE7-2184-FD6CBF2FE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02" y="1359910"/>
                <a:ext cx="6024726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575174-8C38-F961-861E-F78B635D78F6}"/>
                  </a:ext>
                </a:extLst>
              </p:cNvPr>
              <p:cNvSpPr txBox="1"/>
              <p:nvPr/>
            </p:nvSpPr>
            <p:spPr>
              <a:xfrm>
                <a:off x="751115" y="3667002"/>
                <a:ext cx="559088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575174-8C38-F961-861E-F78B635D7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15" y="3667002"/>
                <a:ext cx="559088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99EB50-D5D1-0ECF-31B6-AC687A94B12B}"/>
                  </a:ext>
                </a:extLst>
              </p:cNvPr>
              <p:cNvSpPr txBox="1"/>
              <p:nvPr/>
            </p:nvSpPr>
            <p:spPr>
              <a:xfrm>
                <a:off x="712020" y="2531243"/>
                <a:ext cx="65378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99EB50-D5D1-0ECF-31B6-AC687A94B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20" y="2531243"/>
                <a:ext cx="653788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D74B546-5738-C327-B4D3-4C00FE8C6A36}"/>
                  </a:ext>
                </a:extLst>
              </p:cNvPr>
              <p:cNvSpPr txBox="1"/>
              <p:nvPr/>
            </p:nvSpPr>
            <p:spPr>
              <a:xfrm>
                <a:off x="1659011" y="5015742"/>
                <a:ext cx="591796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𝐴𝑂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D74B546-5738-C327-B4D3-4C00FE8C6A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011" y="5015742"/>
                <a:ext cx="591796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9BA18FD-C8C2-F175-CE32-AF907AF8DFCB}"/>
                  </a:ext>
                </a:extLst>
              </p:cNvPr>
              <p:cNvSpPr txBox="1"/>
              <p:nvPr/>
            </p:nvSpPr>
            <p:spPr>
              <a:xfrm>
                <a:off x="2763291" y="362588"/>
                <a:ext cx="3041282" cy="10992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9BA18FD-C8C2-F175-CE32-AF907AF8D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291" y="362588"/>
                <a:ext cx="3041282" cy="10992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5D840BF6-ED7E-9CAE-BD27-30FDBE5EF7F9}"/>
              </a:ext>
            </a:extLst>
          </p:cNvPr>
          <p:cNvGrpSpPr/>
          <p:nvPr/>
        </p:nvGrpSpPr>
        <p:grpSpPr>
          <a:xfrm>
            <a:off x="7492546" y="207002"/>
            <a:ext cx="4251226" cy="4401535"/>
            <a:chOff x="7492546" y="207002"/>
            <a:chExt cx="4251226" cy="440153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31EC96E-4332-C01B-EA10-033965B3FECC}"/>
                </a:ext>
              </a:extLst>
            </p:cNvPr>
            <p:cNvGrpSpPr/>
            <p:nvPr/>
          </p:nvGrpSpPr>
          <p:grpSpPr>
            <a:xfrm>
              <a:off x="7492546" y="207002"/>
              <a:ext cx="4251226" cy="4401535"/>
              <a:chOff x="1221579" y="1260711"/>
              <a:chExt cx="4251226" cy="4401535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DFE46F6F-941A-07CA-D09E-9098A513130E}"/>
                  </a:ext>
                </a:extLst>
              </p:cNvPr>
              <p:cNvGrpSpPr/>
              <p:nvPr/>
            </p:nvGrpSpPr>
            <p:grpSpPr>
              <a:xfrm>
                <a:off x="1221579" y="1447610"/>
                <a:ext cx="3673978" cy="4214636"/>
                <a:chOff x="1390391" y="1651592"/>
                <a:chExt cx="2399570" cy="3136308"/>
              </a:xfrm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DA87C254-FA83-36C7-43EC-FD1078793BDE}"/>
                    </a:ext>
                  </a:extLst>
                </p:cNvPr>
                <p:cNvSpPr/>
                <p:nvPr/>
              </p:nvSpPr>
              <p:spPr>
                <a:xfrm>
                  <a:off x="1390724" y="2701572"/>
                  <a:ext cx="1260926" cy="506587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60926"/>
                    <a:gd name="connsiteY0" fmla="*/ 0 h 506437"/>
                    <a:gd name="connsiteX1" fmla="*/ 295421 w 1260926"/>
                    <a:gd name="connsiteY1" fmla="*/ 393896 h 506437"/>
                    <a:gd name="connsiteX2" fmla="*/ 1260926 w 1260926"/>
                    <a:gd name="connsiteY2" fmla="*/ 506437 h 506437"/>
                    <a:gd name="connsiteX0" fmla="*/ 0 w 1260926"/>
                    <a:gd name="connsiteY0" fmla="*/ 0 h 506587"/>
                    <a:gd name="connsiteX1" fmla="*/ 295421 w 1260926"/>
                    <a:gd name="connsiteY1" fmla="*/ 393896 h 506587"/>
                    <a:gd name="connsiteX2" fmla="*/ 1260926 w 1260926"/>
                    <a:gd name="connsiteY2" fmla="*/ 506437 h 506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60926" h="506587">
                      <a:moveTo>
                        <a:pt x="0" y="0"/>
                      </a:moveTo>
                      <a:cubicBezTo>
                        <a:pt x="365" y="178558"/>
                        <a:pt x="105507" y="309490"/>
                        <a:pt x="295421" y="393896"/>
                      </a:cubicBezTo>
                      <a:cubicBezTo>
                        <a:pt x="485335" y="478302"/>
                        <a:pt x="924327" y="509037"/>
                        <a:pt x="1260926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45A8FE8D-41CA-60E4-E94B-E6A32513BE91}"/>
                    </a:ext>
                  </a:extLst>
                </p:cNvPr>
                <p:cNvSpPr/>
                <p:nvPr/>
              </p:nvSpPr>
              <p:spPr>
                <a:xfrm flipH="1">
                  <a:off x="2649270" y="2700479"/>
                  <a:ext cx="1139510" cy="507382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7382"/>
                    <a:gd name="connsiteX1" fmla="*/ 295421 w 1139483"/>
                    <a:gd name="connsiteY1" fmla="*/ 393896 h 507382"/>
                    <a:gd name="connsiteX2" fmla="*/ 1139483 w 1139483"/>
                    <a:gd name="connsiteY2" fmla="*/ 506437 h 507382"/>
                    <a:gd name="connsiteX0" fmla="*/ 27 w 1139510"/>
                    <a:gd name="connsiteY0" fmla="*/ 0 h 507382"/>
                    <a:gd name="connsiteX1" fmla="*/ 295448 w 1139510"/>
                    <a:gd name="connsiteY1" fmla="*/ 393896 h 507382"/>
                    <a:gd name="connsiteX2" fmla="*/ 1139510 w 1139510"/>
                    <a:gd name="connsiteY2" fmla="*/ 506437 h 507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39510" h="507382">
                      <a:moveTo>
                        <a:pt x="27" y="0"/>
                      </a:moveTo>
                      <a:cubicBezTo>
                        <a:pt x="-1989" y="195227"/>
                        <a:pt x="105534" y="309490"/>
                        <a:pt x="295448" y="393896"/>
                      </a:cubicBezTo>
                      <a:cubicBezTo>
                        <a:pt x="485362" y="478302"/>
                        <a:pt x="812436" y="513801"/>
                        <a:pt x="1139510" y="50643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AD5FE12E-F6E8-7375-C2F1-56ED9176F3C0}"/>
                    </a:ext>
                  </a:extLst>
                </p:cNvPr>
                <p:cNvSpPr/>
                <p:nvPr/>
              </p:nvSpPr>
              <p:spPr>
                <a:xfrm flipV="1">
                  <a:off x="1390723" y="2297475"/>
                  <a:ext cx="982320" cy="404098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994226"/>
                    <a:gd name="connsiteY0" fmla="*/ 0 h 465956"/>
                    <a:gd name="connsiteX1" fmla="*/ 295421 w 994226"/>
                    <a:gd name="connsiteY1" fmla="*/ 393896 h 465956"/>
                    <a:gd name="connsiteX2" fmla="*/ 994226 w 994226"/>
                    <a:gd name="connsiteY2" fmla="*/ 465956 h 465956"/>
                    <a:gd name="connsiteX0" fmla="*/ 0 w 994226"/>
                    <a:gd name="connsiteY0" fmla="*/ 0 h 465956"/>
                    <a:gd name="connsiteX1" fmla="*/ 321615 w 994226"/>
                    <a:gd name="connsiteY1" fmla="*/ 358178 h 465956"/>
                    <a:gd name="connsiteX2" fmla="*/ 994226 w 994226"/>
                    <a:gd name="connsiteY2" fmla="*/ 465956 h 465956"/>
                    <a:gd name="connsiteX0" fmla="*/ 0 w 982320"/>
                    <a:gd name="connsiteY0" fmla="*/ 0 h 396466"/>
                    <a:gd name="connsiteX1" fmla="*/ 321615 w 982320"/>
                    <a:gd name="connsiteY1" fmla="*/ 358178 h 396466"/>
                    <a:gd name="connsiteX2" fmla="*/ 982320 w 982320"/>
                    <a:gd name="connsiteY2" fmla="*/ 373087 h 396466"/>
                    <a:gd name="connsiteX0" fmla="*/ 0 w 982320"/>
                    <a:gd name="connsiteY0" fmla="*/ 0 h 404098"/>
                    <a:gd name="connsiteX1" fmla="*/ 321615 w 982320"/>
                    <a:gd name="connsiteY1" fmla="*/ 358178 h 404098"/>
                    <a:gd name="connsiteX2" fmla="*/ 982320 w 982320"/>
                    <a:gd name="connsiteY2" fmla="*/ 373087 h 404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82320" h="404098">
                      <a:moveTo>
                        <a:pt x="0" y="0"/>
                      </a:moveTo>
                      <a:cubicBezTo>
                        <a:pt x="2747" y="169032"/>
                        <a:pt x="131701" y="273772"/>
                        <a:pt x="321615" y="358178"/>
                      </a:cubicBezTo>
                      <a:cubicBezTo>
                        <a:pt x="511529" y="442584"/>
                        <a:pt x="648102" y="387594"/>
                        <a:pt x="982320" y="373087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D37A1706-05A8-7FFA-5FE4-B1B2DB22EF09}"/>
                    </a:ext>
                  </a:extLst>
                </p:cNvPr>
                <p:cNvSpPr/>
                <p:nvPr/>
              </p:nvSpPr>
              <p:spPr>
                <a:xfrm flipH="1" flipV="1">
                  <a:off x="2464740" y="2297853"/>
                  <a:ext cx="1325221" cy="410203"/>
                </a:xfrm>
                <a:custGeom>
                  <a:avLst/>
                  <a:gdLst>
                    <a:gd name="connsiteX0" fmla="*/ 0 w 1139483"/>
                    <a:gd name="connsiteY0" fmla="*/ 0 h 506437"/>
                    <a:gd name="connsiteX1" fmla="*/ 295421 w 1139483"/>
                    <a:gd name="connsiteY1" fmla="*/ 393896 h 506437"/>
                    <a:gd name="connsiteX2" fmla="*/ 1139483 w 1139483"/>
                    <a:gd name="connsiteY2" fmla="*/ 506437 h 506437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0706"/>
                    <a:gd name="connsiteX1" fmla="*/ 366859 w 1210921"/>
                    <a:gd name="connsiteY1" fmla="*/ 258165 h 370706"/>
                    <a:gd name="connsiteX2" fmla="*/ 1210921 w 1210921"/>
                    <a:gd name="connsiteY2" fmla="*/ 370706 h 370706"/>
                    <a:gd name="connsiteX0" fmla="*/ 0 w 1210921"/>
                    <a:gd name="connsiteY0" fmla="*/ 0 h 373087"/>
                    <a:gd name="connsiteX1" fmla="*/ 366859 w 1210921"/>
                    <a:gd name="connsiteY1" fmla="*/ 260546 h 373087"/>
                    <a:gd name="connsiteX2" fmla="*/ 1210921 w 1210921"/>
                    <a:gd name="connsiteY2" fmla="*/ 373087 h 373087"/>
                    <a:gd name="connsiteX0" fmla="*/ 0 w 1087096"/>
                    <a:gd name="connsiteY0" fmla="*/ 0 h 365944"/>
                    <a:gd name="connsiteX1" fmla="*/ 243034 w 1087096"/>
                    <a:gd name="connsiteY1" fmla="*/ 253403 h 365944"/>
                    <a:gd name="connsiteX2" fmla="*/ 1087096 w 1087096"/>
                    <a:gd name="connsiteY2" fmla="*/ 365944 h 365944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08540"/>
                    <a:gd name="connsiteY0" fmla="*/ 0 h 363563"/>
                    <a:gd name="connsiteX1" fmla="*/ 364478 w 1208540"/>
                    <a:gd name="connsiteY1" fmla="*/ 251022 h 363563"/>
                    <a:gd name="connsiteX2" fmla="*/ 1208540 w 1208540"/>
                    <a:gd name="connsiteY2" fmla="*/ 363563 h 363563"/>
                    <a:gd name="connsiteX0" fmla="*/ 0 w 1210921"/>
                    <a:gd name="connsiteY0" fmla="*/ 0 h 368325"/>
                    <a:gd name="connsiteX1" fmla="*/ 366859 w 1210921"/>
                    <a:gd name="connsiteY1" fmla="*/ 255784 h 368325"/>
                    <a:gd name="connsiteX2" fmla="*/ 1210921 w 1210921"/>
                    <a:gd name="connsiteY2" fmla="*/ 368325 h 368325"/>
                    <a:gd name="connsiteX0" fmla="*/ 0 w 1208540"/>
                    <a:gd name="connsiteY0" fmla="*/ 0 h 373087"/>
                    <a:gd name="connsiteX1" fmla="*/ 364478 w 1208540"/>
                    <a:gd name="connsiteY1" fmla="*/ 260546 h 373087"/>
                    <a:gd name="connsiteX2" fmla="*/ 1208540 w 1208540"/>
                    <a:gd name="connsiteY2" fmla="*/ 373087 h 373087"/>
                    <a:gd name="connsiteX0" fmla="*/ 0 w 1363321"/>
                    <a:gd name="connsiteY0" fmla="*/ 0 h 380231"/>
                    <a:gd name="connsiteX1" fmla="*/ 364478 w 1363321"/>
                    <a:gd name="connsiteY1" fmla="*/ 260546 h 380231"/>
                    <a:gd name="connsiteX2" fmla="*/ 1363321 w 1363321"/>
                    <a:gd name="connsiteY2" fmla="*/ 380231 h 380231"/>
                    <a:gd name="connsiteX0" fmla="*/ 0 w 1325221"/>
                    <a:gd name="connsiteY0" fmla="*/ 0 h 377850"/>
                    <a:gd name="connsiteX1" fmla="*/ 364478 w 1325221"/>
                    <a:gd name="connsiteY1" fmla="*/ 260546 h 377850"/>
                    <a:gd name="connsiteX2" fmla="*/ 1325221 w 1325221"/>
                    <a:gd name="connsiteY2" fmla="*/ 377850 h 377850"/>
                    <a:gd name="connsiteX0" fmla="*/ 0 w 1325221"/>
                    <a:gd name="connsiteY0" fmla="*/ 0 h 377982"/>
                    <a:gd name="connsiteX1" fmla="*/ 364478 w 1325221"/>
                    <a:gd name="connsiteY1" fmla="*/ 260546 h 377982"/>
                    <a:gd name="connsiteX2" fmla="*/ 1325221 w 1325221"/>
                    <a:gd name="connsiteY2" fmla="*/ 377850 h 377982"/>
                    <a:gd name="connsiteX0" fmla="*/ 0 w 1325221"/>
                    <a:gd name="connsiteY0" fmla="*/ 0 h 378132"/>
                    <a:gd name="connsiteX1" fmla="*/ 219222 w 1325221"/>
                    <a:gd name="connsiteY1" fmla="*/ 281977 h 378132"/>
                    <a:gd name="connsiteX2" fmla="*/ 1325221 w 1325221"/>
                    <a:gd name="connsiteY2" fmla="*/ 377850 h 37813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377912"/>
                    <a:gd name="connsiteX1" fmla="*/ 254941 w 1325221"/>
                    <a:gd name="connsiteY1" fmla="*/ 217683 h 377912"/>
                    <a:gd name="connsiteX2" fmla="*/ 1325221 w 1325221"/>
                    <a:gd name="connsiteY2" fmla="*/ 377850 h 377912"/>
                    <a:gd name="connsiteX0" fmla="*/ 0 w 1325221"/>
                    <a:gd name="connsiteY0" fmla="*/ 0 h 407062"/>
                    <a:gd name="connsiteX1" fmla="*/ 433534 w 1325221"/>
                    <a:gd name="connsiteY1" fmla="*/ 365320 h 407062"/>
                    <a:gd name="connsiteX2" fmla="*/ 1325221 w 1325221"/>
                    <a:gd name="connsiteY2" fmla="*/ 377850 h 407062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  <a:gd name="connsiteX0" fmla="*/ 0 w 1325221"/>
                    <a:gd name="connsiteY0" fmla="*/ 0 h 410203"/>
                    <a:gd name="connsiteX1" fmla="*/ 433534 w 1325221"/>
                    <a:gd name="connsiteY1" fmla="*/ 365320 h 410203"/>
                    <a:gd name="connsiteX2" fmla="*/ 1325221 w 1325221"/>
                    <a:gd name="connsiteY2" fmla="*/ 377850 h 410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5221" h="410203">
                      <a:moveTo>
                        <a:pt x="0" y="0"/>
                      </a:moveTo>
                      <a:cubicBezTo>
                        <a:pt x="7510" y="116645"/>
                        <a:pt x="243620" y="273770"/>
                        <a:pt x="433534" y="365320"/>
                      </a:cubicBezTo>
                      <a:cubicBezTo>
                        <a:pt x="623448" y="456870"/>
                        <a:pt x="1000529" y="380450"/>
                        <a:pt x="1325221" y="377850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3A245710-F0B7-8E51-3B47-FDD5D58CA0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9225" y="2863850"/>
                  <a:ext cx="953818" cy="19240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B72BA01F-5B70-DF4C-A1FC-285C5371EA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73043" y="2901293"/>
                  <a:ext cx="1371265" cy="1886607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F207F405-87F5-D5BE-E5D6-B4240F53E7ED}"/>
                    </a:ext>
                  </a:extLst>
                </p:cNvPr>
                <p:cNvCxnSpPr>
                  <a:stCxn id="6" idx="2"/>
                </p:cNvCxnSpPr>
                <p:nvPr/>
              </p:nvCxnSpPr>
              <p:spPr>
                <a:xfrm flipH="1">
                  <a:off x="2373043" y="3206916"/>
                  <a:ext cx="276227" cy="1580984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AD6FD672-1294-D67E-ADDB-E652E70416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3043" y="2343150"/>
                  <a:ext cx="0" cy="2444750"/>
                </a:xfrm>
                <a:prstGeom prst="line">
                  <a:avLst/>
                </a:prstGeom>
                <a:noFill/>
                <a:ln w="38100">
                  <a:solidFill>
                    <a:schemeClr val="accent5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4" name="Freeform: Shape 3">
                  <a:extLst>
                    <a:ext uri="{FF2B5EF4-FFF2-40B4-BE49-F238E27FC236}">
                      <a16:creationId xmlns:a16="http://schemas.microsoft.com/office/drawing/2014/main" id="{2BBDDBF8-B156-16F8-8AC4-467C8B8D87C1}"/>
                    </a:ext>
                  </a:extLst>
                </p:cNvPr>
                <p:cNvSpPr/>
                <p:nvPr/>
              </p:nvSpPr>
              <p:spPr>
                <a:xfrm>
                  <a:off x="1390391" y="1651592"/>
                  <a:ext cx="2397188" cy="1060211"/>
                </a:xfrm>
                <a:custGeom>
                  <a:avLst/>
                  <a:gdLst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194560"/>
                    <a:gd name="connsiteY0" fmla="*/ 799656 h 884062"/>
                    <a:gd name="connsiteX1" fmla="*/ 527538 w 2194560"/>
                    <a:gd name="connsiteY1" fmla="*/ 159576 h 884062"/>
                    <a:gd name="connsiteX2" fmla="*/ 1463040 w 2194560"/>
                    <a:gd name="connsiteY2" fmla="*/ 54069 h 884062"/>
                    <a:gd name="connsiteX3" fmla="*/ 2194560 w 2194560"/>
                    <a:gd name="connsiteY3" fmla="*/ 884062 h 884062"/>
                    <a:gd name="connsiteX0" fmla="*/ 0 w 2330291"/>
                    <a:gd name="connsiteY0" fmla="*/ 1288023 h 1288023"/>
                    <a:gd name="connsiteX1" fmla="*/ 663269 w 2330291"/>
                    <a:gd name="connsiteY1" fmla="*/ 178837 h 1288023"/>
                    <a:gd name="connsiteX2" fmla="*/ 1598771 w 2330291"/>
                    <a:gd name="connsiteY2" fmla="*/ 73330 h 1288023"/>
                    <a:gd name="connsiteX3" fmla="*/ 2330291 w 2330291"/>
                    <a:gd name="connsiteY3" fmla="*/ 903323 h 1288023"/>
                    <a:gd name="connsiteX0" fmla="*/ 165 w 2330456"/>
                    <a:gd name="connsiteY0" fmla="*/ 1288023 h 1288023"/>
                    <a:gd name="connsiteX1" fmla="*/ 663434 w 2330456"/>
                    <a:gd name="connsiteY1" fmla="*/ 178837 h 1288023"/>
                    <a:gd name="connsiteX2" fmla="*/ 1598936 w 2330456"/>
                    <a:gd name="connsiteY2" fmla="*/ 73330 h 1288023"/>
                    <a:gd name="connsiteX3" fmla="*/ 2330456 w 2330456"/>
                    <a:gd name="connsiteY3" fmla="*/ 903323 h 1288023"/>
                    <a:gd name="connsiteX0" fmla="*/ 165 w 2330456"/>
                    <a:gd name="connsiteY0" fmla="*/ 1273056 h 1273056"/>
                    <a:gd name="connsiteX1" fmla="*/ 663434 w 2330456"/>
                    <a:gd name="connsiteY1" fmla="*/ 178158 h 1273056"/>
                    <a:gd name="connsiteX2" fmla="*/ 1598936 w 2330456"/>
                    <a:gd name="connsiteY2" fmla="*/ 72651 h 1273056"/>
                    <a:gd name="connsiteX3" fmla="*/ 2330456 w 2330456"/>
                    <a:gd name="connsiteY3" fmla="*/ 902644 h 1273056"/>
                    <a:gd name="connsiteX0" fmla="*/ 211 w 2330502"/>
                    <a:gd name="connsiteY0" fmla="*/ 1242225 h 1242225"/>
                    <a:gd name="connsiteX1" fmla="*/ 572992 w 2330502"/>
                    <a:gd name="connsiteY1" fmla="*/ 280677 h 1242225"/>
                    <a:gd name="connsiteX2" fmla="*/ 1598982 w 2330502"/>
                    <a:gd name="connsiteY2" fmla="*/ 41820 h 1242225"/>
                    <a:gd name="connsiteX3" fmla="*/ 2330502 w 2330502"/>
                    <a:gd name="connsiteY3" fmla="*/ 871813 h 1242225"/>
                    <a:gd name="connsiteX0" fmla="*/ 222 w 2330513"/>
                    <a:gd name="connsiteY0" fmla="*/ 1032955 h 1032955"/>
                    <a:gd name="connsiteX1" fmla="*/ 573003 w 2330513"/>
                    <a:gd name="connsiteY1" fmla="*/ 71407 h 1032955"/>
                    <a:gd name="connsiteX2" fmla="*/ 1689481 w 2330513"/>
                    <a:gd name="connsiteY2" fmla="*/ 151638 h 1032955"/>
                    <a:gd name="connsiteX3" fmla="*/ 2330513 w 2330513"/>
                    <a:gd name="connsiteY3" fmla="*/ 662543 h 1032955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  <a:gd name="connsiteX0" fmla="*/ 222 w 2397188"/>
                    <a:gd name="connsiteY0" fmla="*/ 1032955 h 1060211"/>
                    <a:gd name="connsiteX1" fmla="*/ 573003 w 2397188"/>
                    <a:gd name="connsiteY1" fmla="*/ 71407 h 1060211"/>
                    <a:gd name="connsiteX2" fmla="*/ 1689481 w 2397188"/>
                    <a:gd name="connsiteY2" fmla="*/ 151638 h 1060211"/>
                    <a:gd name="connsiteX3" fmla="*/ 2397188 w 2397188"/>
                    <a:gd name="connsiteY3" fmla="*/ 1060211 h 1060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7188" h="1060211">
                      <a:moveTo>
                        <a:pt x="222" y="1032955"/>
                      </a:moveTo>
                      <a:cubicBezTo>
                        <a:pt x="-9340" y="677636"/>
                        <a:pt x="291460" y="218293"/>
                        <a:pt x="573003" y="71407"/>
                      </a:cubicBezTo>
                      <a:cubicBezTo>
                        <a:pt x="854546" y="-75479"/>
                        <a:pt x="1411644" y="30890"/>
                        <a:pt x="1689481" y="151638"/>
                      </a:cubicBezTo>
                      <a:cubicBezTo>
                        <a:pt x="1967318" y="272386"/>
                        <a:pt x="2386234" y="705588"/>
                        <a:pt x="2397188" y="1060211"/>
                      </a:cubicBezTo>
                    </a:path>
                  </a:pathLst>
                </a:custGeom>
                <a:noFill/>
                <a:ln w="3810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5D5B5660-8D7E-111C-6A8F-E08196982FA8}"/>
                      </a:ext>
                    </a:extLst>
                  </p:cNvPr>
                  <p:cNvSpPr txBox="1"/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5D5B5660-8D7E-111C-6A8F-E08196982F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9604" y="1260711"/>
                    <a:ext cx="463588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CD32881F-9AC1-7AAC-4666-8AB25FF09643}"/>
                      </a:ext>
                    </a:extLst>
                  </p:cNvPr>
                  <p:cNvSpPr txBox="1"/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CD32881F-9AC1-7AAC-4666-8AB25FF096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8842" y="2974652"/>
                    <a:ext cx="663963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30EE4CEB-B3E1-694E-7624-68760CC7880D}"/>
                      </a:ext>
                    </a:extLst>
                  </p:cNvPr>
                  <p:cNvSpPr txBox="1"/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30EE4CEB-B3E1-694E-7624-68760CC788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5921" y="1783931"/>
                    <a:ext cx="616323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CAD4F08A-2EA8-2343-735B-D1200F70802B}"/>
                      </a:ext>
                    </a:extLst>
                  </p:cNvPr>
                  <p:cNvSpPr txBox="1"/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CAD4F08A-2EA8-2343-735B-D1200F7080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4857" y="2936431"/>
                    <a:ext cx="643509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44014E18-4871-53C7-6B0D-6D1196998A0B}"/>
                      </a:ext>
                    </a:extLst>
                  </p:cNvPr>
                  <p:cNvSpPr txBox="1"/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𝐵𝑂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44014E18-4871-53C7-6B0D-6D1196998A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8254" y="4276864"/>
                    <a:ext cx="845552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D07A9E46-B557-DAA6-C7F5-63857CAC4F76}"/>
                      </a:ext>
                    </a:extLst>
                  </p:cNvPr>
                  <p:cNvSpPr txBox="1"/>
                  <p:nvPr/>
                </p:nvSpPr>
                <p:spPr>
                  <a:xfrm>
                    <a:off x="1274055" y="4184791"/>
                    <a:ext cx="836896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𝑂𝐴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D07A9E46-B557-DAA6-C7F5-63857CAC4F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4055" y="4184791"/>
                    <a:ext cx="836896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48DF4E92-6ED0-156A-C3E3-547312947452}"/>
                      </a:ext>
                    </a:extLst>
                  </p:cNvPr>
                  <p:cNvSpPr txBox="1"/>
                  <p:nvPr/>
                </p:nvSpPr>
                <p:spPr>
                  <a:xfrm>
                    <a:off x="2960952" y="3956973"/>
                    <a:ext cx="78874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48DF4E92-6ED0-156A-C3E3-5473129474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0952" y="3956973"/>
                    <a:ext cx="788742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6491BDD1-319F-03E2-51F0-BBE36594F5C6}"/>
                      </a:ext>
                    </a:extLst>
                  </p:cNvPr>
                  <p:cNvSpPr txBox="1"/>
                  <p:nvPr/>
                </p:nvSpPr>
                <p:spPr>
                  <a:xfrm>
                    <a:off x="2001883" y="3674062"/>
                    <a:ext cx="786497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sz="2800" b="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6491BDD1-319F-03E2-51F0-BBE36594F5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01883" y="3674062"/>
                    <a:ext cx="786497" cy="52322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06AAC56C-8CEB-0095-582C-8A4EFC359E04}"/>
                </a:ext>
              </a:extLst>
            </p:cNvPr>
            <p:cNvSpPr/>
            <p:nvPr/>
          </p:nvSpPr>
          <p:spPr>
            <a:xfrm rot="4940850">
              <a:off x="10116513" y="2365006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DC51D12A-F7A8-DF22-0A40-A71733D72AE3}"/>
                </a:ext>
              </a:extLst>
            </p:cNvPr>
            <p:cNvSpPr/>
            <p:nvPr/>
          </p:nvSpPr>
          <p:spPr>
            <a:xfrm rot="17040372">
              <a:off x="8417053" y="2377577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89D918DA-A97D-E751-E8BC-E7DC74057F1A}"/>
                </a:ext>
              </a:extLst>
            </p:cNvPr>
            <p:cNvSpPr/>
            <p:nvPr/>
          </p:nvSpPr>
          <p:spPr>
            <a:xfrm rot="684613">
              <a:off x="9157674" y="3274844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0896D793-5A10-8783-ADF8-B9C36025875F}"/>
                </a:ext>
              </a:extLst>
            </p:cNvPr>
            <p:cNvSpPr/>
            <p:nvPr/>
          </p:nvSpPr>
          <p:spPr>
            <a:xfrm rot="10800000">
              <a:off x="8911333" y="3234473"/>
              <a:ext cx="178842" cy="16002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82089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1E97B-C46C-68E5-F3CA-730F18FFB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D656B56-B3E2-BB5F-23A4-18BD8107D331}"/>
              </a:ext>
            </a:extLst>
          </p:cNvPr>
          <p:cNvSpPr/>
          <p:nvPr/>
        </p:nvSpPr>
        <p:spPr>
          <a:xfrm>
            <a:off x="8161020" y="1142999"/>
            <a:ext cx="3223260" cy="1076069"/>
          </a:xfrm>
          <a:custGeom>
            <a:avLst/>
            <a:gdLst>
              <a:gd name="connsiteX0" fmla="*/ 0 w 2682240"/>
              <a:gd name="connsiteY0" fmla="*/ 662940 h 662940"/>
              <a:gd name="connsiteX1" fmla="*/ 830580 w 2682240"/>
              <a:gd name="connsiteY1" fmla="*/ 274320 h 662940"/>
              <a:gd name="connsiteX2" fmla="*/ 1950720 w 2682240"/>
              <a:gd name="connsiteY2" fmla="*/ 312420 h 662940"/>
              <a:gd name="connsiteX3" fmla="*/ 2682240 w 2682240"/>
              <a:gd name="connsiteY3" fmla="*/ 0 h 662940"/>
              <a:gd name="connsiteX0" fmla="*/ 0 w 2682240"/>
              <a:gd name="connsiteY0" fmla="*/ 662940 h 816707"/>
              <a:gd name="connsiteX1" fmla="*/ 631570 w 2682240"/>
              <a:gd name="connsiteY1" fmla="*/ 810401 h 816707"/>
              <a:gd name="connsiteX2" fmla="*/ 1950720 w 2682240"/>
              <a:gd name="connsiteY2" fmla="*/ 312420 h 816707"/>
              <a:gd name="connsiteX3" fmla="*/ 2682240 w 2682240"/>
              <a:gd name="connsiteY3" fmla="*/ 0 h 816707"/>
              <a:gd name="connsiteX0" fmla="*/ 0 w 2682240"/>
              <a:gd name="connsiteY0" fmla="*/ 662940 h 833821"/>
              <a:gd name="connsiteX1" fmla="*/ 631570 w 2682240"/>
              <a:gd name="connsiteY1" fmla="*/ 810401 h 833821"/>
              <a:gd name="connsiteX2" fmla="*/ 1950720 w 2682240"/>
              <a:gd name="connsiteY2" fmla="*/ 312420 h 833821"/>
              <a:gd name="connsiteX3" fmla="*/ 2682240 w 2682240"/>
              <a:gd name="connsiteY3" fmla="*/ 0 h 833821"/>
              <a:gd name="connsiteX0" fmla="*/ 0 w 2682240"/>
              <a:gd name="connsiteY0" fmla="*/ 662940 h 823440"/>
              <a:gd name="connsiteX1" fmla="*/ 631570 w 2682240"/>
              <a:gd name="connsiteY1" fmla="*/ 810401 h 823440"/>
              <a:gd name="connsiteX2" fmla="*/ 2056079 w 2682240"/>
              <a:gd name="connsiteY2" fmla="*/ 458623 h 823440"/>
              <a:gd name="connsiteX3" fmla="*/ 2682240 w 2682240"/>
              <a:gd name="connsiteY3" fmla="*/ 0 h 823440"/>
              <a:gd name="connsiteX0" fmla="*/ 0 w 2682240"/>
              <a:gd name="connsiteY0" fmla="*/ 662940 h 823440"/>
              <a:gd name="connsiteX1" fmla="*/ 631570 w 2682240"/>
              <a:gd name="connsiteY1" fmla="*/ 810401 h 823440"/>
              <a:gd name="connsiteX2" fmla="*/ 2056079 w 2682240"/>
              <a:gd name="connsiteY2" fmla="*/ 458623 h 823440"/>
              <a:gd name="connsiteX3" fmla="*/ 2682240 w 2682240"/>
              <a:gd name="connsiteY3" fmla="*/ 0 h 823440"/>
              <a:gd name="connsiteX0" fmla="*/ 0 w 2682240"/>
              <a:gd name="connsiteY0" fmla="*/ 662940 h 823440"/>
              <a:gd name="connsiteX1" fmla="*/ 631570 w 2682240"/>
              <a:gd name="connsiteY1" fmla="*/ 810401 h 823440"/>
              <a:gd name="connsiteX2" fmla="*/ 2056079 w 2682240"/>
              <a:gd name="connsiteY2" fmla="*/ 458623 h 823440"/>
              <a:gd name="connsiteX3" fmla="*/ 2682240 w 2682240"/>
              <a:gd name="connsiteY3" fmla="*/ 0 h 823440"/>
              <a:gd name="connsiteX0" fmla="*/ 0 w 2682240"/>
              <a:gd name="connsiteY0" fmla="*/ 662940 h 823440"/>
              <a:gd name="connsiteX1" fmla="*/ 631570 w 2682240"/>
              <a:gd name="connsiteY1" fmla="*/ 810401 h 823440"/>
              <a:gd name="connsiteX2" fmla="*/ 2056079 w 2682240"/>
              <a:gd name="connsiteY2" fmla="*/ 458623 h 823440"/>
              <a:gd name="connsiteX3" fmla="*/ 2682240 w 2682240"/>
              <a:gd name="connsiteY3" fmla="*/ 0 h 823440"/>
              <a:gd name="connsiteX0" fmla="*/ 0 w 2682240"/>
              <a:gd name="connsiteY0" fmla="*/ 662940 h 823440"/>
              <a:gd name="connsiteX1" fmla="*/ 631570 w 2682240"/>
              <a:gd name="connsiteY1" fmla="*/ 810401 h 823440"/>
              <a:gd name="connsiteX2" fmla="*/ 2056079 w 2682240"/>
              <a:gd name="connsiteY2" fmla="*/ 458623 h 823440"/>
              <a:gd name="connsiteX3" fmla="*/ 2682240 w 2682240"/>
              <a:gd name="connsiteY3" fmla="*/ 0 h 823440"/>
              <a:gd name="connsiteX0" fmla="*/ 0 w 2682240"/>
              <a:gd name="connsiteY0" fmla="*/ 662940 h 828404"/>
              <a:gd name="connsiteX1" fmla="*/ 631570 w 2682240"/>
              <a:gd name="connsiteY1" fmla="*/ 810401 h 828404"/>
              <a:gd name="connsiteX2" fmla="*/ 1950721 w 2682240"/>
              <a:gd name="connsiteY2" fmla="*/ 388229 h 828404"/>
              <a:gd name="connsiteX3" fmla="*/ 2682240 w 2682240"/>
              <a:gd name="connsiteY3" fmla="*/ 0 h 828404"/>
              <a:gd name="connsiteX0" fmla="*/ 0 w 2682240"/>
              <a:gd name="connsiteY0" fmla="*/ 662940 h 828404"/>
              <a:gd name="connsiteX1" fmla="*/ 631570 w 2682240"/>
              <a:gd name="connsiteY1" fmla="*/ 810401 h 828404"/>
              <a:gd name="connsiteX2" fmla="*/ 1950721 w 2682240"/>
              <a:gd name="connsiteY2" fmla="*/ 388229 h 828404"/>
              <a:gd name="connsiteX3" fmla="*/ 2682240 w 2682240"/>
              <a:gd name="connsiteY3" fmla="*/ 0 h 828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2240" h="828404">
                <a:moveTo>
                  <a:pt x="0" y="662940"/>
                </a:moveTo>
                <a:cubicBezTo>
                  <a:pt x="229317" y="817322"/>
                  <a:pt x="306450" y="856186"/>
                  <a:pt x="631570" y="810401"/>
                </a:cubicBezTo>
                <a:cubicBezTo>
                  <a:pt x="956690" y="764616"/>
                  <a:pt x="1612845" y="374385"/>
                  <a:pt x="1950721" y="388229"/>
                </a:cubicBezTo>
                <a:cubicBezTo>
                  <a:pt x="2288597" y="402073"/>
                  <a:pt x="2617116" y="252478"/>
                  <a:pt x="2682240" y="0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283D70-E394-B500-F4FC-407442ECF4A1}"/>
                  </a:ext>
                </a:extLst>
              </p:cNvPr>
              <p:cNvSpPr txBox="1"/>
              <p:nvPr/>
            </p:nvSpPr>
            <p:spPr>
              <a:xfrm>
                <a:off x="9033714" y="1478280"/>
                <a:ext cx="6025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51E825-80B8-EA96-698E-8A02E0DB5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3714" y="1478280"/>
                <a:ext cx="60253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316B78-BDC0-D551-14CB-5DB82BDADF67}"/>
                  </a:ext>
                </a:extLst>
              </p:cNvPr>
              <p:cNvSpPr txBox="1"/>
              <p:nvPr/>
            </p:nvSpPr>
            <p:spPr>
              <a:xfrm>
                <a:off x="7537708" y="1478280"/>
                <a:ext cx="6233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F60D7C-773F-8778-A11D-273486A76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708" y="1478280"/>
                <a:ext cx="62331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62A7209-0B56-7205-90FB-35B220DE88D9}"/>
              </a:ext>
            </a:extLst>
          </p:cNvPr>
          <p:cNvSpPr/>
          <p:nvPr/>
        </p:nvSpPr>
        <p:spPr>
          <a:xfrm rot="4000782">
            <a:off x="9788891" y="1737289"/>
            <a:ext cx="178842" cy="1600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0C6904-AA1B-16A3-CE10-2241638F70C9}"/>
                  </a:ext>
                </a:extLst>
              </p:cNvPr>
              <p:cNvSpPr txBox="1"/>
              <p:nvPr/>
            </p:nvSpPr>
            <p:spPr>
              <a:xfrm>
                <a:off x="579665" y="307762"/>
                <a:ext cx="2658805" cy="1134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60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70C6904-AA1B-16A3-CE10-2241638F7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65" y="307762"/>
                <a:ext cx="2658805" cy="11345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C22D7CE-417F-9536-3985-4436FB1D71EA}"/>
                  </a:ext>
                </a:extLst>
              </p:cNvPr>
              <p:cNvSpPr txBox="1"/>
              <p:nvPr/>
            </p:nvSpPr>
            <p:spPr>
              <a:xfrm>
                <a:off x="435952" y="1505960"/>
                <a:ext cx="6606552" cy="717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Sup>
                        <m:sSub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C22D7CE-417F-9536-3985-4436FB1D7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52" y="1505960"/>
                <a:ext cx="6606552" cy="7176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EB7604-4F75-7AD9-32A0-B988F67C6472}"/>
                  </a:ext>
                </a:extLst>
              </p:cNvPr>
              <p:cNvSpPr txBox="1"/>
              <p:nvPr/>
            </p:nvSpPr>
            <p:spPr>
              <a:xfrm>
                <a:off x="3112347" y="362588"/>
                <a:ext cx="4388381" cy="109927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4EB7604-4F75-7AD9-32A0-B988F67C6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347" y="362588"/>
                <a:ext cx="4388381" cy="10992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E48E920-0CBD-29F7-94B6-D9DB216A35A3}"/>
              </a:ext>
            </a:extLst>
          </p:cNvPr>
          <p:cNvSpPr/>
          <p:nvPr/>
        </p:nvSpPr>
        <p:spPr>
          <a:xfrm>
            <a:off x="8161020" y="1142999"/>
            <a:ext cx="3223260" cy="861137"/>
          </a:xfrm>
          <a:custGeom>
            <a:avLst/>
            <a:gdLst>
              <a:gd name="connsiteX0" fmla="*/ 0 w 2682240"/>
              <a:gd name="connsiteY0" fmla="*/ 662940 h 662940"/>
              <a:gd name="connsiteX1" fmla="*/ 830580 w 2682240"/>
              <a:gd name="connsiteY1" fmla="*/ 274320 h 662940"/>
              <a:gd name="connsiteX2" fmla="*/ 1950720 w 2682240"/>
              <a:gd name="connsiteY2" fmla="*/ 312420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1950720 w 2682240"/>
              <a:gd name="connsiteY2" fmla="*/ 312420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2040551 w 2682240"/>
              <a:gd name="connsiteY2" fmla="*/ 141322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2040551 w 2682240"/>
              <a:gd name="connsiteY2" fmla="*/ 141322 h 662940"/>
              <a:gd name="connsiteX3" fmla="*/ 2682240 w 2682240"/>
              <a:gd name="connsiteY3" fmla="*/ 0 h 662940"/>
              <a:gd name="connsiteX0" fmla="*/ 0 w 2682240"/>
              <a:gd name="connsiteY0" fmla="*/ 662940 h 662940"/>
              <a:gd name="connsiteX1" fmla="*/ 783023 w 2682240"/>
              <a:gd name="connsiteY1" fmla="*/ 98334 h 662940"/>
              <a:gd name="connsiteX2" fmla="*/ 2040551 w 2682240"/>
              <a:gd name="connsiteY2" fmla="*/ 141322 h 662940"/>
              <a:gd name="connsiteX3" fmla="*/ 2682240 w 2682240"/>
              <a:gd name="connsiteY3" fmla="*/ 0 h 662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82240" h="662940">
                <a:moveTo>
                  <a:pt x="0" y="662940"/>
                </a:moveTo>
                <a:cubicBezTo>
                  <a:pt x="252730" y="497840"/>
                  <a:pt x="442931" y="185270"/>
                  <a:pt x="783023" y="98334"/>
                </a:cubicBezTo>
                <a:cubicBezTo>
                  <a:pt x="1123115" y="11398"/>
                  <a:pt x="1726656" y="113714"/>
                  <a:pt x="2040551" y="141322"/>
                </a:cubicBezTo>
                <a:cubicBezTo>
                  <a:pt x="2354446" y="168930"/>
                  <a:pt x="2470785" y="133350"/>
                  <a:pt x="2682240" y="0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12F78FB-A24E-0C27-1BC1-73051621B8BA}"/>
              </a:ext>
            </a:extLst>
          </p:cNvPr>
          <p:cNvSpPr/>
          <p:nvPr/>
        </p:nvSpPr>
        <p:spPr>
          <a:xfrm rot="5868436">
            <a:off x="9635153" y="1139782"/>
            <a:ext cx="178842" cy="16002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E5C110-5D29-8517-E0F8-6AA2F2D303A7}"/>
                  </a:ext>
                </a:extLst>
              </p:cNvPr>
              <p:cNvSpPr txBox="1"/>
              <p:nvPr/>
            </p:nvSpPr>
            <p:spPr>
              <a:xfrm>
                <a:off x="9315498" y="528483"/>
                <a:ext cx="61080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82EAA3-D742-60F2-8886-EEE0652EB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498" y="528483"/>
                <a:ext cx="61080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E21A1A-45DA-23F9-0023-03DB1A0C49F4}"/>
                  </a:ext>
                </a:extLst>
              </p:cNvPr>
              <p:cNvSpPr txBox="1"/>
              <p:nvPr/>
            </p:nvSpPr>
            <p:spPr>
              <a:xfrm>
                <a:off x="10835641" y="643882"/>
                <a:ext cx="6504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B1A12B-FA63-2ACB-AFFF-89677F4A8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641" y="643882"/>
                <a:ext cx="65049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D8F9EED-7A1D-8E34-B8AD-FC43EA64AAE2}"/>
              </a:ext>
            </a:extLst>
          </p:cNvPr>
          <p:cNvSpPr txBox="1"/>
          <p:nvPr/>
        </p:nvSpPr>
        <p:spPr>
          <a:xfrm>
            <a:off x="463363" y="2237715"/>
            <a:ext cx="5988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Path independent linear functional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DAE237-EE03-EDB7-B82C-68E026CDBEC3}"/>
                  </a:ext>
                </a:extLst>
              </p:cNvPr>
              <p:cNvSpPr txBox="1"/>
              <p:nvPr/>
            </p:nvSpPr>
            <p:spPr>
              <a:xfrm>
                <a:off x="1221362" y="3629565"/>
                <a:ext cx="3233513" cy="717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DAE237-EE03-EDB7-B82C-68E026CDB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362" y="3629565"/>
                <a:ext cx="3233513" cy="7176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2FBF7A9-9F48-D60D-62D2-FA6800027EE6}"/>
                  </a:ext>
                </a:extLst>
              </p:cNvPr>
              <p:cNvSpPr txBox="1"/>
              <p:nvPr/>
            </p:nvSpPr>
            <p:spPr>
              <a:xfrm>
                <a:off x="1233288" y="2959366"/>
                <a:ext cx="586750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3200" dirty="0"/>
                  <a:t> zero on boundaries of surfaces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2FBF7A9-9F48-D60D-62D2-FA6800027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88" y="2959366"/>
                <a:ext cx="5867504" cy="584775"/>
              </a:xfrm>
              <a:prstGeom prst="rect">
                <a:avLst/>
              </a:prstGeom>
              <a:blipFill>
                <a:blip r:embed="rId11"/>
                <a:stretch>
                  <a:fillRect t="-12500" r="-1661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B0F1639-3AE7-5B8E-A110-C5E5083D159B}"/>
              </a:ext>
            </a:extLst>
          </p:cNvPr>
          <p:cNvSpPr/>
          <p:nvPr/>
        </p:nvSpPr>
        <p:spPr>
          <a:xfrm>
            <a:off x="8161583" y="1165465"/>
            <a:ext cx="3265406" cy="1813561"/>
          </a:xfrm>
          <a:custGeom>
            <a:avLst/>
            <a:gdLst>
              <a:gd name="connsiteX0" fmla="*/ 0 w 2682240"/>
              <a:gd name="connsiteY0" fmla="*/ 662940 h 662940"/>
              <a:gd name="connsiteX1" fmla="*/ 830580 w 2682240"/>
              <a:gd name="connsiteY1" fmla="*/ 274320 h 662940"/>
              <a:gd name="connsiteX2" fmla="*/ 1950720 w 2682240"/>
              <a:gd name="connsiteY2" fmla="*/ 312420 h 662940"/>
              <a:gd name="connsiteX3" fmla="*/ 2682240 w 2682240"/>
              <a:gd name="connsiteY3" fmla="*/ 0 h 662940"/>
              <a:gd name="connsiteX0" fmla="*/ 0 w 2740773"/>
              <a:gd name="connsiteY0" fmla="*/ 20878 h 958624"/>
              <a:gd name="connsiteX1" fmla="*/ 889113 w 2740773"/>
              <a:gd name="connsiteY1" fmla="*/ 866868 h 958624"/>
              <a:gd name="connsiteX2" fmla="*/ 2009253 w 2740773"/>
              <a:gd name="connsiteY2" fmla="*/ 904968 h 958624"/>
              <a:gd name="connsiteX3" fmla="*/ 2740773 w 2740773"/>
              <a:gd name="connsiteY3" fmla="*/ 592548 h 958624"/>
              <a:gd name="connsiteX0" fmla="*/ 0 w 2740773"/>
              <a:gd name="connsiteY0" fmla="*/ 0 h 937746"/>
              <a:gd name="connsiteX1" fmla="*/ 889113 w 2740773"/>
              <a:gd name="connsiteY1" fmla="*/ 845990 h 937746"/>
              <a:gd name="connsiteX2" fmla="*/ 2009253 w 2740773"/>
              <a:gd name="connsiteY2" fmla="*/ 884090 h 937746"/>
              <a:gd name="connsiteX3" fmla="*/ 2740773 w 2740773"/>
              <a:gd name="connsiteY3" fmla="*/ 571670 h 937746"/>
              <a:gd name="connsiteX0" fmla="*/ 0 w 2693947"/>
              <a:gd name="connsiteY0" fmla="*/ 0 h 937746"/>
              <a:gd name="connsiteX1" fmla="*/ 889113 w 2693947"/>
              <a:gd name="connsiteY1" fmla="*/ 845990 h 937746"/>
              <a:gd name="connsiteX2" fmla="*/ 2009253 w 2693947"/>
              <a:gd name="connsiteY2" fmla="*/ 884090 h 937746"/>
              <a:gd name="connsiteX3" fmla="*/ 2693947 w 2693947"/>
              <a:gd name="connsiteY3" fmla="*/ 51834 h 937746"/>
              <a:gd name="connsiteX0" fmla="*/ 0 w 2736489"/>
              <a:gd name="connsiteY0" fmla="*/ 0 h 937746"/>
              <a:gd name="connsiteX1" fmla="*/ 889113 w 2736489"/>
              <a:gd name="connsiteY1" fmla="*/ 845990 h 937746"/>
              <a:gd name="connsiteX2" fmla="*/ 2009253 w 2736489"/>
              <a:gd name="connsiteY2" fmla="*/ 884090 h 937746"/>
              <a:gd name="connsiteX3" fmla="*/ 2693947 w 2736489"/>
              <a:gd name="connsiteY3" fmla="*/ 51834 h 937746"/>
              <a:gd name="connsiteX0" fmla="*/ 0 w 2692468"/>
              <a:gd name="connsiteY0" fmla="*/ 635865 h 1573611"/>
              <a:gd name="connsiteX1" fmla="*/ 889113 w 2692468"/>
              <a:gd name="connsiteY1" fmla="*/ 1481855 h 1573611"/>
              <a:gd name="connsiteX2" fmla="*/ 2009253 w 2692468"/>
              <a:gd name="connsiteY2" fmla="*/ 1519955 h 1573611"/>
              <a:gd name="connsiteX3" fmla="*/ 2647121 w 2692468"/>
              <a:gd name="connsiteY3" fmla="*/ 0 h 1573611"/>
              <a:gd name="connsiteX0" fmla="*/ 0 w 2690675"/>
              <a:gd name="connsiteY0" fmla="*/ 635865 h 1497711"/>
              <a:gd name="connsiteX1" fmla="*/ 889113 w 2690675"/>
              <a:gd name="connsiteY1" fmla="*/ 1481855 h 1497711"/>
              <a:gd name="connsiteX2" fmla="*/ 1979987 w 2690675"/>
              <a:gd name="connsiteY2" fmla="*/ 1189644 h 1497711"/>
              <a:gd name="connsiteX3" fmla="*/ 2647121 w 2690675"/>
              <a:gd name="connsiteY3" fmla="*/ 0 h 1497711"/>
              <a:gd name="connsiteX0" fmla="*/ 0 w 2690675"/>
              <a:gd name="connsiteY0" fmla="*/ 635865 h 1331340"/>
              <a:gd name="connsiteX1" fmla="*/ 906672 w 2690675"/>
              <a:gd name="connsiteY1" fmla="*/ 1303162 h 1331340"/>
              <a:gd name="connsiteX2" fmla="*/ 1979987 w 2690675"/>
              <a:gd name="connsiteY2" fmla="*/ 1189644 h 1331340"/>
              <a:gd name="connsiteX3" fmla="*/ 2647121 w 2690675"/>
              <a:gd name="connsiteY3" fmla="*/ 0 h 1331340"/>
              <a:gd name="connsiteX0" fmla="*/ 0 w 2691003"/>
              <a:gd name="connsiteY0" fmla="*/ 635865 h 1331340"/>
              <a:gd name="connsiteX1" fmla="*/ 906672 w 2691003"/>
              <a:gd name="connsiteY1" fmla="*/ 1303162 h 1331340"/>
              <a:gd name="connsiteX2" fmla="*/ 1979987 w 2691003"/>
              <a:gd name="connsiteY2" fmla="*/ 1189644 h 1331340"/>
              <a:gd name="connsiteX3" fmla="*/ 2647121 w 2691003"/>
              <a:gd name="connsiteY3" fmla="*/ 0 h 1331340"/>
              <a:gd name="connsiteX0" fmla="*/ 0 w 2691003"/>
              <a:gd name="connsiteY0" fmla="*/ 635865 h 1355559"/>
              <a:gd name="connsiteX1" fmla="*/ 906672 w 2691003"/>
              <a:gd name="connsiteY1" fmla="*/ 1303162 h 1355559"/>
              <a:gd name="connsiteX2" fmla="*/ 1979987 w 2691003"/>
              <a:gd name="connsiteY2" fmla="*/ 1189644 h 1355559"/>
              <a:gd name="connsiteX3" fmla="*/ 2647121 w 2691003"/>
              <a:gd name="connsiteY3" fmla="*/ 0 h 1355559"/>
              <a:gd name="connsiteX0" fmla="*/ 0 w 2691552"/>
              <a:gd name="connsiteY0" fmla="*/ 663363 h 1394599"/>
              <a:gd name="connsiteX1" fmla="*/ 906672 w 2691552"/>
              <a:gd name="connsiteY1" fmla="*/ 1330660 h 1394599"/>
              <a:gd name="connsiteX2" fmla="*/ 1979987 w 2691552"/>
              <a:gd name="connsiteY2" fmla="*/ 1217142 h 1394599"/>
              <a:gd name="connsiteX3" fmla="*/ 2649103 w 2691552"/>
              <a:gd name="connsiteY3" fmla="*/ 0 h 1394599"/>
              <a:gd name="connsiteX0" fmla="*/ 0 w 2717312"/>
              <a:gd name="connsiteY0" fmla="*/ 641365 h 1396156"/>
              <a:gd name="connsiteX1" fmla="*/ 932432 w 2717312"/>
              <a:gd name="connsiteY1" fmla="*/ 1330660 h 1396156"/>
              <a:gd name="connsiteX2" fmla="*/ 2005747 w 2717312"/>
              <a:gd name="connsiteY2" fmla="*/ 1217142 h 1396156"/>
              <a:gd name="connsiteX3" fmla="*/ 2674863 w 2717312"/>
              <a:gd name="connsiteY3" fmla="*/ 0 h 1396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7312" h="1396156">
                <a:moveTo>
                  <a:pt x="0" y="641365"/>
                </a:moveTo>
                <a:cubicBezTo>
                  <a:pt x="59575" y="1044835"/>
                  <a:pt x="598141" y="1234697"/>
                  <a:pt x="932432" y="1330660"/>
                </a:cubicBezTo>
                <a:cubicBezTo>
                  <a:pt x="1266723" y="1426623"/>
                  <a:pt x="1715342" y="1438918"/>
                  <a:pt x="2005747" y="1217142"/>
                </a:cubicBezTo>
                <a:cubicBezTo>
                  <a:pt x="2296152" y="995366"/>
                  <a:pt x="2878987" y="414928"/>
                  <a:pt x="2674863" y="0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7FB257-47E0-EA43-DD03-2E56819FDB43}"/>
                  </a:ext>
                </a:extLst>
              </p:cNvPr>
              <p:cNvSpPr txBox="1"/>
              <p:nvPr/>
            </p:nvSpPr>
            <p:spPr>
              <a:xfrm>
                <a:off x="10603847" y="2646304"/>
                <a:ext cx="4635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AFC87A8-663E-AFE3-EE23-CB753AF13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3847" y="2646304"/>
                <a:ext cx="463588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A7179A-D183-D57C-34B7-CE1D99E67671}"/>
                  </a:ext>
                </a:extLst>
              </p:cNvPr>
              <p:cNvSpPr txBox="1"/>
              <p:nvPr/>
            </p:nvSpPr>
            <p:spPr>
              <a:xfrm>
                <a:off x="1233288" y="4989511"/>
                <a:ext cx="3233513" cy="717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𝜕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A7179A-D183-D57C-34B7-CE1D99E67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288" y="4989511"/>
                <a:ext cx="3233513" cy="7176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A355DF-4007-7903-6138-D60CC100CF26}"/>
                  </a:ext>
                </a:extLst>
              </p:cNvPr>
              <p:cNvSpPr txBox="1"/>
              <p:nvPr/>
            </p:nvSpPr>
            <p:spPr>
              <a:xfrm>
                <a:off x="1245214" y="4319312"/>
                <a:ext cx="49541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3200" dirty="0"/>
                  <a:t> zero boundary functional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A355DF-4007-7903-6138-D60CC100C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214" y="4319312"/>
                <a:ext cx="4954177" cy="584775"/>
              </a:xfrm>
              <a:prstGeom prst="rect">
                <a:avLst/>
              </a:prstGeom>
              <a:blipFill>
                <a:blip r:embed="rId15"/>
                <a:stretch>
                  <a:fillRect t="-12632" r="-1968" b="-3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3476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o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41672</TotalTime>
  <Words>2189</Words>
  <Application>Microsoft Office PowerPoint</Application>
  <PresentationFormat>Widescreen</PresentationFormat>
  <Paragraphs>628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Calibri Light</vt:lpstr>
      <vt:lpstr>Cambria Math</vt:lpstr>
      <vt:lpstr>Office Theme</vt:lpstr>
      <vt:lpstr>Vector potentials and gauges</vt:lpstr>
      <vt:lpstr>PowerPoint Presentation</vt:lpstr>
      <vt:lpstr>Functionals and forms </vt:lpstr>
      <vt:lpstr>PowerPoint Presentation</vt:lpstr>
      <vt:lpstr>PowerPoint Presentation</vt:lpstr>
      <vt:lpstr>PowerPoint Presentation</vt:lpstr>
      <vt:lpstr>PowerPoint Presentation</vt:lpstr>
      <vt:lpstr>Boundaries </vt:lpstr>
      <vt:lpstr>PowerPoint Presentation</vt:lpstr>
      <vt:lpstr>PowerPoint Presentation</vt:lpstr>
      <vt:lpstr>PowerPoint Presentation</vt:lpstr>
      <vt:lpstr>Boundaries and functionals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Closed functionals and potentials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Gabriele Carcassi</dc:creator>
  <cp:lastModifiedBy>Gabriele Carcassi</cp:lastModifiedBy>
  <cp:revision>227</cp:revision>
  <dcterms:created xsi:type="dcterms:W3CDTF">2021-04-07T15:17:47Z</dcterms:created>
  <dcterms:modified xsi:type="dcterms:W3CDTF">2025-11-29T21:46:50Z</dcterms:modified>
</cp:coreProperties>
</file>