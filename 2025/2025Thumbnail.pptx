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7" r:id="rId2"/>
    <p:sldId id="276" r:id="rId3"/>
    <p:sldId id="275" r:id="rId4"/>
    <p:sldId id="277" r:id="rId5"/>
    <p:sldId id="278" r:id="rId6"/>
    <p:sldId id="279" r:id="rId7"/>
    <p:sldId id="281" r:id="rId8"/>
    <p:sldId id="283" r:id="rId9"/>
    <p:sldId id="284" r:id="rId10"/>
    <p:sldId id="282" r:id="rId11"/>
    <p:sldId id="285" r:id="rId12"/>
    <p:sldId id="935" r:id="rId13"/>
    <p:sldId id="936" r:id="rId14"/>
    <p:sldId id="937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000"/>
    <a:srgbClr val="202020"/>
    <a:srgbClr val="000000"/>
    <a:srgbClr val="33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2044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156" y="2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DD262B-3022-DF3E-3F70-1CF8A4F936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BB7005-EBE2-8F49-6884-E6B9486BE8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96B3BC-6C5E-7C99-BBDF-0CD7279B92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01590B-767E-2480-55BA-B62850BB4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98374B-87B4-07A1-C89C-1D3C0FCB34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78889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03A79-8793-1978-AC47-5E4F21D57D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2F6924-60BA-B909-4B6B-9548C7AC31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1E1ED5-89DA-A22C-2C9B-E80BA6C990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673B2A-CB30-A467-56EE-92F2CFFBD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150EBD-D16F-1826-7BB2-67382037F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30094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0458A-E043-AEE3-9D7E-068E2E1D40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9EEC62-B7BC-22C6-73FF-B409B72EC6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8BA6CD-674C-AE53-25A3-00903461F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3A3869-AC45-93C9-EB7D-0049E98616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6B0556-1BA2-58EC-6A7A-EDA734B6E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2474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532015-C95C-31A3-4F69-4FC6F1D8E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DBD443-EF29-4CA4-9D59-598D7A444D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117603-4805-A4E5-6481-807E5624B9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467ABD-4CF3-C211-3D98-93F81897AC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362B4B-5E7A-E6D0-ED8F-247A37AADE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887A2D-0899-8BE5-AF33-366393BF9A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9586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D20F1F-1CF6-AD32-B707-68E586338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8C0733-94E3-C073-5E88-1CF5B407CB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C93D07-1FC6-9CCD-BBC5-7F3D13EDA9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20C1D59-CD63-E042-B8B3-16AB79159F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ED99230-3704-E0EB-43D4-A033BC6137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DAC3901-9650-C277-C000-75741472A2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EAF8E80-8722-2683-FC6A-29D1ECAC1D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BFA4A4-CDD0-2181-D50A-504A925B76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4403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C1A331-878D-8F6C-B4DB-C95EA61B6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B5CF1D3-0710-6E1C-C9C5-F1D1EB937C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937A62-ED16-255F-E3AC-9C4E29CD8B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0887AC-A346-C922-91D2-76DDAFA98F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77806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5CBADBE-3241-5A38-E7D2-45FBAA5D8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40E2EE0-A393-6694-1738-8DB743EE92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A95C79-8D6A-E2D6-5591-C88913AC0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373FE084-5C87-06B2-91CD-C706563739F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265" y="5534538"/>
            <a:ext cx="1305869" cy="1186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3124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E8C48-15FC-2A02-7C17-7A6FF3272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123200-FBA7-651E-E926-E9340070B8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F295A3-0633-6CBA-14FB-CDD1976171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70F0BC-BAA0-53AF-D9D6-22D716E9F7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338939-B4DD-AE96-29E3-4F2CF1FD16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B1A5AA-1F2F-A6A1-CB67-648EE35F4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2976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8B37A5-AD2C-80A5-08AE-0E850DCA4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AAB5570-A019-49B2-1B72-9C00B163CC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47C581-EADA-02D5-EE85-B525E75D08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651990-2DDD-D33F-E04B-98323CE92A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B5C390-3A2D-ACD5-5CC5-53DB5C52BF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A17CA0-9306-47F2-1651-B8DA3C0C0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28294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B75CBB-5FDB-B4BF-513F-4C0E01EAE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1A122A4-372B-8053-9244-AED2F0595B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13CC97-EDBA-C07A-1FC2-6593344F11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C155E-FB29-EC6E-F6B4-047A8C1A17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DD764B-89B3-CF9C-CCF9-D64AF8E4B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964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2C4824-A74D-79F3-0E0D-598064CAB07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DFAFECA-97A7-F567-F16C-065E531388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0F9F9F-421C-1DFF-2318-CF74443E5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5643F6-0BE0-3ECF-6D77-1687E86693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54EE2D-C3D8-9F25-3657-0306C7039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4501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A6C8FE6-52A3-BC2D-072A-E1BCDE91EE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054699-3100-4FEB-2F61-8C62552073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24C976-B08F-F287-A0F8-0883F7A5F27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16CC03-B68F-4642-A2B8-7A8633A67F21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740DCB-2E77-E174-93DB-1906EBDA57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9C1B6F-712D-8C5B-F89E-63F264A3AE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10173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0.png"/><Relationship Id="rId13" Type="http://schemas.openxmlformats.org/officeDocument/2006/relationships/image" Target="../media/image14.png"/><Relationship Id="rId3" Type="http://schemas.openxmlformats.org/officeDocument/2006/relationships/image" Target="../media/image50.png"/><Relationship Id="rId7" Type="http://schemas.openxmlformats.org/officeDocument/2006/relationships/image" Target="../media/image90.png"/><Relationship Id="rId12" Type="http://schemas.openxmlformats.org/officeDocument/2006/relationships/image" Target="../media/image13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0.png"/><Relationship Id="rId11" Type="http://schemas.openxmlformats.org/officeDocument/2006/relationships/image" Target="../media/image12.png"/><Relationship Id="rId5" Type="http://schemas.openxmlformats.org/officeDocument/2006/relationships/image" Target="../media/image70.png"/><Relationship Id="rId10" Type="http://schemas.openxmlformats.org/officeDocument/2006/relationships/image" Target="../media/image11.png"/><Relationship Id="rId4" Type="http://schemas.openxmlformats.org/officeDocument/2006/relationships/image" Target="../media/image60.png"/><Relationship Id="rId1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0.png"/><Relationship Id="rId13" Type="http://schemas.openxmlformats.org/officeDocument/2006/relationships/image" Target="../media/image14.png"/><Relationship Id="rId3" Type="http://schemas.openxmlformats.org/officeDocument/2006/relationships/image" Target="../media/image50.png"/><Relationship Id="rId7" Type="http://schemas.openxmlformats.org/officeDocument/2006/relationships/image" Target="../media/image90.png"/><Relationship Id="rId12" Type="http://schemas.openxmlformats.org/officeDocument/2006/relationships/image" Target="../media/image13.png"/><Relationship Id="rId2" Type="http://schemas.openxmlformats.org/officeDocument/2006/relationships/image" Target="../media/image40.png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0.png"/><Relationship Id="rId11" Type="http://schemas.openxmlformats.org/officeDocument/2006/relationships/image" Target="../media/image12.png"/><Relationship Id="rId5" Type="http://schemas.openxmlformats.org/officeDocument/2006/relationships/image" Target="../media/image70.png"/><Relationship Id="rId15" Type="http://schemas.openxmlformats.org/officeDocument/2006/relationships/image" Target="../media/image10.png"/><Relationship Id="rId10" Type="http://schemas.openxmlformats.org/officeDocument/2006/relationships/image" Target="../media/image11.png"/><Relationship Id="rId4" Type="http://schemas.openxmlformats.org/officeDocument/2006/relationships/image" Target="../media/image60.png"/><Relationship Id="rId1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0.png"/><Relationship Id="rId13" Type="http://schemas.openxmlformats.org/officeDocument/2006/relationships/image" Target="../media/image14.png"/><Relationship Id="rId3" Type="http://schemas.openxmlformats.org/officeDocument/2006/relationships/image" Target="../media/image50.png"/><Relationship Id="rId7" Type="http://schemas.openxmlformats.org/officeDocument/2006/relationships/image" Target="../media/image90.png"/><Relationship Id="rId12" Type="http://schemas.openxmlformats.org/officeDocument/2006/relationships/image" Target="../media/image13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0.png"/><Relationship Id="rId11" Type="http://schemas.openxmlformats.org/officeDocument/2006/relationships/image" Target="../media/image12.png"/><Relationship Id="rId5" Type="http://schemas.openxmlformats.org/officeDocument/2006/relationships/image" Target="../media/image70.png"/><Relationship Id="rId10" Type="http://schemas.openxmlformats.org/officeDocument/2006/relationships/image" Target="../media/image11.png"/><Relationship Id="rId4" Type="http://schemas.openxmlformats.org/officeDocument/2006/relationships/image" Target="../media/image60.png"/><Relationship Id="rId1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08487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extBox 52">
            <a:extLst>
              <a:ext uri="{FF2B5EF4-FFF2-40B4-BE49-F238E27FC236}">
                <a16:creationId xmlns:a16="http://schemas.microsoft.com/office/drawing/2014/main" id="{5913AFFF-7AF8-9C8A-344F-602999E65A7D}"/>
              </a:ext>
            </a:extLst>
          </p:cNvPr>
          <p:cNvSpPr txBox="1"/>
          <p:nvPr/>
        </p:nvSpPr>
        <p:spPr>
          <a:xfrm>
            <a:off x="590326" y="802805"/>
            <a:ext cx="11011348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Alice" panose="00000500000000000000" pitchFamily="2" charset="0"/>
              </a:rPr>
              <a:t>Why three dimensions?</a:t>
            </a:r>
            <a:endParaRPr lang="en-US" sz="7200" dirty="0">
              <a:latin typeface="Alice" panose="00000500000000000000" pitchFamily="2" charset="0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17084B4-9785-DF7D-5B60-9DEA93F9D30F}"/>
              </a:ext>
            </a:extLst>
          </p:cNvPr>
          <p:cNvCxnSpPr/>
          <p:nvPr/>
        </p:nvCxnSpPr>
        <p:spPr>
          <a:xfrm flipV="1">
            <a:off x="6383708" y="2982482"/>
            <a:ext cx="0" cy="174334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47AD5CD-B1F6-4BF2-821C-5A297BE44276}"/>
              </a:ext>
            </a:extLst>
          </p:cNvPr>
          <p:cNvCxnSpPr/>
          <p:nvPr/>
        </p:nvCxnSpPr>
        <p:spPr>
          <a:xfrm flipH="1">
            <a:off x="5187297" y="4725824"/>
            <a:ext cx="1196411" cy="106822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597CB34-EEF6-CEF6-CA5A-22CEE0510505}"/>
              </a:ext>
            </a:extLst>
          </p:cNvPr>
          <p:cNvCxnSpPr>
            <a:cxnSpLocks/>
          </p:cNvCxnSpPr>
          <p:nvPr/>
        </p:nvCxnSpPr>
        <p:spPr>
          <a:xfrm rot="5400000" flipV="1">
            <a:off x="7255379" y="3854153"/>
            <a:ext cx="0" cy="174334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B7EDB65-E152-863E-5540-F330F50D671C}"/>
                  </a:ext>
                </a:extLst>
              </p:cNvPr>
              <p:cNvSpPr txBox="1"/>
              <p:nvPr/>
            </p:nvSpPr>
            <p:spPr>
              <a:xfrm>
                <a:off x="5272755" y="5563217"/>
                <a:ext cx="42639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B7EDB65-E152-863E-5540-F330F50D67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2755" y="5563217"/>
                <a:ext cx="426399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8FDA6EF-EE63-5612-E432-92ADAC746176}"/>
                  </a:ext>
                </a:extLst>
              </p:cNvPr>
              <p:cNvSpPr txBox="1"/>
              <p:nvPr/>
            </p:nvSpPr>
            <p:spPr>
              <a:xfrm>
                <a:off x="8031622" y="4264159"/>
                <a:ext cx="43037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8FDA6EF-EE63-5612-E432-92ADAC7461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1622" y="4264159"/>
                <a:ext cx="430374" cy="461665"/>
              </a:xfrm>
              <a:prstGeom prst="rect">
                <a:avLst/>
              </a:prstGeom>
              <a:blipFill>
                <a:blip r:embed="rId3"/>
                <a:stretch>
                  <a:fillRect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AEEFBD7-3413-01D2-994F-35EABE835D97}"/>
                  </a:ext>
                </a:extLst>
              </p:cNvPr>
              <p:cNvSpPr txBox="1"/>
              <p:nvPr/>
            </p:nvSpPr>
            <p:spPr>
              <a:xfrm>
                <a:off x="5953334" y="2674544"/>
                <a:ext cx="40793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AEEFBD7-3413-01D2-994F-35EABE835D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3334" y="2674544"/>
                <a:ext cx="407932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377662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A2439504-C67A-FA46-4DE4-8A2E69AB3F24}"/>
              </a:ext>
            </a:extLst>
          </p:cNvPr>
          <p:cNvGrpSpPr/>
          <p:nvPr/>
        </p:nvGrpSpPr>
        <p:grpSpPr>
          <a:xfrm>
            <a:off x="2687855" y="316819"/>
            <a:ext cx="6816290" cy="5417863"/>
            <a:chOff x="2687855" y="682008"/>
            <a:chExt cx="6816290" cy="5417863"/>
          </a:xfrm>
        </p:grpSpPr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5913AFFF-7AF8-9C8A-344F-602999E65A7D}"/>
                </a:ext>
              </a:extLst>
            </p:cNvPr>
            <p:cNvSpPr txBox="1"/>
            <p:nvPr/>
          </p:nvSpPr>
          <p:spPr>
            <a:xfrm>
              <a:off x="2687855" y="682008"/>
              <a:ext cx="6816290" cy="18620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500" dirty="0">
                  <a:latin typeface="Alice" panose="00000500000000000000" pitchFamily="2" charset="0"/>
                </a:rPr>
                <a:t>Geometry</a:t>
              </a:r>
              <a:endParaRPr lang="en-US" sz="9600" dirty="0">
                <a:latin typeface="Alice" panose="00000500000000000000" pitchFamily="2" charset="0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71E5EA0-9A02-E2F1-49B5-55E7D0DBB8A7}"/>
                </a:ext>
              </a:extLst>
            </p:cNvPr>
            <p:cNvSpPr txBox="1"/>
            <p:nvPr/>
          </p:nvSpPr>
          <p:spPr>
            <a:xfrm>
              <a:off x="3289783" y="4237823"/>
              <a:ext cx="5612434" cy="18620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500" dirty="0">
                  <a:latin typeface="Alice" panose="00000500000000000000" pitchFamily="2" charset="0"/>
                </a:rPr>
                <a:t>Entropy</a:t>
              </a:r>
              <a:endParaRPr lang="en-US" sz="9600" dirty="0">
                <a:latin typeface="Alice" panose="00000500000000000000" pitchFamily="2" charset="0"/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568723A-0705-1776-BD4C-FAE9873A7DF7}"/>
                </a:ext>
              </a:extLst>
            </p:cNvPr>
            <p:cNvSpPr txBox="1"/>
            <p:nvPr/>
          </p:nvSpPr>
          <p:spPr>
            <a:xfrm>
              <a:off x="5586887" y="2667664"/>
              <a:ext cx="1018227" cy="14465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800" dirty="0">
                  <a:latin typeface="Alice" panose="00000500000000000000" pitchFamily="2" charset="0"/>
                </a:rPr>
                <a:t>is</a:t>
              </a:r>
              <a:endParaRPr lang="en-US" sz="8000" dirty="0">
                <a:latin typeface="Alice" panose="00000500000000000000" pitchFamily="2" charset="0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83341CC2-4785-C18F-9D72-E336BC0207D9}"/>
              </a:ext>
            </a:extLst>
          </p:cNvPr>
          <p:cNvSpPr txBox="1"/>
          <p:nvPr/>
        </p:nvSpPr>
        <p:spPr>
          <a:xfrm>
            <a:off x="8217074" y="5940118"/>
            <a:ext cx="32544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… in physical theories</a:t>
            </a:r>
          </a:p>
        </p:txBody>
      </p:sp>
    </p:spTree>
    <p:extLst>
      <p:ext uri="{BB962C8B-B14F-4D97-AF65-F5344CB8AC3E}">
        <p14:creationId xmlns:p14="http://schemas.microsoft.com/office/powerpoint/2010/main" val="8034517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ACA122-FFA2-A6F0-E6D6-4DA506C7BC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extBox 52">
            <a:extLst>
              <a:ext uri="{FF2B5EF4-FFF2-40B4-BE49-F238E27FC236}">
                <a16:creationId xmlns:a16="http://schemas.microsoft.com/office/drawing/2014/main" id="{84012976-C469-E351-2668-A911E553E77E}"/>
              </a:ext>
            </a:extLst>
          </p:cNvPr>
          <p:cNvSpPr txBox="1"/>
          <p:nvPr/>
        </p:nvSpPr>
        <p:spPr>
          <a:xfrm>
            <a:off x="1376429" y="353666"/>
            <a:ext cx="9619941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500" dirty="0">
                <a:latin typeface="Alice" panose="00000500000000000000" pitchFamily="2" charset="0"/>
              </a:rPr>
              <a:t>Hilbert spaces</a:t>
            </a:r>
            <a:endParaRPr lang="en-US" sz="9600" dirty="0">
              <a:latin typeface="Alice" panose="00000500000000000000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47101D-78AA-2F9B-6A61-80CFADBA8073}"/>
              </a:ext>
            </a:extLst>
          </p:cNvPr>
          <p:cNvSpPr txBox="1"/>
          <p:nvPr/>
        </p:nvSpPr>
        <p:spPr>
          <a:xfrm>
            <a:off x="1248188" y="2215959"/>
            <a:ext cx="9876422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500" dirty="0">
                <a:latin typeface="Alice" panose="00000500000000000000" pitchFamily="2" charset="0"/>
              </a:rPr>
              <a:t>are unphysical</a:t>
            </a:r>
            <a:endParaRPr lang="en-US" sz="9600" dirty="0">
              <a:latin typeface="Alice" panose="00000500000000000000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A53912-0705-8959-4FAD-471375DA72FA}"/>
              </a:ext>
            </a:extLst>
          </p:cNvPr>
          <p:cNvSpPr txBox="1"/>
          <p:nvPr/>
        </p:nvSpPr>
        <p:spPr>
          <a:xfrm>
            <a:off x="6798474" y="4297736"/>
            <a:ext cx="50626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… for quantum mechanics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50003E04-B322-3B9C-1C31-31A9DCC89EBA}"/>
                  </a:ext>
                </a:extLst>
              </p:cNvPr>
              <p:cNvSpPr txBox="1"/>
              <p:nvPr/>
            </p:nvSpPr>
            <p:spPr>
              <a:xfrm>
                <a:off x="3193443" y="5392395"/>
                <a:ext cx="5805115" cy="75386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sz="4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4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𝜓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US" sz="4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4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  <m:r>
                          <a:rPr lang="en-US" sz="4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</m:d>
                    <m:r>
                      <a:rPr lang="en-US" sz="44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→∞/</m:t>
                    </m:r>
                  </m:oMath>
                </a14:m>
                <a:r>
                  <a:rPr lang="en-US" sz="3600" dirty="0">
                    <a:solidFill>
                      <a:srgbClr val="C00000"/>
                    </a:solidFill>
                  </a:rPr>
                  <a:t>undefined</a:t>
                </a:r>
                <a:endParaRPr lang="en-US" sz="4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50003E04-B322-3B9C-1C31-31A9DCC89E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3443" y="5392395"/>
                <a:ext cx="5805115" cy="753861"/>
              </a:xfrm>
              <a:prstGeom prst="rect">
                <a:avLst/>
              </a:prstGeom>
              <a:blipFill>
                <a:blip r:embed="rId2"/>
                <a:stretch>
                  <a:fillRect r="-2206" b="-292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691352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6C10C-2E50-4167-9E6B-92491F0F6D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extBox 52">
            <a:extLst>
              <a:ext uri="{FF2B5EF4-FFF2-40B4-BE49-F238E27FC236}">
                <a16:creationId xmlns:a16="http://schemas.microsoft.com/office/drawing/2014/main" id="{64309E8F-EA9A-F02E-1AE7-6C9707FF1973}"/>
              </a:ext>
            </a:extLst>
          </p:cNvPr>
          <p:cNvSpPr txBox="1"/>
          <p:nvPr/>
        </p:nvSpPr>
        <p:spPr>
          <a:xfrm>
            <a:off x="337851" y="285299"/>
            <a:ext cx="1151629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600" dirty="0">
                <a:latin typeface="Alice" panose="00000500000000000000" pitchFamily="2" charset="0"/>
              </a:rPr>
              <a:t>Negative probability</a:t>
            </a:r>
            <a:endParaRPr lang="en-US" sz="8800" dirty="0">
              <a:latin typeface="Alice" panose="00000500000000000000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6F8D85-F198-4164-890B-2E19DF092899}"/>
              </a:ext>
            </a:extLst>
          </p:cNvPr>
          <p:cNvSpPr txBox="1"/>
          <p:nvPr/>
        </p:nvSpPr>
        <p:spPr>
          <a:xfrm>
            <a:off x="750624" y="1977374"/>
            <a:ext cx="10690747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Alice" panose="00000500000000000000" pitchFamily="2" charset="0"/>
              </a:rPr>
              <a:t>in quantum mechanics</a:t>
            </a:r>
            <a:endParaRPr lang="en-US" sz="7200" dirty="0">
              <a:latin typeface="Alice" panose="00000500000000000000" pitchFamily="2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C488E38-A784-2957-46C8-D24395FD0C37}"/>
              </a:ext>
            </a:extLst>
          </p:cNvPr>
          <p:cNvGrpSpPr/>
          <p:nvPr/>
        </p:nvGrpSpPr>
        <p:grpSpPr>
          <a:xfrm>
            <a:off x="1947164" y="3717813"/>
            <a:ext cx="1391518" cy="1323440"/>
            <a:chOff x="2789303" y="1586577"/>
            <a:chExt cx="3299411" cy="3299413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EFB116E6-21DE-43C5-4400-DB3C128A2B71}"/>
                </a:ext>
              </a:extLst>
            </p:cNvPr>
            <p:cNvSpPr/>
            <p:nvPr/>
          </p:nvSpPr>
          <p:spPr>
            <a:xfrm rot="16200000">
              <a:off x="4011275" y="2290465"/>
              <a:ext cx="862365" cy="3063237"/>
            </a:xfrm>
            <a:prstGeom prst="ellipse">
              <a:avLst/>
            </a:prstGeom>
            <a:noFill/>
            <a:ln w="28575">
              <a:solidFill>
                <a:schemeClr val="accent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AE63ABE-F33A-3256-41AB-6763873D469E}"/>
                </a:ext>
              </a:extLst>
            </p:cNvPr>
            <p:cNvSpPr/>
            <p:nvPr/>
          </p:nvSpPr>
          <p:spPr>
            <a:xfrm>
              <a:off x="3481235" y="1586577"/>
              <a:ext cx="1915541" cy="3299410"/>
            </a:xfrm>
            <a:prstGeom prst="ellipse">
              <a:avLst/>
            </a:prstGeom>
            <a:noFill/>
            <a:ln w="28575">
              <a:solidFill>
                <a:schemeClr val="accent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C4336D56-03B3-1F03-5EDF-035FC0F169E2}"/>
                </a:ext>
              </a:extLst>
            </p:cNvPr>
            <p:cNvGrpSpPr/>
            <p:nvPr/>
          </p:nvGrpSpPr>
          <p:grpSpPr>
            <a:xfrm>
              <a:off x="3014640" y="1613430"/>
              <a:ext cx="2696625" cy="2612985"/>
              <a:chOff x="3393746" y="1561122"/>
              <a:chExt cx="4452938" cy="4314824"/>
            </a:xfrm>
          </p:grpSpPr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9B07F02A-5D6F-6240-F608-FB6F5AFCF229}"/>
                  </a:ext>
                </a:extLst>
              </p:cNvPr>
              <p:cNvSpPr/>
              <p:nvPr/>
            </p:nvSpPr>
            <p:spPr>
              <a:xfrm>
                <a:off x="3393746" y="1561122"/>
                <a:ext cx="4452938" cy="4314824"/>
              </a:xfrm>
              <a:custGeom>
                <a:avLst/>
                <a:gdLst>
                  <a:gd name="connsiteX0" fmla="*/ 2371725 w 4438650"/>
                  <a:gd name="connsiteY0" fmla="*/ 0 h 4310062"/>
                  <a:gd name="connsiteX1" fmla="*/ 4438650 w 4438650"/>
                  <a:gd name="connsiteY1" fmla="*/ 3252787 h 4310062"/>
                  <a:gd name="connsiteX2" fmla="*/ 2700337 w 4438650"/>
                  <a:gd name="connsiteY2" fmla="*/ 4310062 h 4310062"/>
                  <a:gd name="connsiteX3" fmla="*/ 0 w 4438650"/>
                  <a:gd name="connsiteY3" fmla="*/ 3371850 h 4310062"/>
                  <a:gd name="connsiteX4" fmla="*/ 2371725 w 4438650"/>
                  <a:gd name="connsiteY4" fmla="*/ 0 h 4310062"/>
                  <a:gd name="connsiteX0" fmla="*/ 2386013 w 4438650"/>
                  <a:gd name="connsiteY0" fmla="*/ 0 h 4319587"/>
                  <a:gd name="connsiteX1" fmla="*/ 4438650 w 4438650"/>
                  <a:gd name="connsiteY1" fmla="*/ 3262312 h 4319587"/>
                  <a:gd name="connsiteX2" fmla="*/ 2700337 w 4438650"/>
                  <a:gd name="connsiteY2" fmla="*/ 4319587 h 4319587"/>
                  <a:gd name="connsiteX3" fmla="*/ 0 w 4438650"/>
                  <a:gd name="connsiteY3" fmla="*/ 3381375 h 4319587"/>
                  <a:gd name="connsiteX4" fmla="*/ 2386013 w 4438650"/>
                  <a:gd name="connsiteY4" fmla="*/ 0 h 4319587"/>
                  <a:gd name="connsiteX0" fmla="*/ 2386013 w 4457700"/>
                  <a:gd name="connsiteY0" fmla="*/ 0 h 4319587"/>
                  <a:gd name="connsiteX1" fmla="*/ 4457700 w 4457700"/>
                  <a:gd name="connsiteY1" fmla="*/ 3281362 h 4319587"/>
                  <a:gd name="connsiteX2" fmla="*/ 2700337 w 4457700"/>
                  <a:gd name="connsiteY2" fmla="*/ 4319587 h 4319587"/>
                  <a:gd name="connsiteX3" fmla="*/ 0 w 4457700"/>
                  <a:gd name="connsiteY3" fmla="*/ 3381375 h 4319587"/>
                  <a:gd name="connsiteX4" fmla="*/ 2386013 w 4457700"/>
                  <a:gd name="connsiteY4" fmla="*/ 0 h 4319587"/>
                  <a:gd name="connsiteX0" fmla="*/ 2386013 w 4443412"/>
                  <a:gd name="connsiteY0" fmla="*/ 0 h 4319587"/>
                  <a:gd name="connsiteX1" fmla="*/ 4443412 w 4443412"/>
                  <a:gd name="connsiteY1" fmla="*/ 3295649 h 4319587"/>
                  <a:gd name="connsiteX2" fmla="*/ 2700337 w 4443412"/>
                  <a:gd name="connsiteY2" fmla="*/ 4319587 h 4319587"/>
                  <a:gd name="connsiteX3" fmla="*/ 0 w 4443412"/>
                  <a:gd name="connsiteY3" fmla="*/ 3381375 h 4319587"/>
                  <a:gd name="connsiteX4" fmla="*/ 2386013 w 4443412"/>
                  <a:gd name="connsiteY4" fmla="*/ 0 h 4319587"/>
                  <a:gd name="connsiteX0" fmla="*/ 2386013 w 4457700"/>
                  <a:gd name="connsiteY0" fmla="*/ 0 h 4319587"/>
                  <a:gd name="connsiteX1" fmla="*/ 4457700 w 4457700"/>
                  <a:gd name="connsiteY1" fmla="*/ 3276599 h 4319587"/>
                  <a:gd name="connsiteX2" fmla="*/ 2700337 w 4457700"/>
                  <a:gd name="connsiteY2" fmla="*/ 4319587 h 4319587"/>
                  <a:gd name="connsiteX3" fmla="*/ 0 w 4457700"/>
                  <a:gd name="connsiteY3" fmla="*/ 3381375 h 4319587"/>
                  <a:gd name="connsiteX4" fmla="*/ 2386013 w 4457700"/>
                  <a:gd name="connsiteY4" fmla="*/ 0 h 4319587"/>
                  <a:gd name="connsiteX0" fmla="*/ 2386013 w 4448175"/>
                  <a:gd name="connsiteY0" fmla="*/ 0 h 4319587"/>
                  <a:gd name="connsiteX1" fmla="*/ 4448175 w 4448175"/>
                  <a:gd name="connsiteY1" fmla="*/ 3290887 h 4319587"/>
                  <a:gd name="connsiteX2" fmla="*/ 2700337 w 4448175"/>
                  <a:gd name="connsiteY2" fmla="*/ 4319587 h 4319587"/>
                  <a:gd name="connsiteX3" fmla="*/ 0 w 4448175"/>
                  <a:gd name="connsiteY3" fmla="*/ 3381375 h 4319587"/>
                  <a:gd name="connsiteX4" fmla="*/ 2386013 w 4448175"/>
                  <a:gd name="connsiteY4" fmla="*/ 0 h 4319587"/>
                  <a:gd name="connsiteX0" fmla="*/ 2386013 w 4314825"/>
                  <a:gd name="connsiteY0" fmla="*/ 0 h 4319587"/>
                  <a:gd name="connsiteX1" fmla="*/ 4314825 w 4314825"/>
                  <a:gd name="connsiteY1" fmla="*/ 3333750 h 4319587"/>
                  <a:gd name="connsiteX2" fmla="*/ 2700337 w 4314825"/>
                  <a:gd name="connsiteY2" fmla="*/ 4319587 h 4319587"/>
                  <a:gd name="connsiteX3" fmla="*/ 0 w 4314825"/>
                  <a:gd name="connsiteY3" fmla="*/ 3381375 h 4319587"/>
                  <a:gd name="connsiteX4" fmla="*/ 2386013 w 4314825"/>
                  <a:gd name="connsiteY4" fmla="*/ 0 h 4319587"/>
                  <a:gd name="connsiteX0" fmla="*/ 2386013 w 4452938"/>
                  <a:gd name="connsiteY0" fmla="*/ 0 h 4319587"/>
                  <a:gd name="connsiteX1" fmla="*/ 4452938 w 4452938"/>
                  <a:gd name="connsiteY1" fmla="*/ 3276600 h 4319587"/>
                  <a:gd name="connsiteX2" fmla="*/ 2700337 w 4452938"/>
                  <a:gd name="connsiteY2" fmla="*/ 4319587 h 4319587"/>
                  <a:gd name="connsiteX3" fmla="*/ 0 w 4452938"/>
                  <a:gd name="connsiteY3" fmla="*/ 3381375 h 4319587"/>
                  <a:gd name="connsiteX4" fmla="*/ 2386013 w 4452938"/>
                  <a:gd name="connsiteY4" fmla="*/ 0 h 4319587"/>
                  <a:gd name="connsiteX0" fmla="*/ 2290763 w 4452938"/>
                  <a:gd name="connsiteY0" fmla="*/ 0 h 4414837"/>
                  <a:gd name="connsiteX1" fmla="*/ 4452938 w 4452938"/>
                  <a:gd name="connsiteY1" fmla="*/ 3371850 h 4414837"/>
                  <a:gd name="connsiteX2" fmla="*/ 2700337 w 4452938"/>
                  <a:gd name="connsiteY2" fmla="*/ 4414837 h 4414837"/>
                  <a:gd name="connsiteX3" fmla="*/ 0 w 4452938"/>
                  <a:gd name="connsiteY3" fmla="*/ 3476625 h 4414837"/>
                  <a:gd name="connsiteX4" fmla="*/ 2290763 w 4452938"/>
                  <a:gd name="connsiteY4" fmla="*/ 0 h 4414837"/>
                  <a:gd name="connsiteX0" fmla="*/ 2376488 w 4452938"/>
                  <a:gd name="connsiteY0" fmla="*/ 0 h 4314824"/>
                  <a:gd name="connsiteX1" fmla="*/ 4452938 w 4452938"/>
                  <a:gd name="connsiteY1" fmla="*/ 3271837 h 4314824"/>
                  <a:gd name="connsiteX2" fmla="*/ 2700337 w 4452938"/>
                  <a:gd name="connsiteY2" fmla="*/ 4314824 h 4314824"/>
                  <a:gd name="connsiteX3" fmla="*/ 0 w 4452938"/>
                  <a:gd name="connsiteY3" fmla="*/ 3376612 h 4314824"/>
                  <a:gd name="connsiteX4" fmla="*/ 2376488 w 4452938"/>
                  <a:gd name="connsiteY4" fmla="*/ 0 h 43148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52938" h="4314824">
                    <a:moveTo>
                      <a:pt x="2376488" y="0"/>
                    </a:moveTo>
                    <a:lnTo>
                      <a:pt x="4452938" y="3271837"/>
                    </a:lnTo>
                    <a:lnTo>
                      <a:pt x="2700337" y="4314824"/>
                    </a:lnTo>
                    <a:lnTo>
                      <a:pt x="0" y="3376612"/>
                    </a:lnTo>
                    <a:lnTo>
                      <a:pt x="2376488" y="0"/>
                    </a:ln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54AB6B1D-B43E-057F-6EE6-6EE4CAF75585}"/>
                  </a:ext>
                </a:extLst>
              </p:cNvPr>
              <p:cNvCxnSpPr>
                <a:stCxn id="19" idx="3"/>
                <a:endCxn id="19" idx="1"/>
              </p:cNvCxnSpPr>
              <p:nvPr/>
            </p:nvCxnSpPr>
            <p:spPr>
              <a:xfrm flipV="1">
                <a:off x="3393746" y="4832959"/>
                <a:ext cx="4452938" cy="104775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3238677D-B5E3-09A4-30D3-21633B972146}"/>
                  </a:ext>
                </a:extLst>
              </p:cNvPr>
              <p:cNvCxnSpPr>
                <a:cxnSpLocks/>
                <a:stCxn id="19" idx="0"/>
                <a:endCxn id="19" idx="2"/>
              </p:cNvCxnSpPr>
              <p:nvPr/>
            </p:nvCxnSpPr>
            <p:spPr>
              <a:xfrm>
                <a:off x="5770234" y="1561122"/>
                <a:ext cx="323849" cy="4314824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" name="Oval 9">
              <a:extLst>
                <a:ext uri="{FF2B5EF4-FFF2-40B4-BE49-F238E27FC236}">
                  <a16:creationId xmlns:a16="http://schemas.microsoft.com/office/drawing/2014/main" id="{A3321E47-16CD-EEDD-EDCA-40C64E8C0922}"/>
                </a:ext>
              </a:extLst>
            </p:cNvPr>
            <p:cNvSpPr/>
            <p:nvPr/>
          </p:nvSpPr>
          <p:spPr>
            <a:xfrm rot="16200000" flipH="1">
              <a:off x="4226868" y="2506055"/>
              <a:ext cx="431183" cy="3063240"/>
            </a:xfrm>
            <a:custGeom>
              <a:avLst/>
              <a:gdLst>
                <a:gd name="connsiteX0" fmla="*/ 0 w 687355"/>
                <a:gd name="connsiteY0" fmla="*/ 555172 h 1110343"/>
                <a:gd name="connsiteX1" fmla="*/ 343678 w 687355"/>
                <a:gd name="connsiteY1" fmla="*/ 0 h 1110343"/>
                <a:gd name="connsiteX2" fmla="*/ 687356 w 687355"/>
                <a:gd name="connsiteY2" fmla="*/ 555172 h 1110343"/>
                <a:gd name="connsiteX3" fmla="*/ 343678 w 687355"/>
                <a:gd name="connsiteY3" fmla="*/ 1110344 h 1110343"/>
                <a:gd name="connsiteX4" fmla="*/ 0 w 687355"/>
                <a:gd name="connsiteY4" fmla="*/ 555172 h 1110343"/>
                <a:gd name="connsiteX0" fmla="*/ 0 w 687356"/>
                <a:gd name="connsiteY0" fmla="*/ 555172 h 1110344"/>
                <a:gd name="connsiteX1" fmla="*/ 343678 w 687356"/>
                <a:gd name="connsiteY1" fmla="*/ 0 h 1110344"/>
                <a:gd name="connsiteX2" fmla="*/ 687356 w 687356"/>
                <a:gd name="connsiteY2" fmla="*/ 555172 h 1110344"/>
                <a:gd name="connsiteX3" fmla="*/ 343678 w 687356"/>
                <a:gd name="connsiteY3" fmla="*/ 1110344 h 1110344"/>
                <a:gd name="connsiteX4" fmla="*/ 91440 w 687356"/>
                <a:gd name="connsiteY4" fmla="*/ 646612 h 1110344"/>
                <a:gd name="connsiteX0" fmla="*/ 0 w 687356"/>
                <a:gd name="connsiteY0" fmla="*/ 555172 h 1110344"/>
                <a:gd name="connsiteX1" fmla="*/ 343678 w 687356"/>
                <a:gd name="connsiteY1" fmla="*/ 0 h 1110344"/>
                <a:gd name="connsiteX2" fmla="*/ 687356 w 687356"/>
                <a:gd name="connsiteY2" fmla="*/ 555172 h 1110344"/>
                <a:gd name="connsiteX3" fmla="*/ 343678 w 687356"/>
                <a:gd name="connsiteY3" fmla="*/ 1110344 h 1110344"/>
                <a:gd name="connsiteX0" fmla="*/ 0 w 343678"/>
                <a:gd name="connsiteY0" fmla="*/ 0 h 1110344"/>
                <a:gd name="connsiteX1" fmla="*/ 343678 w 343678"/>
                <a:gd name="connsiteY1" fmla="*/ 555172 h 1110344"/>
                <a:gd name="connsiteX2" fmla="*/ 0 w 343678"/>
                <a:gd name="connsiteY2" fmla="*/ 1110344 h 1110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3678" h="1110344">
                  <a:moveTo>
                    <a:pt x="0" y="0"/>
                  </a:moveTo>
                  <a:cubicBezTo>
                    <a:pt x="189808" y="0"/>
                    <a:pt x="343678" y="248559"/>
                    <a:pt x="343678" y="555172"/>
                  </a:cubicBezTo>
                  <a:cubicBezTo>
                    <a:pt x="343678" y="861785"/>
                    <a:pt x="189808" y="1110344"/>
                    <a:pt x="0" y="1110344"/>
                  </a:cubicBezTo>
                </a:path>
              </a:pathLst>
            </a:custGeom>
            <a:noFill/>
            <a:ln w="28575">
              <a:solidFill>
                <a:schemeClr val="accent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lt1"/>
                </a:solidFill>
              </a:endParaRP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518D377-4655-CF15-4930-E54E2D673B7F}"/>
                </a:ext>
              </a:extLst>
            </p:cNvPr>
            <p:cNvSpPr/>
            <p:nvPr/>
          </p:nvSpPr>
          <p:spPr>
            <a:xfrm>
              <a:off x="2789303" y="1586577"/>
              <a:ext cx="3299409" cy="3299410"/>
            </a:xfrm>
            <a:prstGeom prst="ellips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31">
              <a:extLst>
                <a:ext uri="{FF2B5EF4-FFF2-40B4-BE49-F238E27FC236}">
                  <a16:creationId xmlns:a16="http://schemas.microsoft.com/office/drawing/2014/main" id="{EF91B0A0-FD93-154F-BA21-EF0BB271C496}"/>
                </a:ext>
              </a:extLst>
            </p:cNvPr>
            <p:cNvSpPr/>
            <p:nvPr/>
          </p:nvSpPr>
          <p:spPr>
            <a:xfrm>
              <a:off x="2789303" y="1586579"/>
              <a:ext cx="3299409" cy="1649705"/>
            </a:xfrm>
            <a:custGeom>
              <a:avLst/>
              <a:gdLst>
                <a:gd name="connsiteX0" fmla="*/ 0 w 1916264"/>
                <a:gd name="connsiteY0" fmla="*/ 958132 h 1916264"/>
                <a:gd name="connsiteX1" fmla="*/ 958132 w 1916264"/>
                <a:gd name="connsiteY1" fmla="*/ 0 h 1916264"/>
                <a:gd name="connsiteX2" fmla="*/ 1916264 w 1916264"/>
                <a:gd name="connsiteY2" fmla="*/ 958132 h 1916264"/>
                <a:gd name="connsiteX3" fmla="*/ 958132 w 1916264"/>
                <a:gd name="connsiteY3" fmla="*/ 1916264 h 1916264"/>
                <a:gd name="connsiteX4" fmla="*/ 0 w 1916264"/>
                <a:gd name="connsiteY4" fmla="*/ 958132 h 1916264"/>
                <a:gd name="connsiteX0" fmla="*/ 958132 w 1916264"/>
                <a:gd name="connsiteY0" fmla="*/ 1916264 h 2007704"/>
                <a:gd name="connsiteX1" fmla="*/ 0 w 1916264"/>
                <a:gd name="connsiteY1" fmla="*/ 958132 h 2007704"/>
                <a:gd name="connsiteX2" fmla="*/ 958132 w 1916264"/>
                <a:gd name="connsiteY2" fmla="*/ 0 h 2007704"/>
                <a:gd name="connsiteX3" fmla="*/ 1916264 w 1916264"/>
                <a:gd name="connsiteY3" fmla="*/ 958132 h 2007704"/>
                <a:gd name="connsiteX4" fmla="*/ 1049572 w 1916264"/>
                <a:gd name="connsiteY4" fmla="*/ 2007704 h 2007704"/>
                <a:gd name="connsiteX0" fmla="*/ 958132 w 1916264"/>
                <a:gd name="connsiteY0" fmla="*/ 1916264 h 1916264"/>
                <a:gd name="connsiteX1" fmla="*/ 0 w 1916264"/>
                <a:gd name="connsiteY1" fmla="*/ 958132 h 1916264"/>
                <a:gd name="connsiteX2" fmla="*/ 958132 w 1916264"/>
                <a:gd name="connsiteY2" fmla="*/ 0 h 1916264"/>
                <a:gd name="connsiteX3" fmla="*/ 1916264 w 1916264"/>
                <a:gd name="connsiteY3" fmla="*/ 958132 h 1916264"/>
                <a:gd name="connsiteX0" fmla="*/ 0 w 1916264"/>
                <a:gd name="connsiteY0" fmla="*/ 958132 h 958132"/>
                <a:gd name="connsiteX1" fmla="*/ 958132 w 1916264"/>
                <a:gd name="connsiteY1" fmla="*/ 0 h 958132"/>
                <a:gd name="connsiteX2" fmla="*/ 1916264 w 1916264"/>
                <a:gd name="connsiteY2" fmla="*/ 958132 h 958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16264" h="958132">
                  <a:moveTo>
                    <a:pt x="0" y="958132"/>
                  </a:moveTo>
                  <a:cubicBezTo>
                    <a:pt x="0" y="428970"/>
                    <a:pt x="428970" y="0"/>
                    <a:pt x="958132" y="0"/>
                  </a:cubicBezTo>
                  <a:cubicBezTo>
                    <a:pt x="1487294" y="0"/>
                    <a:pt x="1916264" y="428970"/>
                    <a:pt x="1916264" y="958132"/>
                  </a:cubicBezTo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91EA2B88-9D08-C8FD-28EC-D6F3C8EB24CA}"/>
                </a:ext>
              </a:extLst>
            </p:cNvPr>
            <p:cNvSpPr/>
            <p:nvPr/>
          </p:nvSpPr>
          <p:spPr>
            <a:xfrm>
              <a:off x="2789303" y="1586577"/>
              <a:ext cx="3299411" cy="3299410"/>
            </a:xfrm>
            <a:prstGeom prst="ellipse">
              <a:avLst/>
            </a:pr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lt1"/>
                </a:solidFill>
              </a:endParaRPr>
            </a:p>
          </p:txBody>
        </p:sp>
        <p:sp>
          <p:nvSpPr>
            <p:cNvPr id="14" name="Oval 9">
              <a:extLst>
                <a:ext uri="{FF2B5EF4-FFF2-40B4-BE49-F238E27FC236}">
                  <a16:creationId xmlns:a16="http://schemas.microsoft.com/office/drawing/2014/main" id="{E5C6BD80-223F-D3F9-79C6-67AA3FB7D713}"/>
                </a:ext>
              </a:extLst>
            </p:cNvPr>
            <p:cNvSpPr/>
            <p:nvPr/>
          </p:nvSpPr>
          <p:spPr>
            <a:xfrm flipH="1">
              <a:off x="3481233" y="1586577"/>
              <a:ext cx="957772" cy="3299413"/>
            </a:xfrm>
            <a:custGeom>
              <a:avLst/>
              <a:gdLst>
                <a:gd name="connsiteX0" fmla="*/ 0 w 687355"/>
                <a:gd name="connsiteY0" fmla="*/ 555172 h 1110343"/>
                <a:gd name="connsiteX1" fmla="*/ 343678 w 687355"/>
                <a:gd name="connsiteY1" fmla="*/ 0 h 1110343"/>
                <a:gd name="connsiteX2" fmla="*/ 687356 w 687355"/>
                <a:gd name="connsiteY2" fmla="*/ 555172 h 1110343"/>
                <a:gd name="connsiteX3" fmla="*/ 343678 w 687355"/>
                <a:gd name="connsiteY3" fmla="*/ 1110344 h 1110343"/>
                <a:gd name="connsiteX4" fmla="*/ 0 w 687355"/>
                <a:gd name="connsiteY4" fmla="*/ 555172 h 1110343"/>
                <a:gd name="connsiteX0" fmla="*/ 0 w 687356"/>
                <a:gd name="connsiteY0" fmla="*/ 555172 h 1110344"/>
                <a:gd name="connsiteX1" fmla="*/ 343678 w 687356"/>
                <a:gd name="connsiteY1" fmla="*/ 0 h 1110344"/>
                <a:gd name="connsiteX2" fmla="*/ 687356 w 687356"/>
                <a:gd name="connsiteY2" fmla="*/ 555172 h 1110344"/>
                <a:gd name="connsiteX3" fmla="*/ 343678 w 687356"/>
                <a:gd name="connsiteY3" fmla="*/ 1110344 h 1110344"/>
                <a:gd name="connsiteX4" fmla="*/ 91440 w 687356"/>
                <a:gd name="connsiteY4" fmla="*/ 646612 h 1110344"/>
                <a:gd name="connsiteX0" fmla="*/ 0 w 687356"/>
                <a:gd name="connsiteY0" fmla="*/ 555172 h 1110344"/>
                <a:gd name="connsiteX1" fmla="*/ 343678 w 687356"/>
                <a:gd name="connsiteY1" fmla="*/ 0 h 1110344"/>
                <a:gd name="connsiteX2" fmla="*/ 687356 w 687356"/>
                <a:gd name="connsiteY2" fmla="*/ 555172 h 1110344"/>
                <a:gd name="connsiteX3" fmla="*/ 343678 w 687356"/>
                <a:gd name="connsiteY3" fmla="*/ 1110344 h 1110344"/>
                <a:gd name="connsiteX0" fmla="*/ 0 w 343678"/>
                <a:gd name="connsiteY0" fmla="*/ 0 h 1110344"/>
                <a:gd name="connsiteX1" fmla="*/ 343678 w 343678"/>
                <a:gd name="connsiteY1" fmla="*/ 555172 h 1110344"/>
                <a:gd name="connsiteX2" fmla="*/ 0 w 343678"/>
                <a:gd name="connsiteY2" fmla="*/ 1110344 h 1110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3678" h="1110344">
                  <a:moveTo>
                    <a:pt x="0" y="0"/>
                  </a:moveTo>
                  <a:cubicBezTo>
                    <a:pt x="189808" y="0"/>
                    <a:pt x="343678" y="248559"/>
                    <a:pt x="343678" y="555172"/>
                  </a:cubicBezTo>
                  <a:cubicBezTo>
                    <a:pt x="343678" y="861785"/>
                    <a:pt x="189808" y="1110344"/>
                    <a:pt x="0" y="1110344"/>
                  </a:cubicBezTo>
                </a:path>
              </a:pathLst>
            </a:custGeom>
            <a:noFill/>
            <a:ln w="28575">
              <a:solidFill>
                <a:schemeClr val="accent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lt1"/>
                </a:solidFill>
              </a:endParaRPr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969EB041-D9BC-6C2C-5EBD-012FF4FCDDB1}"/>
              </a:ext>
            </a:extLst>
          </p:cNvPr>
          <p:cNvSpPr txBox="1"/>
          <p:nvPr/>
        </p:nvSpPr>
        <p:spPr>
          <a:xfrm>
            <a:off x="3779877" y="4086013"/>
            <a:ext cx="382989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Alice" panose="00000500000000000000" pitchFamily="2" charset="0"/>
              </a:rPr>
              <a:t>Basic explanation</a:t>
            </a:r>
            <a:endParaRPr lang="en-US" sz="3200" dirty="0">
              <a:latin typeface="Alice" panose="00000500000000000000" pitchFamily="2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5EC31CE-883E-2D30-EA9D-20CCEA328C98}"/>
              </a:ext>
            </a:extLst>
          </p:cNvPr>
          <p:cNvSpPr txBox="1"/>
          <p:nvPr/>
        </p:nvSpPr>
        <p:spPr>
          <a:xfrm>
            <a:off x="3293365" y="5458253"/>
            <a:ext cx="48029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Alice" panose="00000500000000000000" pitchFamily="2" charset="0"/>
              </a:rPr>
              <a:t>Advanced explanation</a:t>
            </a:r>
            <a:endParaRPr lang="en-US" sz="3200" dirty="0">
              <a:latin typeface="Alice" panose="00000500000000000000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F05A2ED-2B5C-83B1-3885-1A672BA39EDF}"/>
                  </a:ext>
                </a:extLst>
              </p:cNvPr>
              <p:cNvSpPr txBox="1"/>
              <p:nvPr/>
            </p:nvSpPr>
            <p:spPr>
              <a:xfrm>
                <a:off x="8347616" y="5470299"/>
                <a:ext cx="3251531" cy="67499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ℏ</m:t>
                          </m:r>
                        </m:den>
                      </m:f>
                      <m:nary>
                        <m:naryPr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  <m:sup/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𝚤𝑝𝑦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/ℏ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𝑑𝑦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F05A2ED-2B5C-83B1-3885-1A672BA39E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7616" y="5470299"/>
                <a:ext cx="3251531" cy="67499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08B4ECA-DD9E-3442-C18A-4119B9023362}"/>
                  </a:ext>
                </a:extLst>
              </p:cNvPr>
              <p:cNvSpPr txBox="1"/>
              <p:nvPr/>
            </p:nvSpPr>
            <p:spPr>
              <a:xfrm>
                <a:off x="5378873" y="4772133"/>
                <a:ext cx="63190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US" sz="3200" dirty="0">
                  <a:latin typeface="Alice" panose="00000500000000000000" pitchFamily="2" charset="0"/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08B4ECA-DD9E-3442-C18A-4119B90233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8873" y="4772133"/>
                <a:ext cx="631903" cy="6463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83529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BD4B26-5FC5-71DA-A942-EEED8550E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extBox 52">
            <a:extLst>
              <a:ext uri="{FF2B5EF4-FFF2-40B4-BE49-F238E27FC236}">
                <a16:creationId xmlns:a16="http://schemas.microsoft.com/office/drawing/2014/main" id="{E23C0D87-203E-5693-2A3B-A6DFA84DD93D}"/>
              </a:ext>
            </a:extLst>
          </p:cNvPr>
          <p:cNvSpPr txBox="1"/>
          <p:nvPr/>
        </p:nvSpPr>
        <p:spPr>
          <a:xfrm>
            <a:off x="96602" y="345120"/>
            <a:ext cx="11998798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7200" dirty="0">
                <a:latin typeface="Alice" panose="00000500000000000000" pitchFamily="2" charset="0"/>
              </a:rPr>
              <a:t>Why no general time/energy</a:t>
            </a:r>
            <a:br>
              <a:rPr lang="en-US" sz="7200" dirty="0">
                <a:latin typeface="Alice" panose="00000500000000000000" pitchFamily="2" charset="0"/>
              </a:rPr>
            </a:br>
            <a:r>
              <a:rPr lang="en-US" sz="7200" dirty="0">
                <a:latin typeface="Alice" panose="00000500000000000000" pitchFamily="2" charset="0"/>
              </a:rPr>
              <a:t>uncertainty relationship?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645CB81-2EE9-0391-D01E-56A84E379B9E}"/>
                  </a:ext>
                </a:extLst>
              </p:cNvPr>
              <p:cNvSpPr txBox="1"/>
              <p:nvPr/>
            </p:nvSpPr>
            <p:spPr>
              <a:xfrm>
                <a:off x="3763855" y="2923183"/>
                <a:ext cx="4664290" cy="242168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8000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80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m:rPr>
                          <m:sty m:val="p"/>
                        </m:rPr>
                        <a:rPr lang="en-US" sz="8000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8000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8000" b="0" i="1" smtClean="0">
                          <a:latin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sz="8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8000" b="0" i="1" smtClean="0">
                              <a:latin typeface="Cambria Math" panose="02040503050406030204" pitchFamily="18" charset="0"/>
                            </a:rPr>
                            <m:t>ℏ</m:t>
                          </m:r>
                        </m:num>
                        <m:den>
                          <m:r>
                            <a:rPr lang="en-US" sz="8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7200" dirty="0">
                  <a:latin typeface="Alice" panose="00000500000000000000" pitchFamily="2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645CB81-2EE9-0391-D01E-56A84E379B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3855" y="2923183"/>
                <a:ext cx="4664290" cy="242168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47F6F3F-B2A7-6ED5-CBEA-B5C3B8DC39FC}"/>
              </a:ext>
            </a:extLst>
          </p:cNvPr>
          <p:cNvCxnSpPr>
            <a:cxnSpLocks/>
          </p:cNvCxnSpPr>
          <p:nvPr/>
        </p:nvCxnSpPr>
        <p:spPr>
          <a:xfrm flipV="1">
            <a:off x="3580688" y="3093578"/>
            <a:ext cx="4847457" cy="2251294"/>
          </a:xfrm>
          <a:prstGeom prst="line">
            <a:avLst/>
          </a:prstGeom>
          <a:ln w="762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832064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D994F-CB67-A9BB-07A2-9C03B0E530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F2AFEB67-55B3-E508-9FEA-0870A52E3ECC}"/>
              </a:ext>
            </a:extLst>
          </p:cNvPr>
          <p:cNvGrpSpPr/>
          <p:nvPr/>
        </p:nvGrpSpPr>
        <p:grpSpPr>
          <a:xfrm>
            <a:off x="3092613" y="578429"/>
            <a:ext cx="6006773" cy="5417863"/>
            <a:chOff x="2988819" y="682008"/>
            <a:chExt cx="6006773" cy="5417863"/>
          </a:xfrm>
        </p:grpSpPr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749F40CB-2D41-32F5-0DB3-87F321751A41}"/>
                </a:ext>
              </a:extLst>
            </p:cNvPr>
            <p:cNvSpPr txBox="1"/>
            <p:nvPr/>
          </p:nvSpPr>
          <p:spPr>
            <a:xfrm>
              <a:off x="3185988" y="682008"/>
              <a:ext cx="5612434" cy="18620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500" dirty="0">
                  <a:latin typeface="Alice" panose="00000500000000000000" pitchFamily="2" charset="0"/>
                </a:rPr>
                <a:t>Entropy</a:t>
              </a:r>
              <a:endParaRPr lang="en-US" sz="9600" dirty="0">
                <a:latin typeface="Alice" panose="00000500000000000000" pitchFamily="2" charset="0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956BC66-DC68-6F86-1EA1-A44DC5C26987}"/>
                </a:ext>
              </a:extLst>
            </p:cNvPr>
            <p:cNvSpPr txBox="1"/>
            <p:nvPr/>
          </p:nvSpPr>
          <p:spPr>
            <a:xfrm>
              <a:off x="2988819" y="4237823"/>
              <a:ext cx="6006773" cy="18620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500" dirty="0">
                  <a:latin typeface="Alice" panose="00000500000000000000" pitchFamily="2" charset="0"/>
                </a:rPr>
                <a:t>Disorder</a:t>
              </a:r>
              <a:endParaRPr lang="en-US" sz="9600" dirty="0">
                <a:latin typeface="Alice" panose="00000500000000000000" pitchFamily="2" charset="0"/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1D914E4-CC11-9654-2430-B1FEC856B77E}"/>
                </a:ext>
              </a:extLst>
            </p:cNvPr>
            <p:cNvSpPr txBox="1"/>
            <p:nvPr/>
          </p:nvSpPr>
          <p:spPr>
            <a:xfrm>
              <a:off x="4495642" y="2667664"/>
              <a:ext cx="2993127" cy="14465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800" dirty="0">
                  <a:latin typeface="Alice" panose="00000500000000000000" pitchFamily="2" charset="0"/>
                </a:rPr>
                <a:t>is not</a:t>
              </a:r>
              <a:endParaRPr lang="en-US" sz="8000" dirty="0">
                <a:latin typeface="Alice" panose="00000500000000000000" pitchFamily="2" charset="0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65AB0FBA-FE12-0142-1E27-4FD314FF6D02}"/>
              </a:ext>
            </a:extLst>
          </p:cNvPr>
          <p:cNvSpPr txBox="1"/>
          <p:nvPr/>
        </p:nvSpPr>
        <p:spPr>
          <a:xfrm>
            <a:off x="8580014" y="316819"/>
            <a:ext cx="33233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In physical theories</a:t>
            </a:r>
          </a:p>
        </p:txBody>
      </p:sp>
    </p:spTree>
    <p:extLst>
      <p:ext uri="{BB962C8B-B14F-4D97-AF65-F5344CB8AC3E}">
        <p14:creationId xmlns:p14="http://schemas.microsoft.com/office/powerpoint/2010/main" val="6879205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6AB43-04D5-C5CE-0AA3-24CEE9303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FA379307-476C-ED89-EE70-68C97784B936}"/>
              </a:ext>
            </a:extLst>
          </p:cNvPr>
          <p:cNvGrpSpPr/>
          <p:nvPr/>
        </p:nvGrpSpPr>
        <p:grpSpPr>
          <a:xfrm>
            <a:off x="2933917" y="197429"/>
            <a:ext cx="6324167" cy="6463142"/>
            <a:chOff x="2240965" y="301008"/>
            <a:chExt cx="6324167" cy="6463142"/>
          </a:xfrm>
        </p:grpSpPr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B6C9890-FB42-07FE-FE2D-0A28D063D1C0}"/>
                </a:ext>
              </a:extLst>
            </p:cNvPr>
            <p:cNvSpPr txBox="1"/>
            <p:nvPr/>
          </p:nvSpPr>
          <p:spPr>
            <a:xfrm>
              <a:off x="2801217" y="301008"/>
              <a:ext cx="5203669" cy="18620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500" dirty="0">
                  <a:latin typeface="Alice" panose="00000500000000000000" pitchFamily="2" charset="0"/>
                </a:rPr>
                <a:t>Physics</a:t>
              </a:r>
              <a:endParaRPr lang="en-US" sz="9600" dirty="0">
                <a:latin typeface="Alice" panose="00000500000000000000" pitchFamily="2" charset="0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A4FC8A9-A19C-C221-0F3F-CAE924EBE43B}"/>
                </a:ext>
              </a:extLst>
            </p:cNvPr>
            <p:cNvSpPr txBox="1"/>
            <p:nvPr/>
          </p:nvSpPr>
          <p:spPr>
            <a:xfrm>
              <a:off x="2240965" y="3132387"/>
              <a:ext cx="6324167" cy="36317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500" dirty="0">
                  <a:latin typeface="All of us will die" panose="02000500000000000000" pitchFamily="2" charset="0"/>
                </a:rPr>
                <a:t>The wrong</a:t>
              </a:r>
              <a:br>
                <a:rPr lang="en-US" sz="11500" dirty="0">
                  <a:latin typeface="All of us will die" panose="02000500000000000000" pitchFamily="2" charset="0"/>
                </a:rPr>
              </a:br>
              <a:r>
                <a:rPr lang="en-US" sz="11500" dirty="0">
                  <a:latin typeface="All of us will die" panose="02000500000000000000" pitchFamily="2" charset="0"/>
                </a:rPr>
                <a:t>math</a:t>
              </a:r>
              <a:endParaRPr lang="en-US" sz="9600" dirty="0">
                <a:latin typeface="All of us will die" panose="02000500000000000000" pitchFamily="2" charset="0"/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B45A6F3-0C3E-6026-5672-DE5F243F6BCA}"/>
                </a:ext>
              </a:extLst>
            </p:cNvPr>
            <p:cNvSpPr txBox="1"/>
            <p:nvPr/>
          </p:nvSpPr>
          <p:spPr>
            <a:xfrm>
              <a:off x="4664706" y="2163056"/>
              <a:ext cx="1476686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6000" dirty="0">
                  <a:latin typeface="Alice" panose="00000500000000000000" pitchFamily="2" charset="0"/>
                </a:rPr>
                <a:t>and</a:t>
              </a:r>
              <a:endParaRPr lang="en-US" sz="5400" dirty="0">
                <a:latin typeface="Alice" panose="000005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364750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0D629B-423B-C20B-9E56-D4B8D7AEB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C98587BE-EE31-970A-319F-4AE01836D067}"/>
              </a:ext>
            </a:extLst>
          </p:cNvPr>
          <p:cNvGrpSpPr/>
          <p:nvPr/>
        </p:nvGrpSpPr>
        <p:grpSpPr>
          <a:xfrm>
            <a:off x="2933917" y="197429"/>
            <a:ext cx="6324167" cy="6463142"/>
            <a:chOff x="2240965" y="301008"/>
            <a:chExt cx="6324167" cy="6463142"/>
          </a:xfrm>
        </p:grpSpPr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E3E16257-C250-0FCA-3A6E-5AF7A4D8E64A}"/>
                </a:ext>
              </a:extLst>
            </p:cNvPr>
            <p:cNvSpPr txBox="1"/>
            <p:nvPr/>
          </p:nvSpPr>
          <p:spPr>
            <a:xfrm>
              <a:off x="2801217" y="301008"/>
              <a:ext cx="5203669" cy="18620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500" dirty="0">
                  <a:latin typeface="Alice" panose="00000500000000000000" pitchFamily="2" charset="0"/>
                </a:rPr>
                <a:t>Physics</a:t>
              </a:r>
              <a:endParaRPr lang="en-US" sz="9600" dirty="0">
                <a:latin typeface="Alice" panose="00000500000000000000" pitchFamily="2" charset="0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C1869AC-8E31-5349-6BD3-9E182013DCD1}"/>
                </a:ext>
              </a:extLst>
            </p:cNvPr>
            <p:cNvSpPr txBox="1"/>
            <p:nvPr/>
          </p:nvSpPr>
          <p:spPr>
            <a:xfrm>
              <a:off x="2240965" y="3132387"/>
              <a:ext cx="6324167" cy="36317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500" dirty="0">
                  <a:solidFill>
                    <a:srgbClr val="C00000"/>
                  </a:solidFill>
                  <a:latin typeface="All of us will die" panose="02000500000000000000" pitchFamily="2" charset="0"/>
                </a:rPr>
                <a:t>The wrong</a:t>
              </a:r>
              <a:br>
                <a:rPr lang="en-US" sz="11500" dirty="0">
                  <a:solidFill>
                    <a:srgbClr val="C00000"/>
                  </a:solidFill>
                  <a:latin typeface="All of us will die" panose="02000500000000000000" pitchFamily="2" charset="0"/>
                </a:rPr>
              </a:br>
              <a:r>
                <a:rPr lang="en-US" sz="11500" dirty="0">
                  <a:solidFill>
                    <a:srgbClr val="C00000"/>
                  </a:solidFill>
                  <a:latin typeface="All of us will die" panose="02000500000000000000" pitchFamily="2" charset="0"/>
                </a:rPr>
                <a:t>math</a:t>
              </a:r>
              <a:endParaRPr lang="en-US" sz="9600" dirty="0">
                <a:solidFill>
                  <a:srgbClr val="C00000"/>
                </a:solidFill>
                <a:latin typeface="All of us will die" panose="02000500000000000000" pitchFamily="2" charset="0"/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B615951-160E-FF70-007A-7A7F3A61198E}"/>
                </a:ext>
              </a:extLst>
            </p:cNvPr>
            <p:cNvSpPr txBox="1"/>
            <p:nvPr/>
          </p:nvSpPr>
          <p:spPr>
            <a:xfrm>
              <a:off x="4664706" y="2163056"/>
              <a:ext cx="1476686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6000" dirty="0">
                  <a:latin typeface="Alice" panose="00000500000000000000" pitchFamily="2" charset="0"/>
                </a:rPr>
                <a:t>and</a:t>
              </a:r>
              <a:endParaRPr lang="en-US" sz="5400" dirty="0">
                <a:latin typeface="Alice" panose="000005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27188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80087C-F8A6-31C5-F4AF-9A36BB9F3C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extBox 52">
            <a:extLst>
              <a:ext uri="{FF2B5EF4-FFF2-40B4-BE49-F238E27FC236}">
                <a16:creationId xmlns:a16="http://schemas.microsoft.com/office/drawing/2014/main" id="{8083CF50-4B15-6253-981A-4B874A089B70}"/>
              </a:ext>
            </a:extLst>
          </p:cNvPr>
          <p:cNvSpPr txBox="1"/>
          <p:nvPr/>
        </p:nvSpPr>
        <p:spPr>
          <a:xfrm>
            <a:off x="3769624" y="197429"/>
            <a:ext cx="479650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600" dirty="0">
                <a:solidFill>
                  <a:schemeClr val="accent6">
                    <a:lumMod val="75000"/>
                  </a:schemeClr>
                </a:solidFill>
                <a:latin typeface="Alice" panose="00000500000000000000" pitchFamily="2" charset="0"/>
              </a:rPr>
              <a:t>Physical</a:t>
            </a:r>
            <a:endParaRPr lang="en-US" sz="8800" dirty="0">
              <a:solidFill>
                <a:schemeClr val="accent6">
                  <a:lumMod val="75000"/>
                </a:schemeClr>
              </a:solidFill>
              <a:latin typeface="Alice" panose="00000500000000000000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D29744-A06C-AA6A-2AC3-4A7C293A0BA2}"/>
              </a:ext>
            </a:extLst>
          </p:cNvPr>
          <p:cNvSpPr txBox="1"/>
          <p:nvPr/>
        </p:nvSpPr>
        <p:spPr>
          <a:xfrm>
            <a:off x="5693228" y="1766735"/>
            <a:ext cx="94929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latin typeface="Alice" panose="00000500000000000000" pitchFamily="2" charset="0"/>
              </a:rPr>
              <a:t>vs</a:t>
            </a:r>
            <a:endParaRPr lang="en-US" sz="5400" dirty="0">
              <a:latin typeface="Alice" panose="000005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3B8FB97-A004-1632-C332-A2C987E6BCEF}"/>
              </a:ext>
            </a:extLst>
          </p:cNvPr>
          <p:cNvSpPr txBox="1"/>
          <p:nvPr/>
        </p:nvSpPr>
        <p:spPr>
          <a:xfrm>
            <a:off x="2969726" y="2820234"/>
            <a:ext cx="639630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600" dirty="0">
                <a:solidFill>
                  <a:srgbClr val="C00000"/>
                </a:solidFill>
                <a:latin typeface="Alice" panose="00000500000000000000" pitchFamily="2" charset="0"/>
              </a:rPr>
              <a:t>Unphysical</a:t>
            </a:r>
            <a:endParaRPr lang="en-US" sz="8800" dirty="0">
              <a:solidFill>
                <a:srgbClr val="C00000"/>
              </a:solidFill>
              <a:latin typeface="Alice" panose="00000500000000000000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E148FA-8C9F-FB94-F4EC-AE88E9F33F69}"/>
              </a:ext>
            </a:extLst>
          </p:cNvPr>
          <p:cNvSpPr txBox="1"/>
          <p:nvPr/>
        </p:nvSpPr>
        <p:spPr>
          <a:xfrm>
            <a:off x="2474398" y="4607822"/>
            <a:ext cx="738695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600" dirty="0">
                <a:latin typeface="Alice" panose="00000500000000000000" pitchFamily="2" charset="0"/>
              </a:rPr>
              <a:t>Mathematics</a:t>
            </a:r>
            <a:endParaRPr lang="en-US" sz="8800" dirty="0">
              <a:latin typeface="Alice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97048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30A2B8-B527-4E14-3D14-E5CA0F227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221656F-D2C2-F583-91EF-8C136D731A14}"/>
              </a:ext>
            </a:extLst>
          </p:cNvPr>
          <p:cNvCxnSpPr>
            <a:cxnSpLocks/>
          </p:cNvCxnSpPr>
          <p:nvPr/>
        </p:nvCxnSpPr>
        <p:spPr>
          <a:xfrm>
            <a:off x="5760720" y="1564640"/>
            <a:ext cx="2672080" cy="1493520"/>
          </a:xfrm>
          <a:prstGeom prst="straightConnector1">
            <a:avLst/>
          </a:prstGeom>
          <a:ln w="762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56A3BA75-7452-7AFE-B614-22BC49E65C6F}"/>
                  </a:ext>
                </a:extLst>
              </p:cNvPr>
              <p:cNvSpPr txBox="1"/>
              <p:nvPr/>
            </p:nvSpPr>
            <p:spPr>
              <a:xfrm>
                <a:off x="2323524" y="2602716"/>
                <a:ext cx="7544951" cy="16525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96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96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96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9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96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9600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p>
                          <m:sSupPr>
                            <m:ctrlPr>
                              <a:rPr lang="en-US" sz="9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9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p>
                            <m:r>
                              <a:rPr lang="en-US" sz="9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p>
                        <m:sSub>
                          <m:sSubPr>
                            <m:ctrlPr>
                              <a:rPr lang="en-US" sz="9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9600" b="0" i="1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b>
                            <m:r>
                              <a:rPr lang="en-US" sz="9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9600" dirty="0"/>
                  <a:t> 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56A3BA75-7452-7AFE-B614-22BC49E65C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3524" y="2602716"/>
                <a:ext cx="7544951" cy="165256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FF1E3F6D-E40D-CDAA-289A-5C473C1EC022}"/>
              </a:ext>
            </a:extLst>
          </p:cNvPr>
          <p:cNvSpPr txBox="1"/>
          <p:nvPr/>
        </p:nvSpPr>
        <p:spPr>
          <a:xfrm>
            <a:off x="2191617" y="528320"/>
            <a:ext cx="7653057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dirty="0">
                <a:solidFill>
                  <a:srgbClr val="C00000"/>
                </a:solidFill>
              </a:rPr>
              <a:t>This can’t be a basis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938BC55-305A-6960-6248-73B0E835E068}"/>
              </a:ext>
            </a:extLst>
          </p:cNvPr>
          <p:cNvSpPr txBox="1"/>
          <p:nvPr/>
        </p:nvSpPr>
        <p:spPr>
          <a:xfrm>
            <a:off x="9083645" y="1564640"/>
            <a:ext cx="15696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in physics</a:t>
            </a:r>
          </a:p>
        </p:txBody>
      </p:sp>
    </p:spTree>
    <p:extLst>
      <p:ext uri="{BB962C8B-B14F-4D97-AF65-F5344CB8AC3E}">
        <p14:creationId xmlns:p14="http://schemas.microsoft.com/office/powerpoint/2010/main" val="3064263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079383-1C45-B6BB-AC7B-4680E56F3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151308D2-8027-4669-338C-CB6877DCA062}"/>
              </a:ext>
            </a:extLst>
          </p:cNvPr>
          <p:cNvGrpSpPr/>
          <p:nvPr/>
        </p:nvGrpSpPr>
        <p:grpSpPr>
          <a:xfrm>
            <a:off x="521724" y="1594851"/>
            <a:ext cx="4890533" cy="4800441"/>
            <a:chOff x="7537708" y="528483"/>
            <a:chExt cx="3948431" cy="3875694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44892A3F-791A-DB32-C857-5657D10B5573}"/>
                </a:ext>
              </a:extLst>
            </p:cNvPr>
            <p:cNvCxnSpPr>
              <a:cxnSpLocks/>
            </p:cNvCxnSpPr>
            <p:nvPr/>
          </p:nvCxnSpPr>
          <p:spPr>
            <a:xfrm>
              <a:off x="8175625" y="1984375"/>
              <a:ext cx="1597025" cy="1989487"/>
            </a:xfrm>
            <a:prstGeom prst="line">
              <a:avLst/>
            </a:pr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62E0EDF9-C2F9-6FDC-C13C-F64651707C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72650" y="1142999"/>
              <a:ext cx="1611630" cy="2830863"/>
            </a:xfrm>
            <a:prstGeom prst="line">
              <a:avLst/>
            </a:pr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81B7C11-DD8D-15A1-EB61-64AAC62D55AA}"/>
                    </a:ext>
                  </a:extLst>
                </p:cNvPr>
                <p:cNvSpPr txBox="1"/>
                <p:nvPr/>
              </p:nvSpPr>
              <p:spPr>
                <a:xfrm>
                  <a:off x="7537708" y="1478280"/>
                  <a:ext cx="623312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81B7C11-DD8D-15A1-EB61-64AAC62D55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37708" y="1478280"/>
                  <a:ext cx="623312" cy="52322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ED5FE76E-F32B-922D-06EE-79557219E7EC}"/>
                    </a:ext>
                  </a:extLst>
                </p:cNvPr>
                <p:cNvSpPr txBox="1"/>
                <p:nvPr/>
              </p:nvSpPr>
              <p:spPr>
                <a:xfrm>
                  <a:off x="10835641" y="643882"/>
                  <a:ext cx="650498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ED5FE76E-F32B-922D-06EE-79557219E7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35641" y="643882"/>
                  <a:ext cx="650498" cy="52322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8F311E9-EEBC-8FDF-E474-C77922D67450}"/>
                    </a:ext>
                  </a:extLst>
                </p:cNvPr>
                <p:cNvSpPr txBox="1"/>
                <p:nvPr/>
              </p:nvSpPr>
              <p:spPr>
                <a:xfrm>
                  <a:off x="10660528" y="2182010"/>
                  <a:ext cx="825611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𝐵𝑂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8F311E9-EEBC-8FDF-E474-C77922D674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60528" y="2182010"/>
                  <a:ext cx="825611" cy="52322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C042D0FC-BFB6-2037-01B2-0853E00AE876}"/>
                    </a:ext>
                  </a:extLst>
                </p:cNvPr>
                <p:cNvSpPr txBox="1"/>
                <p:nvPr/>
              </p:nvSpPr>
              <p:spPr>
                <a:xfrm>
                  <a:off x="7921815" y="2360918"/>
                  <a:ext cx="802912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𝐴𝑂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C042D0FC-BFB6-2037-01B2-0853E00AE8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1815" y="2360918"/>
                  <a:ext cx="802912" cy="52322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Isosceles Triangle 8">
              <a:extLst>
                <a:ext uri="{FF2B5EF4-FFF2-40B4-BE49-F238E27FC236}">
                  <a16:creationId xmlns:a16="http://schemas.microsoft.com/office/drawing/2014/main" id="{ABB0C568-8FD4-2440-3E10-C7D6F584AC49}"/>
                </a:ext>
              </a:extLst>
            </p:cNvPr>
            <p:cNvSpPr/>
            <p:nvPr/>
          </p:nvSpPr>
          <p:spPr>
            <a:xfrm rot="1876746">
              <a:off x="10489043" y="2478419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Isosceles Triangle 9">
              <a:extLst>
                <a:ext uri="{FF2B5EF4-FFF2-40B4-BE49-F238E27FC236}">
                  <a16:creationId xmlns:a16="http://schemas.microsoft.com/office/drawing/2014/main" id="{CE01726A-79FC-EE3E-76C1-0ACE643A5F70}"/>
                </a:ext>
              </a:extLst>
            </p:cNvPr>
            <p:cNvSpPr/>
            <p:nvPr/>
          </p:nvSpPr>
          <p:spPr>
            <a:xfrm rot="19137032">
              <a:off x="8686237" y="2658051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12B85EAD-E8FA-3B7D-B15E-E69167F2E031}"/>
                </a:ext>
              </a:extLst>
            </p:cNvPr>
            <p:cNvSpPr/>
            <p:nvPr/>
          </p:nvSpPr>
          <p:spPr>
            <a:xfrm>
              <a:off x="8161020" y="1142999"/>
              <a:ext cx="3223260" cy="861137"/>
            </a:xfrm>
            <a:custGeom>
              <a:avLst/>
              <a:gdLst>
                <a:gd name="connsiteX0" fmla="*/ 0 w 2682240"/>
                <a:gd name="connsiteY0" fmla="*/ 662940 h 662940"/>
                <a:gd name="connsiteX1" fmla="*/ 830580 w 2682240"/>
                <a:gd name="connsiteY1" fmla="*/ 274320 h 662940"/>
                <a:gd name="connsiteX2" fmla="*/ 1950720 w 2682240"/>
                <a:gd name="connsiteY2" fmla="*/ 312420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1950720 w 2682240"/>
                <a:gd name="connsiteY2" fmla="*/ 312420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82240" h="662940">
                  <a:moveTo>
                    <a:pt x="0" y="662940"/>
                  </a:moveTo>
                  <a:cubicBezTo>
                    <a:pt x="252730" y="497840"/>
                    <a:pt x="442931" y="185270"/>
                    <a:pt x="783023" y="98334"/>
                  </a:cubicBezTo>
                  <a:cubicBezTo>
                    <a:pt x="1123115" y="11398"/>
                    <a:pt x="1726656" y="113714"/>
                    <a:pt x="2040551" y="141322"/>
                  </a:cubicBezTo>
                  <a:cubicBezTo>
                    <a:pt x="2354446" y="168930"/>
                    <a:pt x="2470785" y="133350"/>
                    <a:pt x="2682240" y="0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Isosceles Triangle 11">
              <a:extLst>
                <a:ext uri="{FF2B5EF4-FFF2-40B4-BE49-F238E27FC236}">
                  <a16:creationId xmlns:a16="http://schemas.microsoft.com/office/drawing/2014/main" id="{19B98ED1-0CF0-1075-4411-54FE08BE3A21}"/>
                </a:ext>
              </a:extLst>
            </p:cNvPr>
            <p:cNvSpPr/>
            <p:nvPr/>
          </p:nvSpPr>
          <p:spPr>
            <a:xfrm rot="5868436">
              <a:off x="9635153" y="1139782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9446BF0A-0C53-2DBD-3AB1-D4E755C8B928}"/>
                    </a:ext>
                  </a:extLst>
                </p:cNvPr>
                <p:cNvSpPr txBox="1"/>
                <p:nvPr/>
              </p:nvSpPr>
              <p:spPr>
                <a:xfrm>
                  <a:off x="9315498" y="528483"/>
                  <a:ext cx="465191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9446BF0A-0C53-2DBD-3AB1-D4E755C8B92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15498" y="528483"/>
                  <a:ext cx="465191" cy="52322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2E3ABFB-9B4B-5536-C034-4FB1EA268C83}"/>
                    </a:ext>
                  </a:extLst>
                </p:cNvPr>
                <p:cNvSpPr txBox="1"/>
                <p:nvPr/>
              </p:nvSpPr>
              <p:spPr>
                <a:xfrm>
                  <a:off x="9663232" y="3880957"/>
                  <a:ext cx="654666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𝑂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2E3ABFB-9B4B-5536-C034-4FB1EA268C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63232" y="3880957"/>
                  <a:ext cx="654666" cy="52322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B582954-3BBB-7AFA-4F5C-09A6793C944A}"/>
              </a:ext>
            </a:extLst>
          </p:cNvPr>
          <p:cNvGrpSpPr/>
          <p:nvPr/>
        </p:nvGrpSpPr>
        <p:grpSpPr>
          <a:xfrm>
            <a:off x="7107054" y="1363587"/>
            <a:ext cx="4136416" cy="4955550"/>
            <a:chOff x="7492546" y="207002"/>
            <a:chExt cx="3673978" cy="4401535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40080AED-41E1-9713-ED8B-1BB78A477F33}"/>
                </a:ext>
              </a:extLst>
            </p:cNvPr>
            <p:cNvGrpSpPr/>
            <p:nvPr/>
          </p:nvGrpSpPr>
          <p:grpSpPr>
            <a:xfrm>
              <a:off x="7492546" y="207002"/>
              <a:ext cx="3673978" cy="4401535"/>
              <a:chOff x="1221579" y="1260711"/>
              <a:chExt cx="3673978" cy="4401535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1DA1AEC6-4D76-06FF-A058-C7857E331BAD}"/>
                  </a:ext>
                </a:extLst>
              </p:cNvPr>
              <p:cNvGrpSpPr/>
              <p:nvPr/>
            </p:nvGrpSpPr>
            <p:grpSpPr>
              <a:xfrm>
                <a:off x="1221579" y="1447610"/>
                <a:ext cx="3673978" cy="4214636"/>
                <a:chOff x="1390391" y="1651592"/>
                <a:chExt cx="2399570" cy="3136308"/>
              </a:xfrm>
            </p:grpSpPr>
            <p:sp>
              <p:nvSpPr>
                <p:cNvPr id="29" name="Freeform: Shape 28">
                  <a:extLst>
                    <a:ext uri="{FF2B5EF4-FFF2-40B4-BE49-F238E27FC236}">
                      <a16:creationId xmlns:a16="http://schemas.microsoft.com/office/drawing/2014/main" id="{F001C1D6-1C25-1BD7-5962-E7EE9CD6F434}"/>
                    </a:ext>
                  </a:extLst>
                </p:cNvPr>
                <p:cNvSpPr/>
                <p:nvPr/>
              </p:nvSpPr>
              <p:spPr>
                <a:xfrm>
                  <a:off x="1390724" y="2701572"/>
                  <a:ext cx="1260926" cy="506587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260926"/>
                    <a:gd name="connsiteY0" fmla="*/ 0 h 506437"/>
                    <a:gd name="connsiteX1" fmla="*/ 295421 w 1260926"/>
                    <a:gd name="connsiteY1" fmla="*/ 393896 h 506437"/>
                    <a:gd name="connsiteX2" fmla="*/ 1260926 w 1260926"/>
                    <a:gd name="connsiteY2" fmla="*/ 506437 h 506437"/>
                    <a:gd name="connsiteX0" fmla="*/ 0 w 1260926"/>
                    <a:gd name="connsiteY0" fmla="*/ 0 h 506587"/>
                    <a:gd name="connsiteX1" fmla="*/ 295421 w 1260926"/>
                    <a:gd name="connsiteY1" fmla="*/ 393896 h 506587"/>
                    <a:gd name="connsiteX2" fmla="*/ 1260926 w 1260926"/>
                    <a:gd name="connsiteY2" fmla="*/ 506437 h 506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260926" h="506587">
                      <a:moveTo>
                        <a:pt x="0" y="0"/>
                      </a:moveTo>
                      <a:cubicBezTo>
                        <a:pt x="365" y="178558"/>
                        <a:pt x="105507" y="309490"/>
                        <a:pt x="295421" y="393896"/>
                      </a:cubicBezTo>
                      <a:cubicBezTo>
                        <a:pt x="485335" y="478302"/>
                        <a:pt x="924327" y="509037"/>
                        <a:pt x="1260926" y="50643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Freeform: Shape 29">
                  <a:extLst>
                    <a:ext uri="{FF2B5EF4-FFF2-40B4-BE49-F238E27FC236}">
                      <a16:creationId xmlns:a16="http://schemas.microsoft.com/office/drawing/2014/main" id="{B39D0295-EF79-B01D-1C6A-DBBF9229E829}"/>
                    </a:ext>
                  </a:extLst>
                </p:cNvPr>
                <p:cNvSpPr/>
                <p:nvPr/>
              </p:nvSpPr>
              <p:spPr>
                <a:xfrm flipH="1">
                  <a:off x="2649270" y="2700479"/>
                  <a:ext cx="1139510" cy="507382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7382"/>
                    <a:gd name="connsiteX1" fmla="*/ 295421 w 1139483"/>
                    <a:gd name="connsiteY1" fmla="*/ 393896 h 507382"/>
                    <a:gd name="connsiteX2" fmla="*/ 1139483 w 1139483"/>
                    <a:gd name="connsiteY2" fmla="*/ 506437 h 507382"/>
                    <a:gd name="connsiteX0" fmla="*/ 27 w 1139510"/>
                    <a:gd name="connsiteY0" fmla="*/ 0 h 507382"/>
                    <a:gd name="connsiteX1" fmla="*/ 295448 w 1139510"/>
                    <a:gd name="connsiteY1" fmla="*/ 393896 h 507382"/>
                    <a:gd name="connsiteX2" fmla="*/ 1139510 w 1139510"/>
                    <a:gd name="connsiteY2" fmla="*/ 506437 h 5073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139510" h="507382">
                      <a:moveTo>
                        <a:pt x="27" y="0"/>
                      </a:moveTo>
                      <a:cubicBezTo>
                        <a:pt x="-1989" y="195227"/>
                        <a:pt x="105534" y="309490"/>
                        <a:pt x="295448" y="393896"/>
                      </a:cubicBezTo>
                      <a:cubicBezTo>
                        <a:pt x="485362" y="478302"/>
                        <a:pt x="812436" y="513801"/>
                        <a:pt x="1139510" y="50643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1" name="Freeform: Shape 30">
                  <a:extLst>
                    <a:ext uri="{FF2B5EF4-FFF2-40B4-BE49-F238E27FC236}">
                      <a16:creationId xmlns:a16="http://schemas.microsoft.com/office/drawing/2014/main" id="{73A02543-09C1-E049-A9EB-98BBE32099FF}"/>
                    </a:ext>
                  </a:extLst>
                </p:cNvPr>
                <p:cNvSpPr/>
                <p:nvPr/>
              </p:nvSpPr>
              <p:spPr>
                <a:xfrm flipV="1">
                  <a:off x="1390723" y="2297475"/>
                  <a:ext cx="982320" cy="404098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994226"/>
                    <a:gd name="connsiteY0" fmla="*/ 0 h 465956"/>
                    <a:gd name="connsiteX1" fmla="*/ 295421 w 994226"/>
                    <a:gd name="connsiteY1" fmla="*/ 393896 h 465956"/>
                    <a:gd name="connsiteX2" fmla="*/ 994226 w 994226"/>
                    <a:gd name="connsiteY2" fmla="*/ 465956 h 465956"/>
                    <a:gd name="connsiteX0" fmla="*/ 0 w 994226"/>
                    <a:gd name="connsiteY0" fmla="*/ 0 h 465956"/>
                    <a:gd name="connsiteX1" fmla="*/ 321615 w 994226"/>
                    <a:gd name="connsiteY1" fmla="*/ 358178 h 465956"/>
                    <a:gd name="connsiteX2" fmla="*/ 994226 w 994226"/>
                    <a:gd name="connsiteY2" fmla="*/ 465956 h 465956"/>
                    <a:gd name="connsiteX0" fmla="*/ 0 w 982320"/>
                    <a:gd name="connsiteY0" fmla="*/ 0 h 396466"/>
                    <a:gd name="connsiteX1" fmla="*/ 321615 w 982320"/>
                    <a:gd name="connsiteY1" fmla="*/ 358178 h 396466"/>
                    <a:gd name="connsiteX2" fmla="*/ 982320 w 982320"/>
                    <a:gd name="connsiteY2" fmla="*/ 373087 h 396466"/>
                    <a:gd name="connsiteX0" fmla="*/ 0 w 982320"/>
                    <a:gd name="connsiteY0" fmla="*/ 0 h 404098"/>
                    <a:gd name="connsiteX1" fmla="*/ 321615 w 982320"/>
                    <a:gd name="connsiteY1" fmla="*/ 358178 h 404098"/>
                    <a:gd name="connsiteX2" fmla="*/ 982320 w 982320"/>
                    <a:gd name="connsiteY2" fmla="*/ 373087 h 4040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982320" h="404098">
                      <a:moveTo>
                        <a:pt x="0" y="0"/>
                      </a:moveTo>
                      <a:cubicBezTo>
                        <a:pt x="2747" y="169032"/>
                        <a:pt x="131701" y="273772"/>
                        <a:pt x="321615" y="358178"/>
                      </a:cubicBezTo>
                      <a:cubicBezTo>
                        <a:pt x="511529" y="442584"/>
                        <a:pt x="648102" y="387594"/>
                        <a:pt x="982320" y="37308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2" name="Freeform: Shape 31">
                  <a:extLst>
                    <a:ext uri="{FF2B5EF4-FFF2-40B4-BE49-F238E27FC236}">
                      <a16:creationId xmlns:a16="http://schemas.microsoft.com/office/drawing/2014/main" id="{72B0182A-6735-27D5-B5B5-DFAFB1534AFA}"/>
                    </a:ext>
                  </a:extLst>
                </p:cNvPr>
                <p:cNvSpPr/>
                <p:nvPr/>
              </p:nvSpPr>
              <p:spPr>
                <a:xfrm flipH="1" flipV="1">
                  <a:off x="2464740" y="2297853"/>
                  <a:ext cx="1325221" cy="410203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210921"/>
                    <a:gd name="connsiteY0" fmla="*/ 0 h 370706"/>
                    <a:gd name="connsiteX1" fmla="*/ 366859 w 1210921"/>
                    <a:gd name="connsiteY1" fmla="*/ 258165 h 370706"/>
                    <a:gd name="connsiteX2" fmla="*/ 1210921 w 1210921"/>
                    <a:gd name="connsiteY2" fmla="*/ 370706 h 370706"/>
                    <a:gd name="connsiteX0" fmla="*/ 0 w 1210921"/>
                    <a:gd name="connsiteY0" fmla="*/ 0 h 370706"/>
                    <a:gd name="connsiteX1" fmla="*/ 366859 w 1210921"/>
                    <a:gd name="connsiteY1" fmla="*/ 258165 h 370706"/>
                    <a:gd name="connsiteX2" fmla="*/ 1210921 w 1210921"/>
                    <a:gd name="connsiteY2" fmla="*/ 370706 h 370706"/>
                    <a:gd name="connsiteX0" fmla="*/ 0 w 1210921"/>
                    <a:gd name="connsiteY0" fmla="*/ 0 h 373087"/>
                    <a:gd name="connsiteX1" fmla="*/ 366859 w 1210921"/>
                    <a:gd name="connsiteY1" fmla="*/ 260546 h 373087"/>
                    <a:gd name="connsiteX2" fmla="*/ 1210921 w 1210921"/>
                    <a:gd name="connsiteY2" fmla="*/ 373087 h 373087"/>
                    <a:gd name="connsiteX0" fmla="*/ 0 w 1087096"/>
                    <a:gd name="connsiteY0" fmla="*/ 0 h 365944"/>
                    <a:gd name="connsiteX1" fmla="*/ 243034 w 1087096"/>
                    <a:gd name="connsiteY1" fmla="*/ 253403 h 365944"/>
                    <a:gd name="connsiteX2" fmla="*/ 1087096 w 1087096"/>
                    <a:gd name="connsiteY2" fmla="*/ 365944 h 365944"/>
                    <a:gd name="connsiteX0" fmla="*/ 0 w 1208540"/>
                    <a:gd name="connsiteY0" fmla="*/ 0 h 363563"/>
                    <a:gd name="connsiteX1" fmla="*/ 364478 w 1208540"/>
                    <a:gd name="connsiteY1" fmla="*/ 251022 h 363563"/>
                    <a:gd name="connsiteX2" fmla="*/ 1208540 w 1208540"/>
                    <a:gd name="connsiteY2" fmla="*/ 363563 h 363563"/>
                    <a:gd name="connsiteX0" fmla="*/ 0 w 1208540"/>
                    <a:gd name="connsiteY0" fmla="*/ 0 h 363563"/>
                    <a:gd name="connsiteX1" fmla="*/ 364478 w 1208540"/>
                    <a:gd name="connsiteY1" fmla="*/ 251022 h 363563"/>
                    <a:gd name="connsiteX2" fmla="*/ 1208540 w 1208540"/>
                    <a:gd name="connsiteY2" fmla="*/ 363563 h 363563"/>
                    <a:gd name="connsiteX0" fmla="*/ 0 w 1210921"/>
                    <a:gd name="connsiteY0" fmla="*/ 0 h 368325"/>
                    <a:gd name="connsiteX1" fmla="*/ 366859 w 1210921"/>
                    <a:gd name="connsiteY1" fmla="*/ 255784 h 368325"/>
                    <a:gd name="connsiteX2" fmla="*/ 1210921 w 1210921"/>
                    <a:gd name="connsiteY2" fmla="*/ 368325 h 368325"/>
                    <a:gd name="connsiteX0" fmla="*/ 0 w 1208540"/>
                    <a:gd name="connsiteY0" fmla="*/ 0 h 373087"/>
                    <a:gd name="connsiteX1" fmla="*/ 364478 w 1208540"/>
                    <a:gd name="connsiteY1" fmla="*/ 260546 h 373087"/>
                    <a:gd name="connsiteX2" fmla="*/ 1208540 w 1208540"/>
                    <a:gd name="connsiteY2" fmla="*/ 373087 h 373087"/>
                    <a:gd name="connsiteX0" fmla="*/ 0 w 1363321"/>
                    <a:gd name="connsiteY0" fmla="*/ 0 h 380231"/>
                    <a:gd name="connsiteX1" fmla="*/ 364478 w 1363321"/>
                    <a:gd name="connsiteY1" fmla="*/ 260546 h 380231"/>
                    <a:gd name="connsiteX2" fmla="*/ 1363321 w 1363321"/>
                    <a:gd name="connsiteY2" fmla="*/ 380231 h 380231"/>
                    <a:gd name="connsiteX0" fmla="*/ 0 w 1325221"/>
                    <a:gd name="connsiteY0" fmla="*/ 0 h 377850"/>
                    <a:gd name="connsiteX1" fmla="*/ 364478 w 1325221"/>
                    <a:gd name="connsiteY1" fmla="*/ 260546 h 377850"/>
                    <a:gd name="connsiteX2" fmla="*/ 1325221 w 1325221"/>
                    <a:gd name="connsiteY2" fmla="*/ 377850 h 377850"/>
                    <a:gd name="connsiteX0" fmla="*/ 0 w 1325221"/>
                    <a:gd name="connsiteY0" fmla="*/ 0 h 377982"/>
                    <a:gd name="connsiteX1" fmla="*/ 364478 w 1325221"/>
                    <a:gd name="connsiteY1" fmla="*/ 260546 h 377982"/>
                    <a:gd name="connsiteX2" fmla="*/ 1325221 w 1325221"/>
                    <a:gd name="connsiteY2" fmla="*/ 377850 h 377982"/>
                    <a:gd name="connsiteX0" fmla="*/ 0 w 1325221"/>
                    <a:gd name="connsiteY0" fmla="*/ 0 h 378132"/>
                    <a:gd name="connsiteX1" fmla="*/ 219222 w 1325221"/>
                    <a:gd name="connsiteY1" fmla="*/ 281977 h 378132"/>
                    <a:gd name="connsiteX2" fmla="*/ 1325221 w 1325221"/>
                    <a:gd name="connsiteY2" fmla="*/ 377850 h 37813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407062"/>
                    <a:gd name="connsiteX1" fmla="*/ 433534 w 1325221"/>
                    <a:gd name="connsiteY1" fmla="*/ 365320 h 407062"/>
                    <a:gd name="connsiteX2" fmla="*/ 1325221 w 1325221"/>
                    <a:gd name="connsiteY2" fmla="*/ 377850 h 407062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25221" h="410203">
                      <a:moveTo>
                        <a:pt x="0" y="0"/>
                      </a:moveTo>
                      <a:cubicBezTo>
                        <a:pt x="7510" y="116645"/>
                        <a:pt x="243620" y="273770"/>
                        <a:pt x="433534" y="365320"/>
                      </a:cubicBezTo>
                      <a:cubicBezTo>
                        <a:pt x="623448" y="456870"/>
                        <a:pt x="1000529" y="380450"/>
                        <a:pt x="1325221" y="377850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1E3F4ADE-BE4E-6FED-850F-67CD4B9FF48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19225" y="2863850"/>
                  <a:ext cx="953818" cy="1924050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8372E297-E0F7-EAA6-8070-D2BE7B34AF3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373043" y="2901293"/>
                  <a:ext cx="1371265" cy="1886607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E36243CF-83E0-3DFF-FFD0-0DE5374D4E32}"/>
                    </a:ext>
                  </a:extLst>
                </p:cNvPr>
                <p:cNvCxnSpPr>
                  <a:stCxn id="30" idx="2"/>
                </p:cNvCxnSpPr>
                <p:nvPr/>
              </p:nvCxnSpPr>
              <p:spPr>
                <a:xfrm flipH="1">
                  <a:off x="2373043" y="3206916"/>
                  <a:ext cx="276227" cy="1580984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20413AF3-7355-86E2-24E7-B687A17D686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73043" y="2343150"/>
                  <a:ext cx="0" cy="2444750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sp>
              <p:nvSpPr>
                <p:cNvPr id="37" name="Freeform: Shape 36">
                  <a:extLst>
                    <a:ext uri="{FF2B5EF4-FFF2-40B4-BE49-F238E27FC236}">
                      <a16:creationId xmlns:a16="http://schemas.microsoft.com/office/drawing/2014/main" id="{5CFDF366-7B2F-47D1-7E81-04514EA9350F}"/>
                    </a:ext>
                  </a:extLst>
                </p:cNvPr>
                <p:cNvSpPr/>
                <p:nvPr/>
              </p:nvSpPr>
              <p:spPr>
                <a:xfrm>
                  <a:off x="1390391" y="1651592"/>
                  <a:ext cx="2397188" cy="1060211"/>
                </a:xfrm>
                <a:custGeom>
                  <a:avLst/>
                  <a:gdLst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330291"/>
                    <a:gd name="connsiteY0" fmla="*/ 1288023 h 1288023"/>
                    <a:gd name="connsiteX1" fmla="*/ 663269 w 2330291"/>
                    <a:gd name="connsiteY1" fmla="*/ 178837 h 1288023"/>
                    <a:gd name="connsiteX2" fmla="*/ 1598771 w 2330291"/>
                    <a:gd name="connsiteY2" fmla="*/ 73330 h 1288023"/>
                    <a:gd name="connsiteX3" fmla="*/ 2330291 w 2330291"/>
                    <a:gd name="connsiteY3" fmla="*/ 903323 h 1288023"/>
                    <a:gd name="connsiteX0" fmla="*/ 165 w 2330456"/>
                    <a:gd name="connsiteY0" fmla="*/ 1288023 h 1288023"/>
                    <a:gd name="connsiteX1" fmla="*/ 663434 w 2330456"/>
                    <a:gd name="connsiteY1" fmla="*/ 178837 h 1288023"/>
                    <a:gd name="connsiteX2" fmla="*/ 1598936 w 2330456"/>
                    <a:gd name="connsiteY2" fmla="*/ 73330 h 1288023"/>
                    <a:gd name="connsiteX3" fmla="*/ 2330456 w 2330456"/>
                    <a:gd name="connsiteY3" fmla="*/ 903323 h 1288023"/>
                    <a:gd name="connsiteX0" fmla="*/ 165 w 2330456"/>
                    <a:gd name="connsiteY0" fmla="*/ 1273056 h 1273056"/>
                    <a:gd name="connsiteX1" fmla="*/ 663434 w 2330456"/>
                    <a:gd name="connsiteY1" fmla="*/ 178158 h 1273056"/>
                    <a:gd name="connsiteX2" fmla="*/ 1598936 w 2330456"/>
                    <a:gd name="connsiteY2" fmla="*/ 72651 h 1273056"/>
                    <a:gd name="connsiteX3" fmla="*/ 2330456 w 2330456"/>
                    <a:gd name="connsiteY3" fmla="*/ 902644 h 1273056"/>
                    <a:gd name="connsiteX0" fmla="*/ 211 w 2330502"/>
                    <a:gd name="connsiteY0" fmla="*/ 1242225 h 1242225"/>
                    <a:gd name="connsiteX1" fmla="*/ 572992 w 2330502"/>
                    <a:gd name="connsiteY1" fmla="*/ 280677 h 1242225"/>
                    <a:gd name="connsiteX2" fmla="*/ 1598982 w 2330502"/>
                    <a:gd name="connsiteY2" fmla="*/ 41820 h 1242225"/>
                    <a:gd name="connsiteX3" fmla="*/ 2330502 w 2330502"/>
                    <a:gd name="connsiteY3" fmla="*/ 871813 h 1242225"/>
                    <a:gd name="connsiteX0" fmla="*/ 222 w 2330513"/>
                    <a:gd name="connsiteY0" fmla="*/ 1032955 h 1032955"/>
                    <a:gd name="connsiteX1" fmla="*/ 573003 w 2330513"/>
                    <a:gd name="connsiteY1" fmla="*/ 71407 h 1032955"/>
                    <a:gd name="connsiteX2" fmla="*/ 1689481 w 2330513"/>
                    <a:gd name="connsiteY2" fmla="*/ 151638 h 1032955"/>
                    <a:gd name="connsiteX3" fmla="*/ 2330513 w 2330513"/>
                    <a:gd name="connsiteY3" fmla="*/ 662543 h 1032955"/>
                    <a:gd name="connsiteX0" fmla="*/ 222 w 2397188"/>
                    <a:gd name="connsiteY0" fmla="*/ 1032955 h 1060211"/>
                    <a:gd name="connsiteX1" fmla="*/ 573003 w 2397188"/>
                    <a:gd name="connsiteY1" fmla="*/ 71407 h 1060211"/>
                    <a:gd name="connsiteX2" fmla="*/ 1689481 w 2397188"/>
                    <a:gd name="connsiteY2" fmla="*/ 151638 h 1060211"/>
                    <a:gd name="connsiteX3" fmla="*/ 2397188 w 2397188"/>
                    <a:gd name="connsiteY3" fmla="*/ 1060211 h 1060211"/>
                    <a:gd name="connsiteX0" fmla="*/ 222 w 2397188"/>
                    <a:gd name="connsiteY0" fmla="*/ 1032955 h 1060211"/>
                    <a:gd name="connsiteX1" fmla="*/ 573003 w 2397188"/>
                    <a:gd name="connsiteY1" fmla="*/ 71407 h 1060211"/>
                    <a:gd name="connsiteX2" fmla="*/ 1689481 w 2397188"/>
                    <a:gd name="connsiteY2" fmla="*/ 151638 h 1060211"/>
                    <a:gd name="connsiteX3" fmla="*/ 2397188 w 2397188"/>
                    <a:gd name="connsiteY3" fmla="*/ 1060211 h 106021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397188" h="1060211">
                      <a:moveTo>
                        <a:pt x="222" y="1032955"/>
                      </a:moveTo>
                      <a:cubicBezTo>
                        <a:pt x="-9340" y="677636"/>
                        <a:pt x="291460" y="218293"/>
                        <a:pt x="573003" y="71407"/>
                      </a:cubicBezTo>
                      <a:cubicBezTo>
                        <a:pt x="854546" y="-75479"/>
                        <a:pt x="1411644" y="30890"/>
                        <a:pt x="1689481" y="151638"/>
                      </a:cubicBezTo>
                      <a:cubicBezTo>
                        <a:pt x="1967318" y="272386"/>
                        <a:pt x="2386234" y="705588"/>
                        <a:pt x="2397188" y="1060211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119BD0A1-4391-5E8F-FE27-F04711DA90C0}"/>
                      </a:ext>
                    </a:extLst>
                  </p:cNvPr>
                  <p:cNvSpPr txBox="1"/>
                  <p:nvPr/>
                </p:nvSpPr>
                <p:spPr>
                  <a:xfrm>
                    <a:off x="3789604" y="1260711"/>
                    <a:ext cx="463588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119BD0A1-4391-5E8F-FE27-F04711DA90C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89604" y="1260711"/>
                    <a:ext cx="463588" cy="52322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AC6C6D18-591D-CD33-6EB2-B4AA511DC580}"/>
                      </a:ext>
                    </a:extLst>
                  </p:cNvPr>
                  <p:cNvSpPr txBox="1"/>
                  <p:nvPr/>
                </p:nvSpPr>
                <p:spPr>
                  <a:xfrm>
                    <a:off x="1995921" y="1783931"/>
                    <a:ext cx="616323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AC6C6D18-591D-CD33-6EB2-B4AA511DC58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5921" y="1783931"/>
                    <a:ext cx="616323" cy="52322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81C9719E-DD5F-816C-FC75-CE63173C88A7}"/>
                      </a:ext>
                    </a:extLst>
                  </p:cNvPr>
                  <p:cNvSpPr txBox="1"/>
                  <p:nvPr/>
                </p:nvSpPr>
                <p:spPr>
                  <a:xfrm>
                    <a:off x="3784857" y="2936431"/>
                    <a:ext cx="643509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81C9719E-DD5F-816C-FC75-CE63173C88A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84857" y="2936431"/>
                    <a:ext cx="643509" cy="52322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04B9338E-9E54-BE82-988F-950C6B2D8C2D}"/>
                      </a:ext>
                    </a:extLst>
                  </p:cNvPr>
                  <p:cNvSpPr txBox="1"/>
                  <p:nvPr/>
                </p:nvSpPr>
                <p:spPr>
                  <a:xfrm>
                    <a:off x="3778254" y="4276864"/>
                    <a:ext cx="845552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𝐵𝑂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04B9338E-9E54-BE82-988F-950C6B2D8C2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78254" y="4276864"/>
                    <a:ext cx="845552" cy="523220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DC4A7514-0D4E-B85E-B7AA-234987002CB2}"/>
                      </a:ext>
                    </a:extLst>
                  </p:cNvPr>
                  <p:cNvSpPr txBox="1"/>
                  <p:nvPr/>
                </p:nvSpPr>
                <p:spPr>
                  <a:xfrm>
                    <a:off x="1274055" y="4184791"/>
                    <a:ext cx="822854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𝐴𝑂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DC4A7514-0D4E-B85E-B7AA-234987002CB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74055" y="4184791"/>
                    <a:ext cx="822854" cy="523220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81E62212-4ADE-E266-557D-9A0A0B0A6CF3}"/>
                      </a:ext>
                    </a:extLst>
                  </p:cNvPr>
                  <p:cNvSpPr txBox="1"/>
                  <p:nvPr/>
                </p:nvSpPr>
                <p:spPr>
                  <a:xfrm>
                    <a:off x="2134469" y="3672178"/>
                    <a:ext cx="647677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81E62212-4ADE-E266-557D-9A0A0B0A6CF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34469" y="3672178"/>
                    <a:ext cx="647677" cy="523220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9D8EDF8D-55AF-BFE4-2F14-8229D17D6A48}"/>
                </a:ext>
              </a:extLst>
            </p:cNvPr>
            <p:cNvSpPr/>
            <p:nvPr/>
          </p:nvSpPr>
          <p:spPr>
            <a:xfrm rot="4940850">
              <a:off x="10116513" y="2365006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1FC8E89C-2470-B0B7-040D-4600924267D2}"/>
                </a:ext>
              </a:extLst>
            </p:cNvPr>
            <p:cNvSpPr/>
            <p:nvPr/>
          </p:nvSpPr>
          <p:spPr>
            <a:xfrm rot="17040372">
              <a:off x="8417053" y="2377577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49E619E9-E4A6-E637-6D84-E881C6E3603D}"/>
                </a:ext>
              </a:extLst>
            </p:cNvPr>
            <p:cNvSpPr/>
            <p:nvPr/>
          </p:nvSpPr>
          <p:spPr>
            <a:xfrm rot="684613">
              <a:off x="9157674" y="3274844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Isosceles Triangle 18">
              <a:extLst>
                <a:ext uri="{FF2B5EF4-FFF2-40B4-BE49-F238E27FC236}">
                  <a16:creationId xmlns:a16="http://schemas.microsoft.com/office/drawing/2014/main" id="{ECA08F4C-7139-CD84-CADC-656390114A6E}"/>
                </a:ext>
              </a:extLst>
            </p:cNvPr>
            <p:cNvSpPr/>
            <p:nvPr/>
          </p:nvSpPr>
          <p:spPr>
            <a:xfrm rot="10800000">
              <a:off x="8911333" y="3234473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E079FF23-6933-AD92-2C21-D42E6402FE3B}"/>
              </a:ext>
            </a:extLst>
          </p:cNvPr>
          <p:cNvSpPr txBox="1"/>
          <p:nvPr/>
        </p:nvSpPr>
        <p:spPr>
          <a:xfrm>
            <a:off x="1176265" y="409531"/>
            <a:ext cx="415049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Scalar potential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2433E13-BB84-63F7-C5BF-1B6F837474B7}"/>
              </a:ext>
            </a:extLst>
          </p:cNvPr>
          <p:cNvSpPr txBox="1"/>
          <p:nvPr/>
        </p:nvSpPr>
        <p:spPr>
          <a:xfrm>
            <a:off x="6821760" y="409531"/>
            <a:ext cx="428835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Vector potential</a:t>
            </a:r>
          </a:p>
        </p:txBody>
      </p:sp>
    </p:spTree>
    <p:extLst>
      <p:ext uri="{BB962C8B-B14F-4D97-AF65-F5344CB8AC3E}">
        <p14:creationId xmlns:p14="http://schemas.microsoft.com/office/powerpoint/2010/main" val="35052350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A9E8D-8752-1098-9555-93F6222B4A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273C5795-61AE-6FE7-BB74-A7D48A123967}"/>
              </a:ext>
            </a:extLst>
          </p:cNvPr>
          <p:cNvGrpSpPr/>
          <p:nvPr/>
        </p:nvGrpSpPr>
        <p:grpSpPr>
          <a:xfrm>
            <a:off x="764562" y="1727283"/>
            <a:ext cx="4239462" cy="4161364"/>
            <a:chOff x="7537708" y="528483"/>
            <a:chExt cx="3948431" cy="3875694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467961EB-D0BE-A62E-B5ED-9AE75F995F1B}"/>
                </a:ext>
              </a:extLst>
            </p:cNvPr>
            <p:cNvCxnSpPr>
              <a:cxnSpLocks/>
            </p:cNvCxnSpPr>
            <p:nvPr/>
          </p:nvCxnSpPr>
          <p:spPr>
            <a:xfrm>
              <a:off x="8175625" y="1984375"/>
              <a:ext cx="1597025" cy="1989487"/>
            </a:xfrm>
            <a:prstGeom prst="line">
              <a:avLst/>
            </a:pr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92DFAFCC-A1D0-04E3-4D13-FEC975E2D2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72650" y="1142999"/>
              <a:ext cx="1611630" cy="2830863"/>
            </a:xfrm>
            <a:prstGeom prst="line">
              <a:avLst/>
            </a:pr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F911FFA-1A62-F5BC-3E50-A714C2056A71}"/>
                    </a:ext>
                  </a:extLst>
                </p:cNvPr>
                <p:cNvSpPr txBox="1"/>
                <p:nvPr/>
              </p:nvSpPr>
              <p:spPr>
                <a:xfrm>
                  <a:off x="7537708" y="1478280"/>
                  <a:ext cx="623312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81B7C11-DD8D-15A1-EB61-64AAC62D55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37708" y="1478280"/>
                  <a:ext cx="623312" cy="52322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15DB4648-81BF-612E-AAF6-28A7DA49B186}"/>
                    </a:ext>
                  </a:extLst>
                </p:cNvPr>
                <p:cNvSpPr txBox="1"/>
                <p:nvPr/>
              </p:nvSpPr>
              <p:spPr>
                <a:xfrm>
                  <a:off x="10835641" y="643882"/>
                  <a:ext cx="650498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ED5FE76E-F32B-922D-06EE-79557219E7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35641" y="643882"/>
                  <a:ext cx="650498" cy="52322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F89C8C5A-9BA3-DEF3-37C6-E50782523CD3}"/>
                    </a:ext>
                  </a:extLst>
                </p:cNvPr>
                <p:cNvSpPr txBox="1"/>
                <p:nvPr/>
              </p:nvSpPr>
              <p:spPr>
                <a:xfrm>
                  <a:off x="10660528" y="2182010"/>
                  <a:ext cx="825611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𝐵𝑂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8F311E9-EEBC-8FDF-E474-C77922D674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60528" y="2182010"/>
                  <a:ext cx="825611" cy="52322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CD9DA58-FC8F-0656-FDE6-2126C9AE6471}"/>
                    </a:ext>
                  </a:extLst>
                </p:cNvPr>
                <p:cNvSpPr txBox="1"/>
                <p:nvPr/>
              </p:nvSpPr>
              <p:spPr>
                <a:xfrm>
                  <a:off x="7921815" y="2360918"/>
                  <a:ext cx="802912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𝐴𝑂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C042D0FC-BFB6-2037-01B2-0853E00AE8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1815" y="2360918"/>
                  <a:ext cx="802912" cy="52322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Isosceles Triangle 8">
              <a:extLst>
                <a:ext uri="{FF2B5EF4-FFF2-40B4-BE49-F238E27FC236}">
                  <a16:creationId xmlns:a16="http://schemas.microsoft.com/office/drawing/2014/main" id="{A5A7369A-EED7-CABC-83E8-BDF712C83496}"/>
                </a:ext>
              </a:extLst>
            </p:cNvPr>
            <p:cNvSpPr/>
            <p:nvPr/>
          </p:nvSpPr>
          <p:spPr>
            <a:xfrm rot="1876746">
              <a:off x="10489043" y="2478419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Isosceles Triangle 9">
              <a:extLst>
                <a:ext uri="{FF2B5EF4-FFF2-40B4-BE49-F238E27FC236}">
                  <a16:creationId xmlns:a16="http://schemas.microsoft.com/office/drawing/2014/main" id="{07C1148E-5EA5-BC93-44D5-F07A7016C92F}"/>
                </a:ext>
              </a:extLst>
            </p:cNvPr>
            <p:cNvSpPr/>
            <p:nvPr/>
          </p:nvSpPr>
          <p:spPr>
            <a:xfrm rot="19137032">
              <a:off x="8686237" y="2658051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9C427E5-A62F-0352-CADB-44624074FBD2}"/>
                </a:ext>
              </a:extLst>
            </p:cNvPr>
            <p:cNvSpPr/>
            <p:nvPr/>
          </p:nvSpPr>
          <p:spPr>
            <a:xfrm>
              <a:off x="8161020" y="1142999"/>
              <a:ext cx="3223260" cy="861137"/>
            </a:xfrm>
            <a:custGeom>
              <a:avLst/>
              <a:gdLst>
                <a:gd name="connsiteX0" fmla="*/ 0 w 2682240"/>
                <a:gd name="connsiteY0" fmla="*/ 662940 h 662940"/>
                <a:gd name="connsiteX1" fmla="*/ 830580 w 2682240"/>
                <a:gd name="connsiteY1" fmla="*/ 274320 h 662940"/>
                <a:gd name="connsiteX2" fmla="*/ 1950720 w 2682240"/>
                <a:gd name="connsiteY2" fmla="*/ 312420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1950720 w 2682240"/>
                <a:gd name="connsiteY2" fmla="*/ 312420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82240" h="662940">
                  <a:moveTo>
                    <a:pt x="0" y="662940"/>
                  </a:moveTo>
                  <a:cubicBezTo>
                    <a:pt x="252730" y="497840"/>
                    <a:pt x="442931" y="185270"/>
                    <a:pt x="783023" y="98334"/>
                  </a:cubicBezTo>
                  <a:cubicBezTo>
                    <a:pt x="1123115" y="11398"/>
                    <a:pt x="1726656" y="113714"/>
                    <a:pt x="2040551" y="141322"/>
                  </a:cubicBezTo>
                  <a:cubicBezTo>
                    <a:pt x="2354446" y="168930"/>
                    <a:pt x="2470785" y="133350"/>
                    <a:pt x="2682240" y="0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Isosceles Triangle 11">
              <a:extLst>
                <a:ext uri="{FF2B5EF4-FFF2-40B4-BE49-F238E27FC236}">
                  <a16:creationId xmlns:a16="http://schemas.microsoft.com/office/drawing/2014/main" id="{516E0089-F063-DE35-C8DF-B36B9BFF91A5}"/>
                </a:ext>
              </a:extLst>
            </p:cNvPr>
            <p:cNvSpPr/>
            <p:nvPr/>
          </p:nvSpPr>
          <p:spPr>
            <a:xfrm rot="5868436">
              <a:off x="9635153" y="1139782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434D14BD-B626-2D58-68F3-5311F05E270A}"/>
                    </a:ext>
                  </a:extLst>
                </p:cNvPr>
                <p:cNvSpPr txBox="1"/>
                <p:nvPr/>
              </p:nvSpPr>
              <p:spPr>
                <a:xfrm>
                  <a:off x="9315498" y="528483"/>
                  <a:ext cx="465191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9446BF0A-0C53-2DBD-3AB1-D4E755C8B92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15498" y="528483"/>
                  <a:ext cx="465191" cy="52322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A0884A98-81CB-3FF3-20F3-8A23FD72172C}"/>
                    </a:ext>
                  </a:extLst>
                </p:cNvPr>
                <p:cNvSpPr txBox="1"/>
                <p:nvPr/>
              </p:nvSpPr>
              <p:spPr>
                <a:xfrm>
                  <a:off x="9663232" y="3880957"/>
                  <a:ext cx="654666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𝑂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2E3ABFB-9B4B-5536-C034-4FB1EA268C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63232" y="3880957"/>
                  <a:ext cx="654666" cy="52322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D5A8DAD-88D9-B368-2234-5BEF70DB5CE2}"/>
              </a:ext>
            </a:extLst>
          </p:cNvPr>
          <p:cNvGrpSpPr/>
          <p:nvPr/>
        </p:nvGrpSpPr>
        <p:grpSpPr>
          <a:xfrm>
            <a:off x="7107054" y="1363587"/>
            <a:ext cx="3520284" cy="4217406"/>
            <a:chOff x="7492546" y="207002"/>
            <a:chExt cx="3673978" cy="4401535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58EF505-C39D-AA4F-F7C4-FC420B1007F2}"/>
                </a:ext>
              </a:extLst>
            </p:cNvPr>
            <p:cNvGrpSpPr/>
            <p:nvPr/>
          </p:nvGrpSpPr>
          <p:grpSpPr>
            <a:xfrm>
              <a:off x="7492546" y="207002"/>
              <a:ext cx="3673978" cy="4401535"/>
              <a:chOff x="1221579" y="1260711"/>
              <a:chExt cx="3673978" cy="4401535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860ED5F6-97C0-2FBE-2C26-18EC2D913B27}"/>
                  </a:ext>
                </a:extLst>
              </p:cNvPr>
              <p:cNvGrpSpPr/>
              <p:nvPr/>
            </p:nvGrpSpPr>
            <p:grpSpPr>
              <a:xfrm>
                <a:off x="1221579" y="1447610"/>
                <a:ext cx="3673978" cy="4214636"/>
                <a:chOff x="1390391" y="1651592"/>
                <a:chExt cx="2399570" cy="3136308"/>
              </a:xfrm>
            </p:grpSpPr>
            <p:sp>
              <p:nvSpPr>
                <p:cNvPr id="29" name="Freeform: Shape 28">
                  <a:extLst>
                    <a:ext uri="{FF2B5EF4-FFF2-40B4-BE49-F238E27FC236}">
                      <a16:creationId xmlns:a16="http://schemas.microsoft.com/office/drawing/2014/main" id="{C354F135-8CAF-311B-B788-CF77F1F8CC3A}"/>
                    </a:ext>
                  </a:extLst>
                </p:cNvPr>
                <p:cNvSpPr/>
                <p:nvPr/>
              </p:nvSpPr>
              <p:spPr>
                <a:xfrm>
                  <a:off x="1390724" y="2701572"/>
                  <a:ext cx="1260926" cy="506587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260926"/>
                    <a:gd name="connsiteY0" fmla="*/ 0 h 506437"/>
                    <a:gd name="connsiteX1" fmla="*/ 295421 w 1260926"/>
                    <a:gd name="connsiteY1" fmla="*/ 393896 h 506437"/>
                    <a:gd name="connsiteX2" fmla="*/ 1260926 w 1260926"/>
                    <a:gd name="connsiteY2" fmla="*/ 506437 h 506437"/>
                    <a:gd name="connsiteX0" fmla="*/ 0 w 1260926"/>
                    <a:gd name="connsiteY0" fmla="*/ 0 h 506587"/>
                    <a:gd name="connsiteX1" fmla="*/ 295421 w 1260926"/>
                    <a:gd name="connsiteY1" fmla="*/ 393896 h 506587"/>
                    <a:gd name="connsiteX2" fmla="*/ 1260926 w 1260926"/>
                    <a:gd name="connsiteY2" fmla="*/ 506437 h 506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260926" h="506587">
                      <a:moveTo>
                        <a:pt x="0" y="0"/>
                      </a:moveTo>
                      <a:cubicBezTo>
                        <a:pt x="365" y="178558"/>
                        <a:pt x="105507" y="309490"/>
                        <a:pt x="295421" y="393896"/>
                      </a:cubicBezTo>
                      <a:cubicBezTo>
                        <a:pt x="485335" y="478302"/>
                        <a:pt x="924327" y="509037"/>
                        <a:pt x="1260926" y="50643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Freeform: Shape 29">
                  <a:extLst>
                    <a:ext uri="{FF2B5EF4-FFF2-40B4-BE49-F238E27FC236}">
                      <a16:creationId xmlns:a16="http://schemas.microsoft.com/office/drawing/2014/main" id="{9F1A971A-6C2A-3B00-17FE-D6A9B03E0C20}"/>
                    </a:ext>
                  </a:extLst>
                </p:cNvPr>
                <p:cNvSpPr/>
                <p:nvPr/>
              </p:nvSpPr>
              <p:spPr>
                <a:xfrm flipH="1">
                  <a:off x="2649270" y="2700479"/>
                  <a:ext cx="1139510" cy="507382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7382"/>
                    <a:gd name="connsiteX1" fmla="*/ 295421 w 1139483"/>
                    <a:gd name="connsiteY1" fmla="*/ 393896 h 507382"/>
                    <a:gd name="connsiteX2" fmla="*/ 1139483 w 1139483"/>
                    <a:gd name="connsiteY2" fmla="*/ 506437 h 507382"/>
                    <a:gd name="connsiteX0" fmla="*/ 27 w 1139510"/>
                    <a:gd name="connsiteY0" fmla="*/ 0 h 507382"/>
                    <a:gd name="connsiteX1" fmla="*/ 295448 w 1139510"/>
                    <a:gd name="connsiteY1" fmla="*/ 393896 h 507382"/>
                    <a:gd name="connsiteX2" fmla="*/ 1139510 w 1139510"/>
                    <a:gd name="connsiteY2" fmla="*/ 506437 h 5073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139510" h="507382">
                      <a:moveTo>
                        <a:pt x="27" y="0"/>
                      </a:moveTo>
                      <a:cubicBezTo>
                        <a:pt x="-1989" y="195227"/>
                        <a:pt x="105534" y="309490"/>
                        <a:pt x="295448" y="393896"/>
                      </a:cubicBezTo>
                      <a:cubicBezTo>
                        <a:pt x="485362" y="478302"/>
                        <a:pt x="812436" y="513801"/>
                        <a:pt x="1139510" y="50643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1" name="Freeform: Shape 30">
                  <a:extLst>
                    <a:ext uri="{FF2B5EF4-FFF2-40B4-BE49-F238E27FC236}">
                      <a16:creationId xmlns:a16="http://schemas.microsoft.com/office/drawing/2014/main" id="{B3F878F7-186D-7E14-CEA2-607C13156732}"/>
                    </a:ext>
                  </a:extLst>
                </p:cNvPr>
                <p:cNvSpPr/>
                <p:nvPr/>
              </p:nvSpPr>
              <p:spPr>
                <a:xfrm flipV="1">
                  <a:off x="1390723" y="2297475"/>
                  <a:ext cx="982320" cy="404098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994226"/>
                    <a:gd name="connsiteY0" fmla="*/ 0 h 465956"/>
                    <a:gd name="connsiteX1" fmla="*/ 295421 w 994226"/>
                    <a:gd name="connsiteY1" fmla="*/ 393896 h 465956"/>
                    <a:gd name="connsiteX2" fmla="*/ 994226 w 994226"/>
                    <a:gd name="connsiteY2" fmla="*/ 465956 h 465956"/>
                    <a:gd name="connsiteX0" fmla="*/ 0 w 994226"/>
                    <a:gd name="connsiteY0" fmla="*/ 0 h 465956"/>
                    <a:gd name="connsiteX1" fmla="*/ 321615 w 994226"/>
                    <a:gd name="connsiteY1" fmla="*/ 358178 h 465956"/>
                    <a:gd name="connsiteX2" fmla="*/ 994226 w 994226"/>
                    <a:gd name="connsiteY2" fmla="*/ 465956 h 465956"/>
                    <a:gd name="connsiteX0" fmla="*/ 0 w 982320"/>
                    <a:gd name="connsiteY0" fmla="*/ 0 h 396466"/>
                    <a:gd name="connsiteX1" fmla="*/ 321615 w 982320"/>
                    <a:gd name="connsiteY1" fmla="*/ 358178 h 396466"/>
                    <a:gd name="connsiteX2" fmla="*/ 982320 w 982320"/>
                    <a:gd name="connsiteY2" fmla="*/ 373087 h 396466"/>
                    <a:gd name="connsiteX0" fmla="*/ 0 w 982320"/>
                    <a:gd name="connsiteY0" fmla="*/ 0 h 404098"/>
                    <a:gd name="connsiteX1" fmla="*/ 321615 w 982320"/>
                    <a:gd name="connsiteY1" fmla="*/ 358178 h 404098"/>
                    <a:gd name="connsiteX2" fmla="*/ 982320 w 982320"/>
                    <a:gd name="connsiteY2" fmla="*/ 373087 h 4040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982320" h="404098">
                      <a:moveTo>
                        <a:pt x="0" y="0"/>
                      </a:moveTo>
                      <a:cubicBezTo>
                        <a:pt x="2747" y="169032"/>
                        <a:pt x="131701" y="273772"/>
                        <a:pt x="321615" y="358178"/>
                      </a:cubicBezTo>
                      <a:cubicBezTo>
                        <a:pt x="511529" y="442584"/>
                        <a:pt x="648102" y="387594"/>
                        <a:pt x="982320" y="37308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2" name="Freeform: Shape 31">
                  <a:extLst>
                    <a:ext uri="{FF2B5EF4-FFF2-40B4-BE49-F238E27FC236}">
                      <a16:creationId xmlns:a16="http://schemas.microsoft.com/office/drawing/2014/main" id="{32108133-94A0-E718-AB2F-516CA8C4B40C}"/>
                    </a:ext>
                  </a:extLst>
                </p:cNvPr>
                <p:cNvSpPr/>
                <p:nvPr/>
              </p:nvSpPr>
              <p:spPr>
                <a:xfrm flipH="1" flipV="1">
                  <a:off x="2464740" y="2297853"/>
                  <a:ext cx="1325221" cy="410203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210921"/>
                    <a:gd name="connsiteY0" fmla="*/ 0 h 370706"/>
                    <a:gd name="connsiteX1" fmla="*/ 366859 w 1210921"/>
                    <a:gd name="connsiteY1" fmla="*/ 258165 h 370706"/>
                    <a:gd name="connsiteX2" fmla="*/ 1210921 w 1210921"/>
                    <a:gd name="connsiteY2" fmla="*/ 370706 h 370706"/>
                    <a:gd name="connsiteX0" fmla="*/ 0 w 1210921"/>
                    <a:gd name="connsiteY0" fmla="*/ 0 h 370706"/>
                    <a:gd name="connsiteX1" fmla="*/ 366859 w 1210921"/>
                    <a:gd name="connsiteY1" fmla="*/ 258165 h 370706"/>
                    <a:gd name="connsiteX2" fmla="*/ 1210921 w 1210921"/>
                    <a:gd name="connsiteY2" fmla="*/ 370706 h 370706"/>
                    <a:gd name="connsiteX0" fmla="*/ 0 w 1210921"/>
                    <a:gd name="connsiteY0" fmla="*/ 0 h 373087"/>
                    <a:gd name="connsiteX1" fmla="*/ 366859 w 1210921"/>
                    <a:gd name="connsiteY1" fmla="*/ 260546 h 373087"/>
                    <a:gd name="connsiteX2" fmla="*/ 1210921 w 1210921"/>
                    <a:gd name="connsiteY2" fmla="*/ 373087 h 373087"/>
                    <a:gd name="connsiteX0" fmla="*/ 0 w 1087096"/>
                    <a:gd name="connsiteY0" fmla="*/ 0 h 365944"/>
                    <a:gd name="connsiteX1" fmla="*/ 243034 w 1087096"/>
                    <a:gd name="connsiteY1" fmla="*/ 253403 h 365944"/>
                    <a:gd name="connsiteX2" fmla="*/ 1087096 w 1087096"/>
                    <a:gd name="connsiteY2" fmla="*/ 365944 h 365944"/>
                    <a:gd name="connsiteX0" fmla="*/ 0 w 1208540"/>
                    <a:gd name="connsiteY0" fmla="*/ 0 h 363563"/>
                    <a:gd name="connsiteX1" fmla="*/ 364478 w 1208540"/>
                    <a:gd name="connsiteY1" fmla="*/ 251022 h 363563"/>
                    <a:gd name="connsiteX2" fmla="*/ 1208540 w 1208540"/>
                    <a:gd name="connsiteY2" fmla="*/ 363563 h 363563"/>
                    <a:gd name="connsiteX0" fmla="*/ 0 w 1208540"/>
                    <a:gd name="connsiteY0" fmla="*/ 0 h 363563"/>
                    <a:gd name="connsiteX1" fmla="*/ 364478 w 1208540"/>
                    <a:gd name="connsiteY1" fmla="*/ 251022 h 363563"/>
                    <a:gd name="connsiteX2" fmla="*/ 1208540 w 1208540"/>
                    <a:gd name="connsiteY2" fmla="*/ 363563 h 363563"/>
                    <a:gd name="connsiteX0" fmla="*/ 0 w 1210921"/>
                    <a:gd name="connsiteY0" fmla="*/ 0 h 368325"/>
                    <a:gd name="connsiteX1" fmla="*/ 366859 w 1210921"/>
                    <a:gd name="connsiteY1" fmla="*/ 255784 h 368325"/>
                    <a:gd name="connsiteX2" fmla="*/ 1210921 w 1210921"/>
                    <a:gd name="connsiteY2" fmla="*/ 368325 h 368325"/>
                    <a:gd name="connsiteX0" fmla="*/ 0 w 1208540"/>
                    <a:gd name="connsiteY0" fmla="*/ 0 h 373087"/>
                    <a:gd name="connsiteX1" fmla="*/ 364478 w 1208540"/>
                    <a:gd name="connsiteY1" fmla="*/ 260546 h 373087"/>
                    <a:gd name="connsiteX2" fmla="*/ 1208540 w 1208540"/>
                    <a:gd name="connsiteY2" fmla="*/ 373087 h 373087"/>
                    <a:gd name="connsiteX0" fmla="*/ 0 w 1363321"/>
                    <a:gd name="connsiteY0" fmla="*/ 0 h 380231"/>
                    <a:gd name="connsiteX1" fmla="*/ 364478 w 1363321"/>
                    <a:gd name="connsiteY1" fmla="*/ 260546 h 380231"/>
                    <a:gd name="connsiteX2" fmla="*/ 1363321 w 1363321"/>
                    <a:gd name="connsiteY2" fmla="*/ 380231 h 380231"/>
                    <a:gd name="connsiteX0" fmla="*/ 0 w 1325221"/>
                    <a:gd name="connsiteY0" fmla="*/ 0 h 377850"/>
                    <a:gd name="connsiteX1" fmla="*/ 364478 w 1325221"/>
                    <a:gd name="connsiteY1" fmla="*/ 260546 h 377850"/>
                    <a:gd name="connsiteX2" fmla="*/ 1325221 w 1325221"/>
                    <a:gd name="connsiteY2" fmla="*/ 377850 h 377850"/>
                    <a:gd name="connsiteX0" fmla="*/ 0 w 1325221"/>
                    <a:gd name="connsiteY0" fmla="*/ 0 h 377982"/>
                    <a:gd name="connsiteX1" fmla="*/ 364478 w 1325221"/>
                    <a:gd name="connsiteY1" fmla="*/ 260546 h 377982"/>
                    <a:gd name="connsiteX2" fmla="*/ 1325221 w 1325221"/>
                    <a:gd name="connsiteY2" fmla="*/ 377850 h 377982"/>
                    <a:gd name="connsiteX0" fmla="*/ 0 w 1325221"/>
                    <a:gd name="connsiteY0" fmla="*/ 0 h 378132"/>
                    <a:gd name="connsiteX1" fmla="*/ 219222 w 1325221"/>
                    <a:gd name="connsiteY1" fmla="*/ 281977 h 378132"/>
                    <a:gd name="connsiteX2" fmla="*/ 1325221 w 1325221"/>
                    <a:gd name="connsiteY2" fmla="*/ 377850 h 37813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407062"/>
                    <a:gd name="connsiteX1" fmla="*/ 433534 w 1325221"/>
                    <a:gd name="connsiteY1" fmla="*/ 365320 h 407062"/>
                    <a:gd name="connsiteX2" fmla="*/ 1325221 w 1325221"/>
                    <a:gd name="connsiteY2" fmla="*/ 377850 h 407062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25221" h="410203">
                      <a:moveTo>
                        <a:pt x="0" y="0"/>
                      </a:moveTo>
                      <a:cubicBezTo>
                        <a:pt x="7510" y="116645"/>
                        <a:pt x="243620" y="273770"/>
                        <a:pt x="433534" y="365320"/>
                      </a:cubicBezTo>
                      <a:cubicBezTo>
                        <a:pt x="623448" y="456870"/>
                        <a:pt x="1000529" y="380450"/>
                        <a:pt x="1325221" y="377850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4F7C703C-5C0D-3B32-8F4F-2E863608043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19225" y="2863850"/>
                  <a:ext cx="953818" cy="1924050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980E2149-E08C-77E2-E17D-0B8F5950905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373043" y="2901293"/>
                  <a:ext cx="1371265" cy="1886607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8E21384E-AA19-2CA7-DC57-E0ABCA92B4F5}"/>
                    </a:ext>
                  </a:extLst>
                </p:cNvPr>
                <p:cNvCxnSpPr>
                  <a:stCxn id="30" idx="2"/>
                </p:cNvCxnSpPr>
                <p:nvPr/>
              </p:nvCxnSpPr>
              <p:spPr>
                <a:xfrm flipH="1">
                  <a:off x="2373043" y="3206916"/>
                  <a:ext cx="276227" cy="1580984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218F7CF9-A770-C556-5032-07D57AA8F9F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73043" y="2343150"/>
                  <a:ext cx="0" cy="2444750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sp>
              <p:nvSpPr>
                <p:cNvPr id="37" name="Freeform: Shape 36">
                  <a:extLst>
                    <a:ext uri="{FF2B5EF4-FFF2-40B4-BE49-F238E27FC236}">
                      <a16:creationId xmlns:a16="http://schemas.microsoft.com/office/drawing/2014/main" id="{B8CBF735-2868-E0CF-E80E-89C5C518AE99}"/>
                    </a:ext>
                  </a:extLst>
                </p:cNvPr>
                <p:cNvSpPr/>
                <p:nvPr/>
              </p:nvSpPr>
              <p:spPr>
                <a:xfrm>
                  <a:off x="1390391" y="1651592"/>
                  <a:ext cx="2397188" cy="1060211"/>
                </a:xfrm>
                <a:custGeom>
                  <a:avLst/>
                  <a:gdLst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330291"/>
                    <a:gd name="connsiteY0" fmla="*/ 1288023 h 1288023"/>
                    <a:gd name="connsiteX1" fmla="*/ 663269 w 2330291"/>
                    <a:gd name="connsiteY1" fmla="*/ 178837 h 1288023"/>
                    <a:gd name="connsiteX2" fmla="*/ 1598771 w 2330291"/>
                    <a:gd name="connsiteY2" fmla="*/ 73330 h 1288023"/>
                    <a:gd name="connsiteX3" fmla="*/ 2330291 w 2330291"/>
                    <a:gd name="connsiteY3" fmla="*/ 903323 h 1288023"/>
                    <a:gd name="connsiteX0" fmla="*/ 165 w 2330456"/>
                    <a:gd name="connsiteY0" fmla="*/ 1288023 h 1288023"/>
                    <a:gd name="connsiteX1" fmla="*/ 663434 w 2330456"/>
                    <a:gd name="connsiteY1" fmla="*/ 178837 h 1288023"/>
                    <a:gd name="connsiteX2" fmla="*/ 1598936 w 2330456"/>
                    <a:gd name="connsiteY2" fmla="*/ 73330 h 1288023"/>
                    <a:gd name="connsiteX3" fmla="*/ 2330456 w 2330456"/>
                    <a:gd name="connsiteY3" fmla="*/ 903323 h 1288023"/>
                    <a:gd name="connsiteX0" fmla="*/ 165 w 2330456"/>
                    <a:gd name="connsiteY0" fmla="*/ 1273056 h 1273056"/>
                    <a:gd name="connsiteX1" fmla="*/ 663434 w 2330456"/>
                    <a:gd name="connsiteY1" fmla="*/ 178158 h 1273056"/>
                    <a:gd name="connsiteX2" fmla="*/ 1598936 w 2330456"/>
                    <a:gd name="connsiteY2" fmla="*/ 72651 h 1273056"/>
                    <a:gd name="connsiteX3" fmla="*/ 2330456 w 2330456"/>
                    <a:gd name="connsiteY3" fmla="*/ 902644 h 1273056"/>
                    <a:gd name="connsiteX0" fmla="*/ 211 w 2330502"/>
                    <a:gd name="connsiteY0" fmla="*/ 1242225 h 1242225"/>
                    <a:gd name="connsiteX1" fmla="*/ 572992 w 2330502"/>
                    <a:gd name="connsiteY1" fmla="*/ 280677 h 1242225"/>
                    <a:gd name="connsiteX2" fmla="*/ 1598982 w 2330502"/>
                    <a:gd name="connsiteY2" fmla="*/ 41820 h 1242225"/>
                    <a:gd name="connsiteX3" fmla="*/ 2330502 w 2330502"/>
                    <a:gd name="connsiteY3" fmla="*/ 871813 h 1242225"/>
                    <a:gd name="connsiteX0" fmla="*/ 222 w 2330513"/>
                    <a:gd name="connsiteY0" fmla="*/ 1032955 h 1032955"/>
                    <a:gd name="connsiteX1" fmla="*/ 573003 w 2330513"/>
                    <a:gd name="connsiteY1" fmla="*/ 71407 h 1032955"/>
                    <a:gd name="connsiteX2" fmla="*/ 1689481 w 2330513"/>
                    <a:gd name="connsiteY2" fmla="*/ 151638 h 1032955"/>
                    <a:gd name="connsiteX3" fmla="*/ 2330513 w 2330513"/>
                    <a:gd name="connsiteY3" fmla="*/ 662543 h 1032955"/>
                    <a:gd name="connsiteX0" fmla="*/ 222 w 2397188"/>
                    <a:gd name="connsiteY0" fmla="*/ 1032955 h 1060211"/>
                    <a:gd name="connsiteX1" fmla="*/ 573003 w 2397188"/>
                    <a:gd name="connsiteY1" fmla="*/ 71407 h 1060211"/>
                    <a:gd name="connsiteX2" fmla="*/ 1689481 w 2397188"/>
                    <a:gd name="connsiteY2" fmla="*/ 151638 h 1060211"/>
                    <a:gd name="connsiteX3" fmla="*/ 2397188 w 2397188"/>
                    <a:gd name="connsiteY3" fmla="*/ 1060211 h 1060211"/>
                    <a:gd name="connsiteX0" fmla="*/ 222 w 2397188"/>
                    <a:gd name="connsiteY0" fmla="*/ 1032955 h 1060211"/>
                    <a:gd name="connsiteX1" fmla="*/ 573003 w 2397188"/>
                    <a:gd name="connsiteY1" fmla="*/ 71407 h 1060211"/>
                    <a:gd name="connsiteX2" fmla="*/ 1689481 w 2397188"/>
                    <a:gd name="connsiteY2" fmla="*/ 151638 h 1060211"/>
                    <a:gd name="connsiteX3" fmla="*/ 2397188 w 2397188"/>
                    <a:gd name="connsiteY3" fmla="*/ 1060211 h 106021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397188" h="1060211">
                      <a:moveTo>
                        <a:pt x="222" y="1032955"/>
                      </a:moveTo>
                      <a:cubicBezTo>
                        <a:pt x="-9340" y="677636"/>
                        <a:pt x="291460" y="218293"/>
                        <a:pt x="573003" y="71407"/>
                      </a:cubicBezTo>
                      <a:cubicBezTo>
                        <a:pt x="854546" y="-75479"/>
                        <a:pt x="1411644" y="30890"/>
                        <a:pt x="1689481" y="151638"/>
                      </a:cubicBezTo>
                      <a:cubicBezTo>
                        <a:pt x="1967318" y="272386"/>
                        <a:pt x="2386234" y="705588"/>
                        <a:pt x="2397188" y="1060211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E7F5C8DF-54C4-7710-7CAD-5FCD3A180C87}"/>
                      </a:ext>
                    </a:extLst>
                  </p:cNvPr>
                  <p:cNvSpPr txBox="1"/>
                  <p:nvPr/>
                </p:nvSpPr>
                <p:spPr>
                  <a:xfrm>
                    <a:off x="3789604" y="1260711"/>
                    <a:ext cx="463588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119BD0A1-4391-5E8F-FE27-F04711DA90C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89604" y="1260711"/>
                    <a:ext cx="463588" cy="52322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B6ACD4E6-4085-1679-2E99-9D1F3FD6ED33}"/>
                      </a:ext>
                    </a:extLst>
                  </p:cNvPr>
                  <p:cNvSpPr txBox="1"/>
                  <p:nvPr/>
                </p:nvSpPr>
                <p:spPr>
                  <a:xfrm>
                    <a:off x="1995921" y="1783931"/>
                    <a:ext cx="616323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AC6C6D18-591D-CD33-6EB2-B4AA511DC58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5921" y="1783931"/>
                    <a:ext cx="616323" cy="52322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A88670E6-C888-8AA3-7767-EDB262B85AA9}"/>
                      </a:ext>
                    </a:extLst>
                  </p:cNvPr>
                  <p:cNvSpPr txBox="1"/>
                  <p:nvPr/>
                </p:nvSpPr>
                <p:spPr>
                  <a:xfrm>
                    <a:off x="3784857" y="2936431"/>
                    <a:ext cx="643509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81C9719E-DD5F-816C-FC75-CE63173C88A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84857" y="2936431"/>
                    <a:ext cx="643509" cy="52322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6BC65DDE-D8E1-8A7A-1BA3-3E818E40A92F}"/>
                      </a:ext>
                    </a:extLst>
                  </p:cNvPr>
                  <p:cNvSpPr txBox="1"/>
                  <p:nvPr/>
                </p:nvSpPr>
                <p:spPr>
                  <a:xfrm>
                    <a:off x="3778254" y="4276864"/>
                    <a:ext cx="845552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𝐵𝑂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04B9338E-9E54-BE82-988F-950C6B2D8C2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78254" y="4276864"/>
                    <a:ext cx="845552" cy="523220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A3D65EEB-1736-6830-350F-A670FC552B9C}"/>
                      </a:ext>
                    </a:extLst>
                  </p:cNvPr>
                  <p:cNvSpPr txBox="1"/>
                  <p:nvPr/>
                </p:nvSpPr>
                <p:spPr>
                  <a:xfrm>
                    <a:off x="1274055" y="4184791"/>
                    <a:ext cx="822854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𝐴𝑂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DC4A7514-0D4E-B85E-B7AA-234987002CB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74055" y="4184791"/>
                    <a:ext cx="822854" cy="523220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630657D5-64C6-57E2-7B15-89DE5C7AE1F5}"/>
                      </a:ext>
                    </a:extLst>
                  </p:cNvPr>
                  <p:cNvSpPr txBox="1"/>
                  <p:nvPr/>
                </p:nvSpPr>
                <p:spPr>
                  <a:xfrm>
                    <a:off x="2134469" y="3672178"/>
                    <a:ext cx="647677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81E62212-4ADE-E266-557D-9A0A0B0A6CF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34469" y="3672178"/>
                    <a:ext cx="647677" cy="523220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1D40B49E-086E-0432-6D65-525E37DBDA47}"/>
                </a:ext>
              </a:extLst>
            </p:cNvPr>
            <p:cNvSpPr/>
            <p:nvPr/>
          </p:nvSpPr>
          <p:spPr>
            <a:xfrm rot="4940850">
              <a:off x="10116513" y="2365006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03ADB9CC-D793-4CB0-DC4F-77AA84C69B64}"/>
                </a:ext>
              </a:extLst>
            </p:cNvPr>
            <p:cNvSpPr/>
            <p:nvPr/>
          </p:nvSpPr>
          <p:spPr>
            <a:xfrm rot="17040372">
              <a:off x="8417053" y="2377577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126E2185-5FD6-2152-E291-E72F3E3EA756}"/>
                </a:ext>
              </a:extLst>
            </p:cNvPr>
            <p:cNvSpPr/>
            <p:nvPr/>
          </p:nvSpPr>
          <p:spPr>
            <a:xfrm rot="684613">
              <a:off x="9157674" y="3274844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Isosceles Triangle 18">
              <a:extLst>
                <a:ext uri="{FF2B5EF4-FFF2-40B4-BE49-F238E27FC236}">
                  <a16:creationId xmlns:a16="http://schemas.microsoft.com/office/drawing/2014/main" id="{4EF2DE6B-9904-2887-D110-97D33C915542}"/>
                </a:ext>
              </a:extLst>
            </p:cNvPr>
            <p:cNvSpPr/>
            <p:nvPr/>
          </p:nvSpPr>
          <p:spPr>
            <a:xfrm rot="10800000">
              <a:off x="8911333" y="3234473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B53562AB-A1F7-7A18-966D-ED4666E103D9}"/>
              </a:ext>
            </a:extLst>
          </p:cNvPr>
          <p:cNvSpPr txBox="1"/>
          <p:nvPr/>
        </p:nvSpPr>
        <p:spPr>
          <a:xfrm>
            <a:off x="1176265" y="409531"/>
            <a:ext cx="415049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Scalar potential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CFA5128-E9BB-97E3-2F51-B097D6D80A37}"/>
              </a:ext>
            </a:extLst>
          </p:cNvPr>
          <p:cNvSpPr txBox="1"/>
          <p:nvPr/>
        </p:nvSpPr>
        <p:spPr>
          <a:xfrm>
            <a:off x="6821760" y="409531"/>
            <a:ext cx="428835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Vector potential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FF8984F-3273-E83A-83D3-EDA3056EE72E}"/>
                  </a:ext>
                </a:extLst>
              </p:cNvPr>
              <p:cNvSpPr txBox="1"/>
              <p:nvPr/>
            </p:nvSpPr>
            <p:spPr>
              <a:xfrm>
                <a:off x="6753463" y="5695128"/>
                <a:ext cx="4017895" cy="69474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sub>
                          </m:sSub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</m:acc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sub>
                          </m:sSub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</m:acc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∬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</m:acc>
                        </m:e>
                      </m:nary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FF8984F-3273-E83A-83D3-EDA3056EE7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3463" y="5695128"/>
                <a:ext cx="4017895" cy="69474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FB7E450-F1B5-752E-95CD-7C792B68E790}"/>
                  </a:ext>
                </a:extLst>
              </p:cNvPr>
              <p:cNvSpPr txBox="1"/>
              <p:nvPr/>
            </p:nvSpPr>
            <p:spPr>
              <a:xfrm>
                <a:off x="4515066" y="4547252"/>
                <a:ext cx="2766719" cy="69140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</m:acc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</m:acc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FB7E450-F1B5-752E-95CD-7C792B68E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5066" y="4547252"/>
                <a:ext cx="2766719" cy="691408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786520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9217D5-5C4B-5882-E18B-14BDD8D1E1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4116A96C-A590-AC04-3199-4C5F870F6623}"/>
              </a:ext>
            </a:extLst>
          </p:cNvPr>
          <p:cNvGrpSpPr/>
          <p:nvPr/>
        </p:nvGrpSpPr>
        <p:grpSpPr>
          <a:xfrm>
            <a:off x="918622" y="1237466"/>
            <a:ext cx="4239462" cy="4161364"/>
            <a:chOff x="7537708" y="528483"/>
            <a:chExt cx="3948431" cy="3875694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66E8C1ED-AE2F-29CD-7E5C-97A8ECF3ECA6}"/>
                </a:ext>
              </a:extLst>
            </p:cNvPr>
            <p:cNvCxnSpPr>
              <a:cxnSpLocks/>
            </p:cNvCxnSpPr>
            <p:nvPr/>
          </p:nvCxnSpPr>
          <p:spPr>
            <a:xfrm>
              <a:off x="8175625" y="1984375"/>
              <a:ext cx="1597025" cy="1989487"/>
            </a:xfrm>
            <a:prstGeom prst="line">
              <a:avLst/>
            </a:pr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503CAD24-6D7C-D549-1C15-1AA26DEFEAC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72650" y="1142999"/>
              <a:ext cx="1611630" cy="2830863"/>
            </a:xfrm>
            <a:prstGeom prst="line">
              <a:avLst/>
            </a:pr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9D122646-244A-3BD5-81C4-A107AE4BA518}"/>
                    </a:ext>
                  </a:extLst>
                </p:cNvPr>
                <p:cNvSpPr txBox="1"/>
                <p:nvPr/>
              </p:nvSpPr>
              <p:spPr>
                <a:xfrm>
                  <a:off x="7537708" y="1478280"/>
                  <a:ext cx="623312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81B7C11-DD8D-15A1-EB61-64AAC62D55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37708" y="1478280"/>
                  <a:ext cx="623312" cy="52322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D05113A3-C84C-1ABB-51DB-B0C765CCCC05}"/>
                    </a:ext>
                  </a:extLst>
                </p:cNvPr>
                <p:cNvSpPr txBox="1"/>
                <p:nvPr/>
              </p:nvSpPr>
              <p:spPr>
                <a:xfrm>
                  <a:off x="10835641" y="643882"/>
                  <a:ext cx="650498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ED5FE76E-F32B-922D-06EE-79557219E7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35641" y="643882"/>
                  <a:ext cx="650498" cy="52322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E8F81038-37CC-1E24-4C46-EC7D62DD11E6}"/>
                    </a:ext>
                  </a:extLst>
                </p:cNvPr>
                <p:cNvSpPr txBox="1"/>
                <p:nvPr/>
              </p:nvSpPr>
              <p:spPr>
                <a:xfrm>
                  <a:off x="10660528" y="2182010"/>
                  <a:ext cx="825611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𝐵𝑂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8F311E9-EEBC-8FDF-E474-C77922D674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60528" y="2182010"/>
                  <a:ext cx="825611" cy="52322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13118C8-298B-3F25-2E6C-931EA88FA4A3}"/>
                    </a:ext>
                  </a:extLst>
                </p:cNvPr>
                <p:cNvSpPr txBox="1"/>
                <p:nvPr/>
              </p:nvSpPr>
              <p:spPr>
                <a:xfrm>
                  <a:off x="7921815" y="2360918"/>
                  <a:ext cx="802912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𝐴𝑂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C042D0FC-BFB6-2037-01B2-0853E00AE8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1815" y="2360918"/>
                  <a:ext cx="802912" cy="52322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Isosceles Triangle 8">
              <a:extLst>
                <a:ext uri="{FF2B5EF4-FFF2-40B4-BE49-F238E27FC236}">
                  <a16:creationId xmlns:a16="http://schemas.microsoft.com/office/drawing/2014/main" id="{3FB8E45C-1045-E731-6FB7-8DD2196D2FCF}"/>
                </a:ext>
              </a:extLst>
            </p:cNvPr>
            <p:cNvSpPr/>
            <p:nvPr/>
          </p:nvSpPr>
          <p:spPr>
            <a:xfrm rot="1876746">
              <a:off x="10489043" y="2478419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Isosceles Triangle 9">
              <a:extLst>
                <a:ext uri="{FF2B5EF4-FFF2-40B4-BE49-F238E27FC236}">
                  <a16:creationId xmlns:a16="http://schemas.microsoft.com/office/drawing/2014/main" id="{D10A44BB-449E-3BE3-F04F-CB17CA55C97C}"/>
                </a:ext>
              </a:extLst>
            </p:cNvPr>
            <p:cNvSpPr/>
            <p:nvPr/>
          </p:nvSpPr>
          <p:spPr>
            <a:xfrm rot="19137032">
              <a:off x="8686237" y="2658051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20E020A1-7094-541A-4489-FAB9FBAD4B46}"/>
                </a:ext>
              </a:extLst>
            </p:cNvPr>
            <p:cNvSpPr/>
            <p:nvPr/>
          </p:nvSpPr>
          <p:spPr>
            <a:xfrm>
              <a:off x="8161020" y="1142999"/>
              <a:ext cx="3223260" cy="861137"/>
            </a:xfrm>
            <a:custGeom>
              <a:avLst/>
              <a:gdLst>
                <a:gd name="connsiteX0" fmla="*/ 0 w 2682240"/>
                <a:gd name="connsiteY0" fmla="*/ 662940 h 662940"/>
                <a:gd name="connsiteX1" fmla="*/ 830580 w 2682240"/>
                <a:gd name="connsiteY1" fmla="*/ 274320 h 662940"/>
                <a:gd name="connsiteX2" fmla="*/ 1950720 w 2682240"/>
                <a:gd name="connsiteY2" fmla="*/ 312420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1950720 w 2682240"/>
                <a:gd name="connsiteY2" fmla="*/ 312420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82240" h="662940">
                  <a:moveTo>
                    <a:pt x="0" y="662940"/>
                  </a:moveTo>
                  <a:cubicBezTo>
                    <a:pt x="252730" y="497840"/>
                    <a:pt x="442931" y="185270"/>
                    <a:pt x="783023" y="98334"/>
                  </a:cubicBezTo>
                  <a:cubicBezTo>
                    <a:pt x="1123115" y="11398"/>
                    <a:pt x="1726656" y="113714"/>
                    <a:pt x="2040551" y="141322"/>
                  </a:cubicBezTo>
                  <a:cubicBezTo>
                    <a:pt x="2354446" y="168930"/>
                    <a:pt x="2470785" y="133350"/>
                    <a:pt x="2682240" y="0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Isosceles Triangle 11">
              <a:extLst>
                <a:ext uri="{FF2B5EF4-FFF2-40B4-BE49-F238E27FC236}">
                  <a16:creationId xmlns:a16="http://schemas.microsoft.com/office/drawing/2014/main" id="{BA6C784F-C8C6-D161-2B8C-552B3528DBDB}"/>
                </a:ext>
              </a:extLst>
            </p:cNvPr>
            <p:cNvSpPr/>
            <p:nvPr/>
          </p:nvSpPr>
          <p:spPr>
            <a:xfrm rot="5868436">
              <a:off x="9635153" y="1139782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2F58B552-0894-6EE1-D493-E8BED7C18E4B}"/>
                    </a:ext>
                  </a:extLst>
                </p:cNvPr>
                <p:cNvSpPr txBox="1"/>
                <p:nvPr/>
              </p:nvSpPr>
              <p:spPr>
                <a:xfrm>
                  <a:off x="9315498" y="528483"/>
                  <a:ext cx="465191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9446BF0A-0C53-2DBD-3AB1-D4E755C8B92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15498" y="528483"/>
                  <a:ext cx="465191" cy="52322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C4869072-14D0-19AB-2C5D-2A067482A29C}"/>
                    </a:ext>
                  </a:extLst>
                </p:cNvPr>
                <p:cNvSpPr txBox="1"/>
                <p:nvPr/>
              </p:nvSpPr>
              <p:spPr>
                <a:xfrm>
                  <a:off x="9663232" y="3880957"/>
                  <a:ext cx="654666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𝑂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2E3ABFB-9B4B-5536-C034-4FB1EA268C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63232" y="3880957"/>
                  <a:ext cx="654666" cy="52322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1393D9A-234E-EECC-080B-A81AC9E87E33}"/>
              </a:ext>
            </a:extLst>
          </p:cNvPr>
          <p:cNvGrpSpPr/>
          <p:nvPr/>
        </p:nvGrpSpPr>
        <p:grpSpPr>
          <a:xfrm>
            <a:off x="7137497" y="1135979"/>
            <a:ext cx="3520284" cy="4217406"/>
            <a:chOff x="7492546" y="207002"/>
            <a:chExt cx="3673978" cy="4401535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685ADE87-C19B-2E4E-06F2-C10395AFEBFA}"/>
                </a:ext>
              </a:extLst>
            </p:cNvPr>
            <p:cNvGrpSpPr/>
            <p:nvPr/>
          </p:nvGrpSpPr>
          <p:grpSpPr>
            <a:xfrm>
              <a:off x="7492546" y="207002"/>
              <a:ext cx="3673978" cy="4401535"/>
              <a:chOff x="1221579" y="1260711"/>
              <a:chExt cx="3673978" cy="4401535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0FDBF6D7-305E-E818-FA64-21FFE436403B}"/>
                  </a:ext>
                </a:extLst>
              </p:cNvPr>
              <p:cNvGrpSpPr/>
              <p:nvPr/>
            </p:nvGrpSpPr>
            <p:grpSpPr>
              <a:xfrm>
                <a:off x="1221579" y="1447610"/>
                <a:ext cx="3673978" cy="4214636"/>
                <a:chOff x="1390391" y="1651592"/>
                <a:chExt cx="2399570" cy="3136308"/>
              </a:xfrm>
            </p:grpSpPr>
            <p:sp>
              <p:nvSpPr>
                <p:cNvPr id="29" name="Freeform: Shape 28">
                  <a:extLst>
                    <a:ext uri="{FF2B5EF4-FFF2-40B4-BE49-F238E27FC236}">
                      <a16:creationId xmlns:a16="http://schemas.microsoft.com/office/drawing/2014/main" id="{C1711D32-B635-22A1-4061-DD1FA1F4A5BA}"/>
                    </a:ext>
                  </a:extLst>
                </p:cNvPr>
                <p:cNvSpPr/>
                <p:nvPr/>
              </p:nvSpPr>
              <p:spPr>
                <a:xfrm>
                  <a:off x="1390724" y="2701572"/>
                  <a:ext cx="1260926" cy="506587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260926"/>
                    <a:gd name="connsiteY0" fmla="*/ 0 h 506437"/>
                    <a:gd name="connsiteX1" fmla="*/ 295421 w 1260926"/>
                    <a:gd name="connsiteY1" fmla="*/ 393896 h 506437"/>
                    <a:gd name="connsiteX2" fmla="*/ 1260926 w 1260926"/>
                    <a:gd name="connsiteY2" fmla="*/ 506437 h 506437"/>
                    <a:gd name="connsiteX0" fmla="*/ 0 w 1260926"/>
                    <a:gd name="connsiteY0" fmla="*/ 0 h 506587"/>
                    <a:gd name="connsiteX1" fmla="*/ 295421 w 1260926"/>
                    <a:gd name="connsiteY1" fmla="*/ 393896 h 506587"/>
                    <a:gd name="connsiteX2" fmla="*/ 1260926 w 1260926"/>
                    <a:gd name="connsiteY2" fmla="*/ 506437 h 506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260926" h="506587">
                      <a:moveTo>
                        <a:pt x="0" y="0"/>
                      </a:moveTo>
                      <a:cubicBezTo>
                        <a:pt x="365" y="178558"/>
                        <a:pt x="105507" y="309490"/>
                        <a:pt x="295421" y="393896"/>
                      </a:cubicBezTo>
                      <a:cubicBezTo>
                        <a:pt x="485335" y="478302"/>
                        <a:pt x="924327" y="509037"/>
                        <a:pt x="1260926" y="50643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Freeform: Shape 29">
                  <a:extLst>
                    <a:ext uri="{FF2B5EF4-FFF2-40B4-BE49-F238E27FC236}">
                      <a16:creationId xmlns:a16="http://schemas.microsoft.com/office/drawing/2014/main" id="{373F8C3A-8EAF-AB31-3C22-3BCB815F7A7D}"/>
                    </a:ext>
                  </a:extLst>
                </p:cNvPr>
                <p:cNvSpPr/>
                <p:nvPr/>
              </p:nvSpPr>
              <p:spPr>
                <a:xfrm flipH="1">
                  <a:off x="2649270" y="2700479"/>
                  <a:ext cx="1139510" cy="507382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7382"/>
                    <a:gd name="connsiteX1" fmla="*/ 295421 w 1139483"/>
                    <a:gd name="connsiteY1" fmla="*/ 393896 h 507382"/>
                    <a:gd name="connsiteX2" fmla="*/ 1139483 w 1139483"/>
                    <a:gd name="connsiteY2" fmla="*/ 506437 h 507382"/>
                    <a:gd name="connsiteX0" fmla="*/ 27 w 1139510"/>
                    <a:gd name="connsiteY0" fmla="*/ 0 h 507382"/>
                    <a:gd name="connsiteX1" fmla="*/ 295448 w 1139510"/>
                    <a:gd name="connsiteY1" fmla="*/ 393896 h 507382"/>
                    <a:gd name="connsiteX2" fmla="*/ 1139510 w 1139510"/>
                    <a:gd name="connsiteY2" fmla="*/ 506437 h 5073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139510" h="507382">
                      <a:moveTo>
                        <a:pt x="27" y="0"/>
                      </a:moveTo>
                      <a:cubicBezTo>
                        <a:pt x="-1989" y="195227"/>
                        <a:pt x="105534" y="309490"/>
                        <a:pt x="295448" y="393896"/>
                      </a:cubicBezTo>
                      <a:cubicBezTo>
                        <a:pt x="485362" y="478302"/>
                        <a:pt x="812436" y="513801"/>
                        <a:pt x="1139510" y="50643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1" name="Freeform: Shape 30">
                  <a:extLst>
                    <a:ext uri="{FF2B5EF4-FFF2-40B4-BE49-F238E27FC236}">
                      <a16:creationId xmlns:a16="http://schemas.microsoft.com/office/drawing/2014/main" id="{2092A10E-90C2-B2A6-E369-F5381BF5E9A9}"/>
                    </a:ext>
                  </a:extLst>
                </p:cNvPr>
                <p:cNvSpPr/>
                <p:nvPr/>
              </p:nvSpPr>
              <p:spPr>
                <a:xfrm flipV="1">
                  <a:off x="1390723" y="2297475"/>
                  <a:ext cx="982320" cy="404098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994226"/>
                    <a:gd name="connsiteY0" fmla="*/ 0 h 465956"/>
                    <a:gd name="connsiteX1" fmla="*/ 295421 w 994226"/>
                    <a:gd name="connsiteY1" fmla="*/ 393896 h 465956"/>
                    <a:gd name="connsiteX2" fmla="*/ 994226 w 994226"/>
                    <a:gd name="connsiteY2" fmla="*/ 465956 h 465956"/>
                    <a:gd name="connsiteX0" fmla="*/ 0 w 994226"/>
                    <a:gd name="connsiteY0" fmla="*/ 0 h 465956"/>
                    <a:gd name="connsiteX1" fmla="*/ 321615 w 994226"/>
                    <a:gd name="connsiteY1" fmla="*/ 358178 h 465956"/>
                    <a:gd name="connsiteX2" fmla="*/ 994226 w 994226"/>
                    <a:gd name="connsiteY2" fmla="*/ 465956 h 465956"/>
                    <a:gd name="connsiteX0" fmla="*/ 0 w 982320"/>
                    <a:gd name="connsiteY0" fmla="*/ 0 h 396466"/>
                    <a:gd name="connsiteX1" fmla="*/ 321615 w 982320"/>
                    <a:gd name="connsiteY1" fmla="*/ 358178 h 396466"/>
                    <a:gd name="connsiteX2" fmla="*/ 982320 w 982320"/>
                    <a:gd name="connsiteY2" fmla="*/ 373087 h 396466"/>
                    <a:gd name="connsiteX0" fmla="*/ 0 w 982320"/>
                    <a:gd name="connsiteY0" fmla="*/ 0 h 404098"/>
                    <a:gd name="connsiteX1" fmla="*/ 321615 w 982320"/>
                    <a:gd name="connsiteY1" fmla="*/ 358178 h 404098"/>
                    <a:gd name="connsiteX2" fmla="*/ 982320 w 982320"/>
                    <a:gd name="connsiteY2" fmla="*/ 373087 h 4040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982320" h="404098">
                      <a:moveTo>
                        <a:pt x="0" y="0"/>
                      </a:moveTo>
                      <a:cubicBezTo>
                        <a:pt x="2747" y="169032"/>
                        <a:pt x="131701" y="273772"/>
                        <a:pt x="321615" y="358178"/>
                      </a:cubicBezTo>
                      <a:cubicBezTo>
                        <a:pt x="511529" y="442584"/>
                        <a:pt x="648102" y="387594"/>
                        <a:pt x="982320" y="37308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2" name="Freeform: Shape 31">
                  <a:extLst>
                    <a:ext uri="{FF2B5EF4-FFF2-40B4-BE49-F238E27FC236}">
                      <a16:creationId xmlns:a16="http://schemas.microsoft.com/office/drawing/2014/main" id="{060DA900-C5AC-E46C-B3F5-7CF7118A0012}"/>
                    </a:ext>
                  </a:extLst>
                </p:cNvPr>
                <p:cNvSpPr/>
                <p:nvPr/>
              </p:nvSpPr>
              <p:spPr>
                <a:xfrm flipH="1" flipV="1">
                  <a:off x="2464740" y="2297853"/>
                  <a:ext cx="1325221" cy="410203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210921"/>
                    <a:gd name="connsiteY0" fmla="*/ 0 h 370706"/>
                    <a:gd name="connsiteX1" fmla="*/ 366859 w 1210921"/>
                    <a:gd name="connsiteY1" fmla="*/ 258165 h 370706"/>
                    <a:gd name="connsiteX2" fmla="*/ 1210921 w 1210921"/>
                    <a:gd name="connsiteY2" fmla="*/ 370706 h 370706"/>
                    <a:gd name="connsiteX0" fmla="*/ 0 w 1210921"/>
                    <a:gd name="connsiteY0" fmla="*/ 0 h 370706"/>
                    <a:gd name="connsiteX1" fmla="*/ 366859 w 1210921"/>
                    <a:gd name="connsiteY1" fmla="*/ 258165 h 370706"/>
                    <a:gd name="connsiteX2" fmla="*/ 1210921 w 1210921"/>
                    <a:gd name="connsiteY2" fmla="*/ 370706 h 370706"/>
                    <a:gd name="connsiteX0" fmla="*/ 0 w 1210921"/>
                    <a:gd name="connsiteY0" fmla="*/ 0 h 373087"/>
                    <a:gd name="connsiteX1" fmla="*/ 366859 w 1210921"/>
                    <a:gd name="connsiteY1" fmla="*/ 260546 h 373087"/>
                    <a:gd name="connsiteX2" fmla="*/ 1210921 w 1210921"/>
                    <a:gd name="connsiteY2" fmla="*/ 373087 h 373087"/>
                    <a:gd name="connsiteX0" fmla="*/ 0 w 1087096"/>
                    <a:gd name="connsiteY0" fmla="*/ 0 h 365944"/>
                    <a:gd name="connsiteX1" fmla="*/ 243034 w 1087096"/>
                    <a:gd name="connsiteY1" fmla="*/ 253403 h 365944"/>
                    <a:gd name="connsiteX2" fmla="*/ 1087096 w 1087096"/>
                    <a:gd name="connsiteY2" fmla="*/ 365944 h 365944"/>
                    <a:gd name="connsiteX0" fmla="*/ 0 w 1208540"/>
                    <a:gd name="connsiteY0" fmla="*/ 0 h 363563"/>
                    <a:gd name="connsiteX1" fmla="*/ 364478 w 1208540"/>
                    <a:gd name="connsiteY1" fmla="*/ 251022 h 363563"/>
                    <a:gd name="connsiteX2" fmla="*/ 1208540 w 1208540"/>
                    <a:gd name="connsiteY2" fmla="*/ 363563 h 363563"/>
                    <a:gd name="connsiteX0" fmla="*/ 0 w 1208540"/>
                    <a:gd name="connsiteY0" fmla="*/ 0 h 363563"/>
                    <a:gd name="connsiteX1" fmla="*/ 364478 w 1208540"/>
                    <a:gd name="connsiteY1" fmla="*/ 251022 h 363563"/>
                    <a:gd name="connsiteX2" fmla="*/ 1208540 w 1208540"/>
                    <a:gd name="connsiteY2" fmla="*/ 363563 h 363563"/>
                    <a:gd name="connsiteX0" fmla="*/ 0 w 1210921"/>
                    <a:gd name="connsiteY0" fmla="*/ 0 h 368325"/>
                    <a:gd name="connsiteX1" fmla="*/ 366859 w 1210921"/>
                    <a:gd name="connsiteY1" fmla="*/ 255784 h 368325"/>
                    <a:gd name="connsiteX2" fmla="*/ 1210921 w 1210921"/>
                    <a:gd name="connsiteY2" fmla="*/ 368325 h 368325"/>
                    <a:gd name="connsiteX0" fmla="*/ 0 w 1208540"/>
                    <a:gd name="connsiteY0" fmla="*/ 0 h 373087"/>
                    <a:gd name="connsiteX1" fmla="*/ 364478 w 1208540"/>
                    <a:gd name="connsiteY1" fmla="*/ 260546 h 373087"/>
                    <a:gd name="connsiteX2" fmla="*/ 1208540 w 1208540"/>
                    <a:gd name="connsiteY2" fmla="*/ 373087 h 373087"/>
                    <a:gd name="connsiteX0" fmla="*/ 0 w 1363321"/>
                    <a:gd name="connsiteY0" fmla="*/ 0 h 380231"/>
                    <a:gd name="connsiteX1" fmla="*/ 364478 w 1363321"/>
                    <a:gd name="connsiteY1" fmla="*/ 260546 h 380231"/>
                    <a:gd name="connsiteX2" fmla="*/ 1363321 w 1363321"/>
                    <a:gd name="connsiteY2" fmla="*/ 380231 h 380231"/>
                    <a:gd name="connsiteX0" fmla="*/ 0 w 1325221"/>
                    <a:gd name="connsiteY0" fmla="*/ 0 h 377850"/>
                    <a:gd name="connsiteX1" fmla="*/ 364478 w 1325221"/>
                    <a:gd name="connsiteY1" fmla="*/ 260546 h 377850"/>
                    <a:gd name="connsiteX2" fmla="*/ 1325221 w 1325221"/>
                    <a:gd name="connsiteY2" fmla="*/ 377850 h 377850"/>
                    <a:gd name="connsiteX0" fmla="*/ 0 w 1325221"/>
                    <a:gd name="connsiteY0" fmla="*/ 0 h 377982"/>
                    <a:gd name="connsiteX1" fmla="*/ 364478 w 1325221"/>
                    <a:gd name="connsiteY1" fmla="*/ 260546 h 377982"/>
                    <a:gd name="connsiteX2" fmla="*/ 1325221 w 1325221"/>
                    <a:gd name="connsiteY2" fmla="*/ 377850 h 377982"/>
                    <a:gd name="connsiteX0" fmla="*/ 0 w 1325221"/>
                    <a:gd name="connsiteY0" fmla="*/ 0 h 378132"/>
                    <a:gd name="connsiteX1" fmla="*/ 219222 w 1325221"/>
                    <a:gd name="connsiteY1" fmla="*/ 281977 h 378132"/>
                    <a:gd name="connsiteX2" fmla="*/ 1325221 w 1325221"/>
                    <a:gd name="connsiteY2" fmla="*/ 377850 h 37813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407062"/>
                    <a:gd name="connsiteX1" fmla="*/ 433534 w 1325221"/>
                    <a:gd name="connsiteY1" fmla="*/ 365320 h 407062"/>
                    <a:gd name="connsiteX2" fmla="*/ 1325221 w 1325221"/>
                    <a:gd name="connsiteY2" fmla="*/ 377850 h 407062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25221" h="410203">
                      <a:moveTo>
                        <a:pt x="0" y="0"/>
                      </a:moveTo>
                      <a:cubicBezTo>
                        <a:pt x="7510" y="116645"/>
                        <a:pt x="243620" y="273770"/>
                        <a:pt x="433534" y="365320"/>
                      </a:cubicBezTo>
                      <a:cubicBezTo>
                        <a:pt x="623448" y="456870"/>
                        <a:pt x="1000529" y="380450"/>
                        <a:pt x="1325221" y="377850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9CAA2F1D-C178-E9AA-4378-7AA52285D3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19225" y="2863850"/>
                  <a:ext cx="953818" cy="1924050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E926E98B-23C6-E058-9574-EAF2B21EEF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373043" y="2901293"/>
                  <a:ext cx="1371265" cy="1886607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FDD02A2E-A63F-5B1A-37B3-F147779922FB}"/>
                    </a:ext>
                  </a:extLst>
                </p:cNvPr>
                <p:cNvCxnSpPr>
                  <a:stCxn id="30" idx="2"/>
                </p:cNvCxnSpPr>
                <p:nvPr/>
              </p:nvCxnSpPr>
              <p:spPr>
                <a:xfrm flipH="1">
                  <a:off x="2373043" y="3206916"/>
                  <a:ext cx="276227" cy="1580984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0B8E49D2-BCF9-CE7A-C535-7156423E579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73043" y="2343150"/>
                  <a:ext cx="0" cy="2444750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sp>
              <p:nvSpPr>
                <p:cNvPr id="37" name="Freeform: Shape 36">
                  <a:extLst>
                    <a:ext uri="{FF2B5EF4-FFF2-40B4-BE49-F238E27FC236}">
                      <a16:creationId xmlns:a16="http://schemas.microsoft.com/office/drawing/2014/main" id="{B3827BD4-4CD6-39BA-91B8-7346691CEB55}"/>
                    </a:ext>
                  </a:extLst>
                </p:cNvPr>
                <p:cNvSpPr/>
                <p:nvPr/>
              </p:nvSpPr>
              <p:spPr>
                <a:xfrm>
                  <a:off x="1390391" y="1651592"/>
                  <a:ext cx="2397188" cy="1060211"/>
                </a:xfrm>
                <a:custGeom>
                  <a:avLst/>
                  <a:gdLst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330291"/>
                    <a:gd name="connsiteY0" fmla="*/ 1288023 h 1288023"/>
                    <a:gd name="connsiteX1" fmla="*/ 663269 w 2330291"/>
                    <a:gd name="connsiteY1" fmla="*/ 178837 h 1288023"/>
                    <a:gd name="connsiteX2" fmla="*/ 1598771 w 2330291"/>
                    <a:gd name="connsiteY2" fmla="*/ 73330 h 1288023"/>
                    <a:gd name="connsiteX3" fmla="*/ 2330291 w 2330291"/>
                    <a:gd name="connsiteY3" fmla="*/ 903323 h 1288023"/>
                    <a:gd name="connsiteX0" fmla="*/ 165 w 2330456"/>
                    <a:gd name="connsiteY0" fmla="*/ 1288023 h 1288023"/>
                    <a:gd name="connsiteX1" fmla="*/ 663434 w 2330456"/>
                    <a:gd name="connsiteY1" fmla="*/ 178837 h 1288023"/>
                    <a:gd name="connsiteX2" fmla="*/ 1598936 w 2330456"/>
                    <a:gd name="connsiteY2" fmla="*/ 73330 h 1288023"/>
                    <a:gd name="connsiteX3" fmla="*/ 2330456 w 2330456"/>
                    <a:gd name="connsiteY3" fmla="*/ 903323 h 1288023"/>
                    <a:gd name="connsiteX0" fmla="*/ 165 w 2330456"/>
                    <a:gd name="connsiteY0" fmla="*/ 1273056 h 1273056"/>
                    <a:gd name="connsiteX1" fmla="*/ 663434 w 2330456"/>
                    <a:gd name="connsiteY1" fmla="*/ 178158 h 1273056"/>
                    <a:gd name="connsiteX2" fmla="*/ 1598936 w 2330456"/>
                    <a:gd name="connsiteY2" fmla="*/ 72651 h 1273056"/>
                    <a:gd name="connsiteX3" fmla="*/ 2330456 w 2330456"/>
                    <a:gd name="connsiteY3" fmla="*/ 902644 h 1273056"/>
                    <a:gd name="connsiteX0" fmla="*/ 211 w 2330502"/>
                    <a:gd name="connsiteY0" fmla="*/ 1242225 h 1242225"/>
                    <a:gd name="connsiteX1" fmla="*/ 572992 w 2330502"/>
                    <a:gd name="connsiteY1" fmla="*/ 280677 h 1242225"/>
                    <a:gd name="connsiteX2" fmla="*/ 1598982 w 2330502"/>
                    <a:gd name="connsiteY2" fmla="*/ 41820 h 1242225"/>
                    <a:gd name="connsiteX3" fmla="*/ 2330502 w 2330502"/>
                    <a:gd name="connsiteY3" fmla="*/ 871813 h 1242225"/>
                    <a:gd name="connsiteX0" fmla="*/ 222 w 2330513"/>
                    <a:gd name="connsiteY0" fmla="*/ 1032955 h 1032955"/>
                    <a:gd name="connsiteX1" fmla="*/ 573003 w 2330513"/>
                    <a:gd name="connsiteY1" fmla="*/ 71407 h 1032955"/>
                    <a:gd name="connsiteX2" fmla="*/ 1689481 w 2330513"/>
                    <a:gd name="connsiteY2" fmla="*/ 151638 h 1032955"/>
                    <a:gd name="connsiteX3" fmla="*/ 2330513 w 2330513"/>
                    <a:gd name="connsiteY3" fmla="*/ 662543 h 1032955"/>
                    <a:gd name="connsiteX0" fmla="*/ 222 w 2397188"/>
                    <a:gd name="connsiteY0" fmla="*/ 1032955 h 1060211"/>
                    <a:gd name="connsiteX1" fmla="*/ 573003 w 2397188"/>
                    <a:gd name="connsiteY1" fmla="*/ 71407 h 1060211"/>
                    <a:gd name="connsiteX2" fmla="*/ 1689481 w 2397188"/>
                    <a:gd name="connsiteY2" fmla="*/ 151638 h 1060211"/>
                    <a:gd name="connsiteX3" fmla="*/ 2397188 w 2397188"/>
                    <a:gd name="connsiteY3" fmla="*/ 1060211 h 1060211"/>
                    <a:gd name="connsiteX0" fmla="*/ 222 w 2397188"/>
                    <a:gd name="connsiteY0" fmla="*/ 1032955 h 1060211"/>
                    <a:gd name="connsiteX1" fmla="*/ 573003 w 2397188"/>
                    <a:gd name="connsiteY1" fmla="*/ 71407 h 1060211"/>
                    <a:gd name="connsiteX2" fmla="*/ 1689481 w 2397188"/>
                    <a:gd name="connsiteY2" fmla="*/ 151638 h 1060211"/>
                    <a:gd name="connsiteX3" fmla="*/ 2397188 w 2397188"/>
                    <a:gd name="connsiteY3" fmla="*/ 1060211 h 106021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397188" h="1060211">
                      <a:moveTo>
                        <a:pt x="222" y="1032955"/>
                      </a:moveTo>
                      <a:cubicBezTo>
                        <a:pt x="-9340" y="677636"/>
                        <a:pt x="291460" y="218293"/>
                        <a:pt x="573003" y="71407"/>
                      </a:cubicBezTo>
                      <a:cubicBezTo>
                        <a:pt x="854546" y="-75479"/>
                        <a:pt x="1411644" y="30890"/>
                        <a:pt x="1689481" y="151638"/>
                      </a:cubicBezTo>
                      <a:cubicBezTo>
                        <a:pt x="1967318" y="272386"/>
                        <a:pt x="2386234" y="705588"/>
                        <a:pt x="2397188" y="1060211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1E5E46CA-68CE-3566-2B65-CDC2751D2B71}"/>
                      </a:ext>
                    </a:extLst>
                  </p:cNvPr>
                  <p:cNvSpPr txBox="1"/>
                  <p:nvPr/>
                </p:nvSpPr>
                <p:spPr>
                  <a:xfrm>
                    <a:off x="3789604" y="1260711"/>
                    <a:ext cx="463588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119BD0A1-4391-5E8F-FE27-F04711DA90C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89604" y="1260711"/>
                    <a:ext cx="463588" cy="52322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6A701D27-28A6-6F4A-F286-AAE1B2F199BB}"/>
                      </a:ext>
                    </a:extLst>
                  </p:cNvPr>
                  <p:cNvSpPr txBox="1"/>
                  <p:nvPr/>
                </p:nvSpPr>
                <p:spPr>
                  <a:xfrm>
                    <a:off x="1995921" y="1783931"/>
                    <a:ext cx="616323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AC6C6D18-591D-CD33-6EB2-B4AA511DC58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5921" y="1783931"/>
                    <a:ext cx="616323" cy="52322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002FF599-69FB-011C-8526-217A5FF1123F}"/>
                      </a:ext>
                    </a:extLst>
                  </p:cNvPr>
                  <p:cNvSpPr txBox="1"/>
                  <p:nvPr/>
                </p:nvSpPr>
                <p:spPr>
                  <a:xfrm>
                    <a:off x="3784857" y="2936431"/>
                    <a:ext cx="643509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81C9719E-DD5F-816C-FC75-CE63173C88A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84857" y="2936431"/>
                    <a:ext cx="643509" cy="52322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49B9E02D-3950-E897-7D78-4E949C2A3EEF}"/>
                      </a:ext>
                    </a:extLst>
                  </p:cNvPr>
                  <p:cNvSpPr txBox="1"/>
                  <p:nvPr/>
                </p:nvSpPr>
                <p:spPr>
                  <a:xfrm>
                    <a:off x="3778254" y="4276864"/>
                    <a:ext cx="845552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𝐵𝑂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04B9338E-9E54-BE82-988F-950C6B2D8C2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78254" y="4276864"/>
                    <a:ext cx="845552" cy="523220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2AA94BD0-B8B8-99FF-2145-207DAB658CE2}"/>
                      </a:ext>
                    </a:extLst>
                  </p:cNvPr>
                  <p:cNvSpPr txBox="1"/>
                  <p:nvPr/>
                </p:nvSpPr>
                <p:spPr>
                  <a:xfrm>
                    <a:off x="1274055" y="4184791"/>
                    <a:ext cx="822854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𝐴𝑂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DC4A7514-0D4E-B85E-B7AA-234987002CB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74055" y="4184791"/>
                    <a:ext cx="822854" cy="523220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EE385713-7B7E-0BA7-E07D-EF9A37B04795}"/>
                      </a:ext>
                    </a:extLst>
                  </p:cNvPr>
                  <p:cNvSpPr txBox="1"/>
                  <p:nvPr/>
                </p:nvSpPr>
                <p:spPr>
                  <a:xfrm>
                    <a:off x="2134469" y="3672178"/>
                    <a:ext cx="647677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81E62212-4ADE-E266-557D-9A0A0B0A6CF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34469" y="3672178"/>
                    <a:ext cx="647677" cy="523220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4B77EC32-8065-A707-9058-B37004BC3BFC}"/>
                </a:ext>
              </a:extLst>
            </p:cNvPr>
            <p:cNvSpPr/>
            <p:nvPr/>
          </p:nvSpPr>
          <p:spPr>
            <a:xfrm rot="4940850">
              <a:off x="10116513" y="2365006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AFA00583-4726-A2EE-7C63-D926EEF219CD}"/>
                </a:ext>
              </a:extLst>
            </p:cNvPr>
            <p:cNvSpPr/>
            <p:nvPr/>
          </p:nvSpPr>
          <p:spPr>
            <a:xfrm rot="17040372">
              <a:off x="8417053" y="2377577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B09FDDDF-C6FC-A480-1AC5-6C9504BC760C}"/>
                </a:ext>
              </a:extLst>
            </p:cNvPr>
            <p:cNvSpPr/>
            <p:nvPr/>
          </p:nvSpPr>
          <p:spPr>
            <a:xfrm rot="684613">
              <a:off x="9157674" y="3274844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Isosceles Triangle 18">
              <a:extLst>
                <a:ext uri="{FF2B5EF4-FFF2-40B4-BE49-F238E27FC236}">
                  <a16:creationId xmlns:a16="http://schemas.microsoft.com/office/drawing/2014/main" id="{2CB4F7DD-A614-DFF8-73F0-D283B87F74BE}"/>
                </a:ext>
              </a:extLst>
            </p:cNvPr>
            <p:cNvSpPr/>
            <p:nvPr/>
          </p:nvSpPr>
          <p:spPr>
            <a:xfrm rot="10800000">
              <a:off x="8911333" y="3234473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C860800F-C321-890F-934A-3B2C5793AECD}"/>
              </a:ext>
            </a:extLst>
          </p:cNvPr>
          <p:cNvSpPr txBox="1"/>
          <p:nvPr/>
        </p:nvSpPr>
        <p:spPr>
          <a:xfrm>
            <a:off x="1135523" y="239021"/>
            <a:ext cx="415049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Scalar potential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000D470-5D23-FE04-E84D-58C2D55E018C}"/>
              </a:ext>
            </a:extLst>
          </p:cNvPr>
          <p:cNvSpPr txBox="1"/>
          <p:nvPr/>
        </p:nvSpPr>
        <p:spPr>
          <a:xfrm>
            <a:off x="6753463" y="252997"/>
            <a:ext cx="428835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Vector potential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6FEE993-F6A9-757D-EF1B-8FACE2E6A248}"/>
              </a:ext>
            </a:extLst>
          </p:cNvPr>
          <p:cNvSpPr txBox="1"/>
          <p:nvPr/>
        </p:nvSpPr>
        <p:spPr>
          <a:xfrm>
            <a:off x="2730987" y="5746907"/>
            <a:ext cx="844173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Same geometrical interpretation</a:t>
            </a:r>
          </a:p>
        </p:txBody>
      </p:sp>
    </p:spTree>
    <p:extLst>
      <p:ext uri="{BB962C8B-B14F-4D97-AF65-F5344CB8AC3E}">
        <p14:creationId xmlns:p14="http://schemas.microsoft.com/office/powerpoint/2010/main" val="33560117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lice">
      <a:majorFont>
        <a:latin typeface="Alice"/>
        <a:ea typeface=""/>
        <a:cs typeface=""/>
      </a:majorFont>
      <a:minorFont>
        <a:latin typeface="Alic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1069</TotalTime>
  <Words>150</Words>
  <Application>Microsoft Office PowerPoint</Application>
  <PresentationFormat>Widescreen</PresentationFormat>
  <Paragraphs>82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Alice</vt:lpstr>
      <vt:lpstr>All of us will die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Gabriele Carcassi</dc:creator>
  <cp:lastModifiedBy>Gabriele Carcassi</cp:lastModifiedBy>
  <cp:revision>46</cp:revision>
  <dcterms:created xsi:type="dcterms:W3CDTF">2022-10-24T15:52:53Z</dcterms:created>
  <dcterms:modified xsi:type="dcterms:W3CDTF">2025-11-30T19:23:14Z</dcterms:modified>
</cp:coreProperties>
</file>